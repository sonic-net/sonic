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2" r:id="rId4"/>
    <p:sldMasterId id="2147483732" r:id="rId5"/>
    <p:sldMasterId id="2147484026" r:id="rId6"/>
  </p:sldMasterIdLst>
  <p:notesMasterIdLst>
    <p:notesMasterId r:id="rId25"/>
  </p:notesMasterIdLst>
  <p:sldIdLst>
    <p:sldId id="2147483644" r:id="rId7"/>
    <p:sldId id="2147483645" r:id="rId8"/>
    <p:sldId id="258" r:id="rId9"/>
    <p:sldId id="2147483646" r:id="rId10"/>
    <p:sldId id="2147483647" r:id="rId11"/>
    <p:sldId id="256" r:id="rId12"/>
    <p:sldId id="257" r:id="rId13"/>
    <p:sldId id="259" r:id="rId14"/>
    <p:sldId id="260" r:id="rId15"/>
    <p:sldId id="261" r:id="rId16"/>
    <p:sldId id="262" r:id="rId17"/>
    <p:sldId id="272" r:id="rId18"/>
    <p:sldId id="263" r:id="rId19"/>
    <p:sldId id="264" r:id="rId20"/>
    <p:sldId id="265" r:id="rId21"/>
    <p:sldId id="273" r:id="rId22"/>
    <p:sldId id="415" r:id="rId23"/>
    <p:sldId id="268" r:id="rId24"/>
  </p:sldIdLst>
  <p:sldSz cx="13716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s" id="{0BED4642-ACCE-BB4F-8C34-2A80C4C723B0}">
          <p14:sldIdLst>
            <p14:sldId id="2147483644"/>
            <p14:sldId id="2147483645"/>
            <p14:sldId id="258"/>
            <p14:sldId id="2147483646"/>
            <p14:sldId id="2147483647"/>
            <p14:sldId id="256"/>
            <p14:sldId id="257"/>
            <p14:sldId id="259"/>
            <p14:sldId id="260"/>
            <p14:sldId id="261"/>
            <p14:sldId id="262"/>
            <p14:sldId id="272"/>
            <p14:sldId id="263"/>
            <p14:sldId id="264"/>
            <p14:sldId id="265"/>
            <p14:sldId id="273"/>
            <p14:sldId id="415"/>
            <p14:sldId id="268"/>
          </p14:sldIdLst>
        </p14:section>
        <p14:section name="Thank you" id="{7221AE6F-6BF1-484B-AD21-6264E75DCDE9}">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166939-111A-5801-4835-546689D34D8F}" name="Brian Kenney" initials="BK" userId="S::Brian@deckhand.onmicrosoft.com::e5c2d574-b11e-4621-ad5f-89724690fa18" providerId="AD"/>
  <p188:author id="{816B1656-57BD-BB25-E3DF-5F2D018D3997}" name="Staab, Matt" initials="SM" userId="S::mstaab@ciena.com::3a24f162-6823-40c6-bab4-c893858c4add" providerId="AD"/>
  <p188:author id="{940C6782-05C4-D9E2-955C-31E2C3F3AB1F}" name="Deckhand Design" initials="DD" userId="Deckhand Design" providerId="None"/>
  <p188:author id="{57CF12A3-257C-57CD-E40C-0746D138C617}" name="julie garvey" initials="jg" userId="46f3821e6d35137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9C9"/>
    <a:srgbClr val="E4E1E6"/>
    <a:srgbClr val="F0F0F0"/>
    <a:srgbClr val="ECECEC"/>
    <a:srgbClr val="DC0000"/>
    <a:srgbClr val="500000"/>
    <a:srgbClr val="E5DCBA"/>
    <a:srgbClr val="B90001"/>
    <a:srgbClr val="960100"/>
    <a:srgbClr val="73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EFF4A1-AE96-D499-2941-701EFB2886A3}" v="433" dt="2026-08-07T19:10:01.452"/>
    <p1510:client id="{7A41A383-2E9B-4045-B258-C000E33ADA2C}" v="142" dt="2026-08-07T11:56:12.857"/>
    <p1510:client id="{8B8DF0DD-BBDA-4FCD-8ED0-2D1DD3499381}" v="2" dt="2026-08-07T18:52:45.227"/>
    <p1510:client id="{DD8A7EF1-751F-41A4-E805-A1F8DEC717BF}" v="10" dt="2026-08-07T16:10:17.2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1BCA24-5DDA-4672-937B-5E43162D585F}" type="datetimeFigureOut">
              <a:rPr lang="en-US" smtClean="0"/>
              <a:t>8/7/2026</a:t>
            </a:fld>
            <a:endParaRPr lang="en-US"/>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496FAB-E585-4208-8586-691F6E62D3B4}" type="slidenum">
              <a:rPr lang="en-US" smtClean="0"/>
              <a:t>‹#›</a:t>
            </a:fld>
            <a:endParaRPr lang="en-US"/>
          </a:p>
        </p:txBody>
      </p:sp>
    </p:spTree>
    <p:extLst>
      <p:ext uri="{BB962C8B-B14F-4D97-AF65-F5344CB8AC3E}">
        <p14:creationId xmlns:p14="http://schemas.microsoft.com/office/powerpoint/2010/main" val="4009269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496FAB-E585-4208-8586-691F6E62D3B4}" type="slidenum">
              <a:rPr lang="en-US" smtClean="0"/>
              <a:t>17</a:t>
            </a:fld>
            <a:endParaRPr lang="en-US"/>
          </a:p>
        </p:txBody>
      </p:sp>
    </p:spTree>
    <p:extLst>
      <p:ext uri="{BB962C8B-B14F-4D97-AF65-F5344CB8AC3E}">
        <p14:creationId xmlns:p14="http://schemas.microsoft.com/office/powerpoint/2010/main" val="10130625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8"/>
            <a:ext cx="6635959"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noChangeAspect="1"/>
          </p:cNvSpPr>
          <p:nvPr>
            <p:ph type="pic" sz="quarter" idx="13" hasCustomPrompt="1"/>
          </p:nvPr>
        </p:nvSpPr>
        <p:spPr>
          <a:xfrm>
            <a:off x="0" y="-1"/>
            <a:ext cx="13716000" cy="4784036"/>
          </a:xfrm>
          <a:blipFill>
            <a:blip r:embed="rId2">
              <a:alphaModFix amt="70000"/>
            </a:blip>
            <a:stretch>
              <a:fillRect/>
            </a:stretch>
          </a:blipFill>
        </p:spPr>
        <p:txBody>
          <a:bodyPr anchor="t"/>
          <a:lstStyle>
            <a:lvl1pPr>
              <a:defRPr/>
            </a:lvl1pPr>
          </a:lstStyle>
          <a:p>
            <a:endParaRP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981668" y="4939715"/>
            <a:ext cx="4972535" cy="479458"/>
          </a:xfrm>
        </p:spPr>
        <p:txBody>
          <a:bodyPr anchor="t"/>
          <a:lstStyle>
            <a:lvl1pPr>
              <a:defRPr sz="2800"/>
            </a:lvl1pPr>
          </a:lstStyle>
          <a:p>
            <a:endParaRPr lang="en-US"/>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3233142" y="4939258"/>
            <a:ext cx="482858" cy="365125"/>
          </a:xfrm>
        </p:spPr>
        <p:txBody>
          <a:bodyPr/>
          <a:lstStyle/>
          <a:p>
            <a:fld id="{CC057153-B650-4DEB-B370-79DDCFDCE934}" type="slidenum">
              <a:rPr lang="en-US" dirty="0"/>
              <a:pPr/>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490914" y="5873424"/>
            <a:ext cx="113157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22328" y="5718869"/>
            <a:ext cx="6655689" cy="1143000"/>
          </a:xfrm>
        </p:spPr>
        <p:txBody>
          <a:bodyPr anchor="b">
            <a:normAutofit/>
          </a:bodyPr>
          <a:lstStyle>
            <a:lvl1pPr>
              <a:lnSpc>
                <a:spcPct val="60000"/>
              </a:lnSpc>
              <a:defRPr sz="10400"/>
            </a:lvl1pPr>
          </a:lstStyle>
          <a:p>
            <a:r>
              <a:rPr lang="en-US"/>
              <a:t>Click to edit Master title style</a:t>
            </a:r>
          </a:p>
        </p:txBody>
      </p:sp>
    </p:spTree>
    <p:extLst>
      <p:ext uri="{BB962C8B-B14F-4D97-AF65-F5344CB8AC3E}">
        <p14:creationId xmlns:p14="http://schemas.microsoft.com/office/powerpoint/2010/main" val="460042086"/>
      </p:ext>
    </p:extLst>
  </p:cSld>
  <p:clrMapOvr>
    <a:masterClrMapping/>
  </p:clrMapOvr>
  <p:hf sldNum="0" hdr="0" ftr="0" dt="0"/>
  <p:extLst>
    <p:ext uri="{DCECCB84-F9BA-43D5-87BE-67443E8EF086}">
      <p15:sldGuideLst xmlns:p15="http://schemas.microsoft.com/office/powerpoint/2012/main">
        <p15:guide id="5" orient="horz" pos="2160" userDrawn="1">
          <p15:clr>
            <a:srgbClr val="FBAE40"/>
          </p15:clr>
        </p15:guide>
        <p15:guide id="6" pos="43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80780" y="1012176"/>
            <a:ext cx="12502134" cy="849793"/>
          </a:xfrm>
        </p:spPr>
        <p:txBody>
          <a:bodyPr/>
          <a:lstStyle/>
          <a:p>
            <a:r>
              <a:rPr lang="en-US"/>
              <a:t>Click to edit Master title style</a:t>
            </a:r>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610172" y="110365"/>
            <a:ext cx="5936459" cy="365125"/>
          </a:xfrm>
        </p:spPr>
        <p:txBody>
          <a:bodyPr/>
          <a:lstStyle/>
          <a:p>
            <a:endParaRPr lang="en-US"/>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2514454" y="104650"/>
            <a:ext cx="482858" cy="365125"/>
          </a:xfrm>
        </p:spPr>
        <p:txBody>
          <a:bodyPr/>
          <a:lstStyle/>
          <a:p>
            <a:fld id="{CC057153-B650-4DEB-B370-79DDCFDCE934}" type="slidenum">
              <a:rPr lang="en-US" dirty="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06933" y="2115542"/>
            <a:ext cx="12390379"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8244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732020" cy="1380744"/>
          </a:xfrm>
        </p:spPr>
        <p:txBody>
          <a:bodyPr vert="horz" lIns="91440" tIns="45720" rIns="91440" bIns="45720" rtlCol="0" anchor="b">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hasCustomPrompt="1"/>
          </p:nvPr>
        </p:nvSpPr>
        <p:spPr>
          <a:xfrm>
            <a:off x="6858000" y="0"/>
            <a:ext cx="6858000" cy="6858000"/>
          </a:xfrm>
          <a:blipFill>
            <a:blip r:embed="rId2">
              <a:alphaModFix amt="70000"/>
            </a:blip>
            <a:stretch>
              <a:fillRect/>
            </a:stretch>
          </a:blipFill>
        </p:spPr>
        <p:txBody>
          <a:bodyPr anchor="t"/>
          <a:lstStyle>
            <a:lvl1pPr>
              <a:defRPr/>
            </a:lvl1pPr>
          </a:lstStyle>
          <a:p>
            <a:endParaRP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20574" y="81290"/>
            <a:ext cx="5236083" cy="3739896"/>
          </a:xfrm>
        </p:spPr>
        <p:txBody>
          <a:bodyPr/>
          <a:lstStyle/>
          <a:p>
            <a:r>
              <a:rPr lang="en-US"/>
              <a:t>Click to edit Master title style</a:t>
            </a:r>
          </a:p>
        </p:txBody>
      </p:sp>
    </p:spTree>
    <p:extLst>
      <p:ext uri="{BB962C8B-B14F-4D97-AF65-F5344CB8AC3E}">
        <p14:creationId xmlns:p14="http://schemas.microsoft.com/office/powerpoint/2010/main" val="4244540923"/>
      </p:ext>
    </p:extLst>
  </p:cSld>
  <p:clrMapOvr>
    <a:masterClrMapping/>
  </p:clrMapOvr>
  <p:hf sldNum="0" hdr="0" ftr="0" dt="0"/>
  <p:extLst>
    <p:ext uri="{DCECCB84-F9BA-43D5-87BE-67443E8EF086}">
      <p15:sldGuideLst xmlns:p15="http://schemas.microsoft.com/office/powerpoint/2012/main">
        <p15:guide id="5" orient="horz" pos="2160" userDrawn="1">
          <p15:clr>
            <a:srgbClr val="FBAE40"/>
          </p15:clr>
        </p15:guide>
        <p15:guide id="6" pos="43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4"/>
            <a:ext cx="6627526" cy="654839"/>
          </a:xfrm>
        </p:spPr>
        <p:txBody>
          <a:bodyPr vert="horz" lIns="91440" tIns="45720" rIns="91440" bIns="45720" rtlCol="0" anchor="b">
            <a:normAutofit/>
          </a:bodyPr>
          <a:lstStyle>
            <a:lvl1pPr>
              <a:defRPr lang="en-US" dirty="0"/>
            </a:lvl1pPr>
          </a:lstStyle>
          <a:p>
            <a:pPr lvl="0"/>
            <a:r>
              <a:rPr lang="en-US"/>
              <a:t>Click to edit Master subtitle style</a:t>
            </a:r>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90914" y="5873424"/>
            <a:ext cx="113157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dirty="0"/>
              <a:pPr/>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20574" y="2159632"/>
            <a:ext cx="10893933" cy="3776472"/>
          </a:xfrm>
        </p:spPr>
        <p:txBody>
          <a:bodyPr anchor="b"/>
          <a:lstStyle/>
          <a:p>
            <a:r>
              <a:rPr lang="en-US"/>
              <a:t>Click to edit Master title style</a:t>
            </a:r>
          </a:p>
        </p:txBody>
      </p:sp>
    </p:spTree>
    <p:extLst>
      <p:ext uri="{BB962C8B-B14F-4D97-AF65-F5344CB8AC3E}">
        <p14:creationId xmlns:p14="http://schemas.microsoft.com/office/powerpoint/2010/main" val="1604669836"/>
      </p:ext>
    </p:extLst>
  </p:cSld>
  <p:clrMapOvr>
    <a:masterClrMapping/>
  </p:clrMapOvr>
  <p:hf sldNum="0" hdr="0" ftr="0" dt="0"/>
  <p:extLst>
    <p:ext uri="{DCECCB84-F9BA-43D5-87BE-67443E8EF086}">
      <p15:sldGuideLst xmlns:p15="http://schemas.microsoft.com/office/powerpoint/2012/main">
        <p15:guide id="5" orient="horz" pos="2160" userDrawn="1">
          <p15:clr>
            <a:srgbClr val="FBAE40"/>
          </p15:clr>
        </p15:guide>
        <p15:guide id="6" pos="432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799524" y="83125"/>
            <a:ext cx="82296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20574" y="2184032"/>
            <a:ext cx="9083421" cy="4718304"/>
          </a:xfrm>
        </p:spPr>
        <p:txBody>
          <a:bodyPr anchor="b"/>
          <a:lstStyle/>
          <a:p>
            <a:r>
              <a:rPr lang="en-US"/>
              <a:t>Click to edit Master title style</a:t>
            </a:r>
          </a:p>
        </p:txBody>
      </p:sp>
    </p:spTree>
    <p:extLst>
      <p:ext uri="{BB962C8B-B14F-4D97-AF65-F5344CB8AC3E}">
        <p14:creationId xmlns:p14="http://schemas.microsoft.com/office/powerpoint/2010/main" val="1046793343"/>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5" orient="horz" pos="2160" userDrawn="1">
          <p15:clr>
            <a:srgbClr val="FBAE40"/>
          </p15:clr>
        </p15:guide>
        <p15:guide id="6" pos="43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20573" y="82296"/>
            <a:ext cx="9157116" cy="1554480"/>
          </a:xfrm>
        </p:spPr>
        <p:txBody>
          <a:bodyPr anchor="t">
            <a:normAutofit/>
          </a:bodyPr>
          <a:lstStyle>
            <a:lvl1pPr>
              <a:defRPr sz="112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9157118" cy="3557904"/>
          </a:xfrm>
        </p:spPr>
        <p:txBody>
          <a:bodyPr>
            <a:normAutofit/>
          </a:bodyPr>
          <a:lstStyle>
            <a:lvl1pPr marL="685800" indent="-685800">
              <a:buFont typeface="+mj-lt"/>
              <a:buAutoNum type="arabicPeriod"/>
              <a:defRPr sz="2800"/>
            </a:lvl1pPr>
            <a:lvl2pPr marL="1143000" indent="-685800">
              <a:buFont typeface="+mj-lt"/>
              <a:buAutoNum type="arabicPeriod"/>
              <a:defRPr sz="2800"/>
            </a:lvl2pPr>
            <a:lvl3pPr marL="1600200" indent="-685800">
              <a:buFont typeface="+mj-lt"/>
              <a:buAutoNum type="arabicPeriod"/>
              <a:defRPr sz="2800"/>
            </a:lvl3pPr>
            <a:lvl4pPr marL="2057400" indent="-685800">
              <a:buFont typeface="+mj-lt"/>
              <a:buAutoNum type="arabicPeriod"/>
              <a:defRPr sz="2800"/>
            </a:lvl4pPr>
            <a:lvl5pPr marL="2514600" indent="-685800">
              <a:buFont typeface="+mj-lt"/>
              <a:buAutoNum type="arabicPeriod"/>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Oval 7">
            <a:extLst>
              <a:ext uri="{FF2B5EF4-FFF2-40B4-BE49-F238E27FC236}">
                <a16:creationId xmlns:a16="http://schemas.microsoft.com/office/drawing/2014/main" id="{175C8E38-E957-9E3C-9A05-717C0F009AB9}"/>
              </a:ext>
            </a:extLst>
          </p:cNvPr>
          <p:cNvSpPr/>
          <p:nvPr/>
        </p:nvSpPr>
        <p:spPr>
          <a:xfrm>
            <a:off x="9621576" y="3218512"/>
            <a:ext cx="4002642"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a:lstStyle/>
          <a:p>
            <a:endParaRPr lang="en-US"/>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3233143" y="100702"/>
            <a:ext cx="482858"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12478014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7196" y="621792"/>
            <a:ext cx="6060054" cy="1816898"/>
          </a:xfrm>
        </p:spPr>
        <p:txBody>
          <a:bodyPr anchor="t">
            <a:noAutofit/>
          </a:bodyPr>
          <a:lstStyle>
            <a:lvl1pPr>
              <a:defRPr sz="11200"/>
            </a:lvl1pPr>
          </a:lstStyle>
          <a:p>
            <a:r>
              <a:rPr lang="en-US"/>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noChangeAspect="1"/>
          </p:cNvSpPr>
          <p:nvPr>
            <p:ph type="pic" sz="quarter" idx="14" hasCustomPrompt="1"/>
          </p:nvPr>
        </p:nvSpPr>
        <p:spPr>
          <a:xfrm>
            <a:off x="0" y="0"/>
            <a:ext cx="6644972" cy="6858000"/>
          </a:xfrm>
          <a:blipFill>
            <a:blip r:embed="rId2">
              <a:alphaModFix amt="70000"/>
            </a:blip>
            <a:stretch>
              <a:fillRect/>
            </a:stretch>
          </a:blipFill>
        </p:spPr>
        <p:txBody>
          <a:bodyPr anchor="t"/>
          <a:lstStyle>
            <a:lvl1pPr>
              <a:defRPr/>
            </a:lvl1pPr>
          </a:lstStyle>
          <a:p>
            <a:endParaRP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964300" y="110365"/>
            <a:ext cx="6017894" cy="365125"/>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3233143" y="110365"/>
            <a:ext cx="482858" cy="365125"/>
          </a:xfrm>
        </p:spPr>
        <p:txBody>
          <a:bodyPr/>
          <a:lstStyle/>
          <a:p>
            <a:fld id="{CC057153-B650-4DEB-B370-79DDCFDCE934}" type="slidenum">
              <a:rPr lang="en-US" dirty="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64299" y="2740228"/>
            <a:ext cx="6644972" cy="4096512"/>
          </a:xfrm>
        </p:spPr>
        <p:txBody>
          <a:bodyPr anchor="b">
            <a:normAutofit/>
          </a:bodyPr>
          <a:lstStyle>
            <a:lvl1pPr marL="685800" indent="-685800">
              <a:buFont typeface="+mj-lt"/>
              <a:buAutoNum type="arabicPeriod"/>
              <a:defRPr sz="2800"/>
            </a:lvl1pPr>
            <a:lvl2pPr marL="1143000" indent="-685800">
              <a:buFont typeface="+mj-lt"/>
              <a:buAutoNum type="arabicPeriod"/>
              <a:defRPr sz="2800"/>
            </a:lvl2pPr>
            <a:lvl3pPr marL="1600200" indent="-685800">
              <a:buFont typeface="+mj-lt"/>
              <a:buAutoNum type="arabicPeriod"/>
              <a:defRPr sz="2800"/>
            </a:lvl3pPr>
            <a:lvl4pPr marL="2057400" indent="-685800">
              <a:buFont typeface="+mj-lt"/>
              <a:buAutoNum type="arabicPeriod"/>
              <a:defRPr sz="2800"/>
            </a:lvl4pPr>
            <a:lvl5pPr marL="2514600" indent="-685800">
              <a:buFont typeface="+mj-lt"/>
              <a:buAutoNum type="arabicPeriod"/>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115111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607101" y="987552"/>
            <a:ext cx="6037290" cy="4044508"/>
          </a:xfrm>
        </p:spPr>
        <p:txBody>
          <a:bodyPr>
            <a:normAutofit/>
          </a:bodyPr>
          <a:lstStyle>
            <a:lvl1pPr>
              <a:defRPr sz="11200"/>
            </a:lvl1pPr>
          </a:lstStyle>
          <a:p>
            <a:r>
              <a:rPr lang="en-US"/>
              <a:t>Click to edit Master title style</a:t>
            </a:r>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98669" y="100702"/>
            <a:ext cx="6037290" cy="365125"/>
          </a:xfrm>
        </p:spPr>
        <p:txBody>
          <a:bodyPr/>
          <a:lstStyle/>
          <a:p>
            <a:endParaRPr lang="en-US"/>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964300" y="100702"/>
            <a:ext cx="3308005" cy="365125"/>
          </a:xfrm>
        </p:spPr>
        <p:txBody>
          <a:bodyPr/>
          <a:lstStyle/>
          <a:p>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2493948" y="100702"/>
            <a:ext cx="482858" cy="365125"/>
          </a:xfrm>
        </p:spPr>
        <p:txBody>
          <a:bodyPr/>
          <a:lstStyle/>
          <a:p>
            <a:fld id="{CC057153-B650-4DEB-B370-79DDCFDCE934}" type="slidenum">
              <a:rPr lang="en-US" dirty="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964300" y="969264"/>
            <a:ext cx="6003847"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63983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6933" y="988980"/>
            <a:ext cx="3895738" cy="2942419"/>
          </a:xfrm>
        </p:spPr>
        <p:txBody>
          <a:bodyPr>
            <a:normAutofit/>
          </a:bodyPr>
          <a:lstStyle>
            <a:lvl1pPr>
              <a:defRPr sz="11200"/>
            </a:lvl1pPr>
          </a:lstStyle>
          <a:p>
            <a:r>
              <a:rPr lang="en-US"/>
              <a:t>Click to edit Master title style</a:t>
            </a:r>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98669" y="100702"/>
            <a:ext cx="3904002" cy="365125"/>
          </a:xfrm>
        </p:spPr>
        <p:txBody>
          <a:bodyPr/>
          <a:lstStyle/>
          <a:p>
            <a:endParaRPr lang="en-US"/>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856814" y="100702"/>
            <a:ext cx="3308005" cy="365125"/>
          </a:xfrm>
        </p:spPr>
        <p:txBody>
          <a:bodyPr/>
          <a:lstStyle/>
          <a:p>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2493948" y="100702"/>
            <a:ext cx="482858" cy="365125"/>
          </a:xfrm>
        </p:spPr>
        <p:txBody>
          <a:bodyPr/>
          <a:lstStyle/>
          <a:p>
            <a:fld id="{CC057153-B650-4DEB-B370-79DDCFDCE934}" type="slidenum">
              <a:rPr lang="en-US" dirty="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6814" y="967689"/>
            <a:ext cx="8119992"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830292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676530" y="612140"/>
            <a:ext cx="7312112" cy="1519612"/>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5404514" cy="6858000"/>
          </a:xfrm>
          <a:blipFill>
            <a:blip r:embed="rId2">
              <a:alphaModFix amt="70000"/>
            </a:blip>
            <a:stretch>
              <a:fillRect/>
            </a:stretch>
          </a:blipFill>
        </p:spPr>
        <p:txBody>
          <a:bodyPr anchor="t"/>
          <a:lstStyle>
            <a:lvl1pPr>
              <a:defRPr lang="en-US" dirty="0"/>
            </a:lvl1pPr>
          </a:lstStyle>
          <a:p>
            <a:endParaRP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742137" y="2457407"/>
            <a:ext cx="7246505" cy="3778977"/>
          </a:xfrm>
        </p:spPr>
        <p:txBody>
          <a:bodyPr anchor="t"/>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742138" y="6452991"/>
            <a:ext cx="2214422" cy="365125"/>
          </a:xfrm>
        </p:spPr>
        <p:txBody>
          <a:bodyPr anchor="b"/>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2505784" y="6452990"/>
            <a:ext cx="482858" cy="365125"/>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346073971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817017" y="621793"/>
            <a:ext cx="8159299" cy="1138769"/>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4526280" cy="6858000"/>
          </a:xfrm>
          <a:blipFill>
            <a:blip r:embed="rId2">
              <a:alphaModFix amt="70000"/>
            </a:blip>
            <a:stretch>
              <a:fillRect/>
            </a:stretch>
          </a:blipFill>
        </p:spPr>
        <p:txBody>
          <a:bodyPr anchor="t"/>
          <a:lstStyle>
            <a:lvl1pPr>
              <a:defRPr/>
            </a:lvl1pPr>
          </a:lstStyle>
          <a:p>
            <a:endParaRP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847725" y="2115404"/>
            <a:ext cx="8128592" cy="4212926"/>
          </a:xfrm>
        </p:spPr>
        <p:txBody>
          <a:bodyPr anchor="t" anchorCtr="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817018" y="6492876"/>
            <a:ext cx="2214422" cy="365125"/>
          </a:xfrm>
        </p:spPr>
        <p:txBody>
          <a:bodyPr anchor="b"/>
          <a:lstStyle/>
          <a:p>
            <a:endParaRPr lang="en-US"/>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10151891" y="6492876"/>
            <a:ext cx="1795725" cy="365125"/>
          </a:xfrm>
        </p:spPr>
        <p:txBody>
          <a:bodyPr anchor="b"/>
          <a:lstStyle/>
          <a:p>
            <a:endParaRPr lang="en-US"/>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2493459" y="6492876"/>
            <a:ext cx="482858" cy="365125"/>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143971472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610095" y="621793"/>
            <a:ext cx="8159299" cy="1138769"/>
          </a:xfrm>
        </p:spPr>
        <p:txBody>
          <a:bodyPr/>
          <a:lstStyle/>
          <a:p>
            <a:r>
              <a:rPr lang="en-US"/>
              <a:t>Click to edit Master title style</a:t>
            </a:r>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640803" y="2115404"/>
            <a:ext cx="8128592" cy="4212926"/>
          </a:xfrm>
        </p:spPr>
        <p:txBody>
          <a:bodyPr anchor="t" anchorCtr="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6C5AB1A9-786B-C92B-C6EA-63CE0AACFB1E}"/>
              </a:ext>
            </a:extLst>
          </p:cNvPr>
          <p:cNvSpPr>
            <a:spLocks noGrp="1" noChangeAspect="1"/>
          </p:cNvSpPr>
          <p:nvPr>
            <p:ph type="pic" sz="quarter" idx="13" hasCustomPrompt="1"/>
          </p:nvPr>
        </p:nvSpPr>
        <p:spPr>
          <a:xfrm>
            <a:off x="9189720" y="1"/>
            <a:ext cx="4526280" cy="6858000"/>
          </a:xfrm>
          <a:blipFill>
            <a:blip r:embed="rId2">
              <a:alphaModFix amt="70000"/>
            </a:blip>
            <a:stretch>
              <a:fillRect/>
            </a:stretch>
          </a:blipFill>
        </p:spPr>
        <p:txBody>
          <a:bodyPr anchor="t"/>
          <a:lstStyle>
            <a:lvl1pPr>
              <a:defRPr/>
            </a:lvl1pPr>
          </a:lstStyle>
          <a:p>
            <a:endParaRP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610096" y="6492876"/>
            <a:ext cx="2214422" cy="365125"/>
          </a:xfrm>
        </p:spPr>
        <p:txBody>
          <a:bodyPr/>
          <a:lstStyle/>
          <a:p>
            <a:endParaRPr lang="en-US"/>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944969" y="6492876"/>
            <a:ext cx="1795725" cy="365125"/>
          </a:xfrm>
        </p:spPr>
        <p:txBody>
          <a:bodyPr/>
          <a:lstStyle/>
          <a:p>
            <a:endParaRPr lang="en-US"/>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8286537" y="6492876"/>
            <a:ext cx="482858"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60939548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83442" y="621793"/>
            <a:ext cx="5992520" cy="1507454"/>
          </a:xfrm>
        </p:spPr>
        <p:txBody>
          <a:bodyPr anchor="t" anchorCtr="0"/>
          <a:lstStyle/>
          <a:p>
            <a:r>
              <a:rPr lang="en-US"/>
              <a:t>Click to edit Master title style</a:t>
            </a:r>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83444" y="2513110"/>
            <a:ext cx="5992518" cy="3568006"/>
          </a:xfrm>
        </p:spPr>
        <p:txBody>
          <a:bodyPr anchor="t" anchorCtr="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7">
            <a:extLst>
              <a:ext uri="{FF2B5EF4-FFF2-40B4-BE49-F238E27FC236}">
                <a16:creationId xmlns:a16="http://schemas.microsoft.com/office/drawing/2014/main" id="{6B8D4096-4B0D-5226-C004-475A83BE8BFE}"/>
              </a:ext>
            </a:extLst>
          </p:cNvPr>
          <p:cNvSpPr>
            <a:spLocks noGrp="1" noChangeAspect="1"/>
          </p:cNvSpPr>
          <p:nvPr>
            <p:ph type="pic" sz="quarter" idx="18" hasCustomPrompt="1"/>
          </p:nvPr>
        </p:nvSpPr>
        <p:spPr>
          <a:xfrm>
            <a:off x="7097447" y="0"/>
            <a:ext cx="6618553" cy="6858000"/>
          </a:xfrm>
          <a:blipFill>
            <a:blip r:embed="rId2">
              <a:alphaModFix amt="70000"/>
            </a:blip>
            <a:stretch>
              <a:fillRect/>
            </a:stretch>
          </a:blipFill>
        </p:spPr>
        <p:txBody>
          <a:bodyPr anchor="t"/>
          <a:lstStyle>
            <a:lvl1pPr>
              <a:defRPr/>
            </a:lvl1pPr>
          </a:lstStyle>
          <a:p>
            <a:endParaRP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83442" y="6450238"/>
            <a:ext cx="2214422" cy="365125"/>
          </a:xfrm>
        </p:spPr>
        <p:txBody>
          <a:bodyPr anchor="b"/>
          <a:lstStyle/>
          <a:p>
            <a:endParaRPr lang="en-US"/>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6135698" y="6464980"/>
            <a:ext cx="482858" cy="365125"/>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365960277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83836" y="621793"/>
            <a:ext cx="5002730" cy="1867629"/>
          </a:xfrm>
        </p:spPr>
        <p:txBody>
          <a:bodyPr anchor="t">
            <a:noAutofit/>
          </a:bodyPr>
          <a:lstStyle>
            <a:lvl1pPr>
              <a:defRPr sz="11200"/>
            </a:lvl1pPr>
          </a:lstStyle>
          <a:p>
            <a:r>
              <a:rPr lang="en-US"/>
              <a:t>Click to edit Master title style</a:t>
            </a:r>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611933" y="2890729"/>
            <a:ext cx="5005380"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0">
            <a:extLst>
              <a:ext uri="{FF2B5EF4-FFF2-40B4-BE49-F238E27FC236}">
                <a16:creationId xmlns:a16="http://schemas.microsoft.com/office/drawing/2014/main" id="{FBEF9CB2-E8D7-8869-9B11-C58F1606DFE0}"/>
              </a:ext>
            </a:extLst>
          </p:cNvPr>
          <p:cNvSpPr>
            <a:spLocks noGrp="1" noChangeAspect="1"/>
          </p:cNvSpPr>
          <p:nvPr>
            <p:ph type="pic" sz="quarter" idx="13" hasCustomPrompt="1"/>
          </p:nvPr>
        </p:nvSpPr>
        <p:spPr>
          <a:xfrm>
            <a:off x="6034016" y="0"/>
            <a:ext cx="7681984" cy="6858000"/>
          </a:xfrm>
          <a:blipFill>
            <a:blip r:embed="rId2">
              <a:alphaModFix amt="70000"/>
            </a:blip>
            <a:stretch>
              <a:fillRect/>
            </a:stretch>
          </a:blipFill>
        </p:spPr>
        <p:txBody>
          <a:bodyPr anchor="t"/>
          <a:lstStyle>
            <a:lvl1pPr>
              <a:defRPr/>
            </a:lvl1pPr>
          </a:lstStyle>
          <a:p>
            <a:endParaRP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80071" y="6430477"/>
            <a:ext cx="2214422" cy="379867"/>
          </a:xfrm>
        </p:spPr>
        <p:txBody>
          <a:bodyPr anchor="b"/>
          <a:lstStyle/>
          <a:p>
            <a:endParaRPr lang="en-US"/>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5134456" y="6430477"/>
            <a:ext cx="482858" cy="379867"/>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28935950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605950" y="621793"/>
            <a:ext cx="4370114" cy="2280501"/>
          </a:xfrm>
        </p:spPr>
        <p:txBody>
          <a:bodyPr anchor="t">
            <a:noAutofit/>
          </a:bodyPr>
          <a:lstStyle>
            <a:lvl1pPr>
              <a:defRPr sz="11200"/>
            </a:lvl1pPr>
          </a:lstStyle>
          <a:p>
            <a:r>
              <a:rPr lang="en-US"/>
              <a:t>Click to edit Master title style</a:t>
            </a:r>
          </a:p>
        </p:txBody>
      </p:sp>
      <p:sp>
        <p:nvSpPr>
          <p:cNvPr id="3" name="Picture Placeholder 10">
            <a:extLst>
              <a:ext uri="{FF2B5EF4-FFF2-40B4-BE49-F238E27FC236}">
                <a16:creationId xmlns:a16="http://schemas.microsoft.com/office/drawing/2014/main" id="{74736F65-8A7D-D535-AAD0-31480F8AD318}"/>
              </a:ext>
            </a:extLst>
          </p:cNvPr>
          <p:cNvSpPr>
            <a:spLocks noGrp="1" noChangeAspect="1"/>
          </p:cNvSpPr>
          <p:nvPr>
            <p:ph type="pic" sz="quarter" idx="13" hasCustomPrompt="1"/>
          </p:nvPr>
        </p:nvSpPr>
        <p:spPr>
          <a:xfrm>
            <a:off x="-1" y="0"/>
            <a:ext cx="8168185" cy="6858000"/>
          </a:xfrm>
          <a:blipFill>
            <a:blip r:embed="rId2">
              <a:alphaModFix amt="70000"/>
            </a:blip>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648462" y="3211512"/>
            <a:ext cx="4370115"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8605950" y="6456385"/>
            <a:ext cx="2214422" cy="379867"/>
          </a:xfrm>
        </p:spPr>
        <p:txBody>
          <a:bodyPr anchor="b"/>
          <a:lstStyle/>
          <a:p>
            <a:endParaRPr lang="en-US"/>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2525922" y="6456386"/>
            <a:ext cx="482858" cy="379867"/>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314726362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76072" y="3608277"/>
            <a:ext cx="4982288" cy="2620587"/>
          </a:xfrm>
        </p:spPr>
        <p:txBody>
          <a:bodyPr anchor="t">
            <a:noAutofit/>
          </a:bodyPr>
          <a:lstStyle>
            <a:lvl1pPr>
              <a:defRPr sz="11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1" y="0"/>
            <a:ext cx="13716000" cy="3429000"/>
          </a:xfrm>
          <a:blipFill>
            <a:blip r:embed="rId2">
              <a:alphaModFix amt="70000"/>
            </a:blip>
            <a:stretch>
              <a:fillRect/>
            </a:stretch>
          </a:blipFill>
        </p:spPr>
        <p:txBody>
          <a:bodyPr anchor="t"/>
          <a:lstStyle>
            <a:lvl1pPr>
              <a:defRPr/>
            </a:lvl1pPr>
          </a:lstStyle>
          <a:p>
            <a:endParaRP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926541" y="3579703"/>
            <a:ext cx="7085747" cy="2620587"/>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920500" y="6442873"/>
            <a:ext cx="2214422" cy="379867"/>
          </a:xfrm>
        </p:spPr>
        <p:txBody>
          <a:bodyPr anchor="b"/>
          <a:lstStyle/>
          <a:p>
            <a:endParaRPr lang="en-US"/>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8659170" y="6442873"/>
            <a:ext cx="2582997" cy="379867"/>
          </a:xfrm>
        </p:spPr>
        <p:txBody>
          <a:bodyPr anchor="b"/>
          <a:lstStyle/>
          <a:p>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2529430" y="6442874"/>
            <a:ext cx="482858" cy="379867"/>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16907814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76073" y="631711"/>
            <a:ext cx="12411269" cy="1115203"/>
          </a:xfrm>
        </p:spPr>
        <p:txBody>
          <a:bodyPr anchor="t">
            <a:noAutofit/>
          </a:bodyPr>
          <a:lstStyle>
            <a:lvl1pPr>
              <a:defRPr sz="11200"/>
            </a:lvl1pPr>
          </a:lstStyle>
          <a:p>
            <a:r>
              <a:rPr lang="en-US"/>
              <a:t>Click to edit Master title style</a:t>
            </a:r>
          </a:p>
        </p:txBody>
      </p:sp>
      <p:sp>
        <p:nvSpPr>
          <p:cNvPr id="13" name="Picture Placeholder 10">
            <a:extLst>
              <a:ext uri="{FF2B5EF4-FFF2-40B4-BE49-F238E27FC236}">
                <a16:creationId xmlns:a16="http://schemas.microsoft.com/office/drawing/2014/main" id="{1A9091ED-65DB-CA4C-BC68-EC773138EFA0}"/>
              </a:ext>
            </a:extLst>
          </p:cNvPr>
          <p:cNvSpPr>
            <a:spLocks noGrp="1" noChangeAspect="1"/>
          </p:cNvSpPr>
          <p:nvPr>
            <p:ph type="pic" sz="quarter" idx="18" hasCustomPrompt="1"/>
          </p:nvPr>
        </p:nvSpPr>
        <p:spPr>
          <a:xfrm>
            <a:off x="122829" y="2115404"/>
            <a:ext cx="6509982" cy="4671431"/>
          </a:xfrm>
          <a:blipFill>
            <a:blip r:embed="rId2">
              <a:alphaModFix amt="70000"/>
            </a:blip>
            <a:stretch>
              <a:fillRect/>
            </a:stretch>
          </a:blipFill>
        </p:spPr>
        <p:txBody>
          <a:bodyPr anchor="t"/>
          <a:lstStyle>
            <a:lvl1pPr>
              <a:defRPr/>
            </a:lvl1pPr>
          </a:lstStyle>
          <a:p>
            <a:endParaRP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964300" y="2115403"/>
            <a:ext cx="6023042" cy="4110888"/>
          </a:xfrm>
        </p:spPr>
        <p:txBody>
          <a:bodyPr anchor="t">
            <a:noAutofit/>
          </a:bodyPr>
          <a:lstStyle>
            <a:lvl1pPr marL="0" indent="0">
              <a:buFont typeface="Arial" panose="020B0604020202020204" pitchFamily="34" charset="0"/>
              <a:buNone/>
              <a:defRPr sz="2800"/>
            </a:lvl1pPr>
            <a:lvl2pPr marL="457200" indent="0">
              <a:buFont typeface="Arial" panose="020B0604020202020204" pitchFamily="34" charset="0"/>
              <a:buNone/>
              <a:defRPr sz="2800"/>
            </a:lvl2pPr>
            <a:lvl3pPr marL="914400" indent="0">
              <a:buFont typeface="Arial" panose="020B0604020202020204" pitchFamily="34" charset="0"/>
              <a:buNone/>
              <a:defRPr sz="2800"/>
            </a:lvl3pPr>
            <a:lvl4pPr marL="1371600" indent="0">
              <a:buFont typeface="Arial" panose="020B0604020202020204" pitchFamily="34" charset="0"/>
              <a:buNone/>
              <a:defRPr sz="2800"/>
            </a:lvl4pPr>
            <a:lvl5pPr marL="1828800" indent="0">
              <a:buFont typeface="Arial" panose="020B0604020202020204" pitchFamily="34" charset="0"/>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949604" y="6428985"/>
            <a:ext cx="5026308" cy="365125"/>
          </a:xfrm>
        </p:spPr>
        <p:txBody>
          <a:bodyPr anchor="b"/>
          <a:lstStyle/>
          <a:p>
            <a:endParaRPr lang="en-US"/>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2292704" y="6421710"/>
            <a:ext cx="694639" cy="365125"/>
          </a:xfrm>
        </p:spPr>
        <p:txBody>
          <a:bodyPr anchor="b"/>
          <a:lstStyle/>
          <a:p>
            <a:fld id="{CC057153-B650-4DEB-B370-79DDCFDCE934}" type="slidenum">
              <a:rPr lang="en-US" dirty="0"/>
              <a:pPr/>
              <a:t>‹#›</a:t>
            </a:fld>
            <a:endParaRPr lang="en-US"/>
          </a:p>
        </p:txBody>
      </p:sp>
    </p:spTree>
    <p:extLst>
      <p:ext uri="{BB962C8B-B14F-4D97-AF65-F5344CB8AC3E}">
        <p14:creationId xmlns:p14="http://schemas.microsoft.com/office/powerpoint/2010/main" val="136558002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4016" y="644000"/>
            <a:ext cx="2918869" cy="1877132"/>
          </a:xfrm>
        </p:spPr>
        <p:txBody>
          <a:bodyPr anchor="t" anchorCtr="0">
            <a:noAutofit/>
          </a:bodyPr>
          <a:lstStyle>
            <a:lvl1pPr>
              <a:defRPr sz="11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682583" y="2899954"/>
            <a:ext cx="4061720" cy="3314046"/>
          </a:xfrm>
          <a:blipFill>
            <a:blip r:embed="rId2">
              <a:alphaModFix amt="70000"/>
            </a:blip>
            <a:stretch>
              <a:fillRect/>
            </a:stretch>
          </a:blipFill>
        </p:spPr>
        <p:txBody>
          <a:bodyPr anchor="t"/>
          <a:lstStyle>
            <a:lvl1pPr marL="0" indent="0">
              <a:buNone/>
              <a:defRPr/>
            </a:lvl1pPr>
          </a:lstStyle>
          <a:p>
            <a:endParaRP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52456" y="644000"/>
            <a:ext cx="8080963"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614167" y="6438285"/>
            <a:ext cx="5936459" cy="365125"/>
          </a:xfrm>
        </p:spPr>
        <p:txBody>
          <a:bodyPr anchor="b"/>
          <a:lstStyle/>
          <a:p>
            <a:endParaRPr lang="en-US"/>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964300" y="6432497"/>
            <a:ext cx="2862089" cy="365125"/>
          </a:xfrm>
        </p:spPr>
        <p:txBody>
          <a:bodyPr anchor="b"/>
          <a:lstStyle/>
          <a:p>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2486520" y="6438285"/>
            <a:ext cx="482858" cy="365125"/>
          </a:xfrm>
        </p:spPr>
        <p:txBody>
          <a:bodyPr anchor="b"/>
          <a:lstStyle/>
          <a:p>
            <a:fld id="{CC057153-B650-4DEB-B370-79DDCFDCE934}" type="slidenum">
              <a:rPr lang="en-US" dirty="0"/>
              <a:pPr/>
              <a:t>‹#›</a:t>
            </a:fld>
            <a:endParaRPr lang="en-US"/>
          </a:p>
        </p:txBody>
      </p:sp>
    </p:spTree>
    <p:extLst>
      <p:ext uri="{BB962C8B-B14F-4D97-AF65-F5344CB8AC3E}">
        <p14:creationId xmlns:p14="http://schemas.microsoft.com/office/powerpoint/2010/main" val="603222407"/>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 y="5504688"/>
            <a:ext cx="6640489" cy="1353312"/>
          </a:xfrm>
        </p:spPr>
        <p:txBody>
          <a:bodyPr anchor="b">
            <a:normAutofit/>
          </a:bodyPr>
          <a:lstStyle>
            <a:lvl1pPr>
              <a:lnSpc>
                <a:spcPct val="120000"/>
              </a:lnSpc>
              <a:defRPr sz="4000" b="0" spc="0" baseline="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1415" y="-156950"/>
            <a:ext cx="6701904" cy="4510586"/>
          </a:xfrm>
        </p:spPr>
        <p:txBody>
          <a:bodyPr anchor="t">
            <a:normAutofit/>
          </a:bodyPr>
          <a:lstStyle>
            <a:lvl1pPr marL="0" indent="0">
              <a:lnSpc>
                <a:spcPct val="90000"/>
              </a:lnSpc>
              <a:spcBef>
                <a:spcPts val="0"/>
              </a:spcBef>
              <a:buNone/>
              <a:defRPr sz="30000" b="0" i="0">
                <a:solidFill>
                  <a:schemeClr val="tx1"/>
                </a:solidFill>
                <a:latin typeface="+mj-lt"/>
              </a:defRPr>
            </a:lvl1pPr>
          </a:lstStyle>
          <a:p>
            <a:pPr lvl="0"/>
            <a:r>
              <a:rPr lang="en-US"/>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98864" y="5852160"/>
            <a:ext cx="113157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3233143" y="100702"/>
            <a:ext cx="482858"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112334976"/>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89229" y="-1133856"/>
            <a:ext cx="11984355"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83510" y="5852160"/>
            <a:ext cx="113157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C057153-B650-4DEB-B370-79DDCFDCE934}" type="slidenum">
              <a:rPr lang="en-US" dirty="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653" y="1016759"/>
            <a:ext cx="11343030" cy="5841242"/>
          </a:xfrm>
        </p:spPr>
        <p:txBody>
          <a:bodyPr anchor="b" anchorCtr="0">
            <a:noAutofit/>
          </a:bodyPr>
          <a:lstStyle>
            <a:lvl1pPr marL="0" indent="0">
              <a:lnSpc>
                <a:spcPct val="80000"/>
              </a:lnSpc>
              <a:buNone/>
              <a:defRPr sz="11200" b="0" spc="-400" baseline="0"/>
            </a:lvl1pPr>
            <a:lvl2pPr marL="457200" indent="0">
              <a:lnSpc>
                <a:spcPct val="80000"/>
              </a:lnSpc>
              <a:buNone/>
              <a:defRPr sz="11200" b="0" spc="-400" baseline="0"/>
            </a:lvl2pPr>
            <a:lvl3pPr marL="914400" indent="0">
              <a:lnSpc>
                <a:spcPct val="80000"/>
              </a:lnSpc>
              <a:buNone/>
              <a:defRPr sz="11200" b="0" spc="-400" baseline="0"/>
            </a:lvl3pPr>
            <a:lvl4pPr marL="1371600" indent="0">
              <a:lnSpc>
                <a:spcPct val="80000"/>
              </a:lnSpc>
              <a:buNone/>
              <a:defRPr sz="11200" b="0" spc="-400" baseline="0"/>
            </a:lvl4pPr>
            <a:lvl5pPr marL="1828800" indent="0">
              <a:lnSpc>
                <a:spcPct val="80000"/>
              </a:lnSpc>
              <a:buNone/>
              <a:defRPr sz="11200" b="0" spc="-4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9098177"/>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68765" y="5852160"/>
            <a:ext cx="113157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7"/>
            <a:ext cx="6640489" cy="958073"/>
          </a:xfrm>
        </p:spPr>
        <p:txBody>
          <a:bodyPr anchor="b">
            <a:normAutofit/>
          </a:bodyPr>
          <a:lstStyle>
            <a:lvl1pPr>
              <a:lnSpc>
                <a:spcPct val="80000"/>
              </a:lnSpc>
              <a:defRPr sz="4000" spc="0" baseline="0">
                <a:solidFill>
                  <a:schemeClr val="tx1"/>
                </a:solidFill>
                <a:latin typeface="+mn-lt"/>
              </a:defRPr>
            </a:lvl1pPr>
          </a:lstStyle>
          <a:p>
            <a:r>
              <a:rPr lang="en-US"/>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20574" y="95534"/>
            <a:ext cx="10081260" cy="4476466"/>
          </a:xfrm>
        </p:spPr>
        <p:txBody>
          <a:bodyPr anchor="t">
            <a:normAutofit/>
          </a:bodyPr>
          <a:lstStyle>
            <a:lvl1pPr marL="329184" indent="-329184">
              <a:lnSpc>
                <a:spcPct val="80000"/>
              </a:lnSpc>
              <a:spcBef>
                <a:spcPts val="0"/>
              </a:spcBef>
              <a:buNone/>
              <a:defRPr sz="11200" spc="-400" baseline="0">
                <a:solidFill>
                  <a:schemeClr val="tx1"/>
                </a:solidFill>
                <a:latin typeface="+mj-lt"/>
              </a:defRPr>
            </a:lvl1pPr>
          </a:lstStyle>
          <a:p>
            <a:pPr lvl="0"/>
            <a:r>
              <a:rPr lang="en-US"/>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3233143" y="110365"/>
            <a:ext cx="482858" cy="365125"/>
          </a:xfrm>
        </p:spPr>
        <p:txBody>
          <a:bodyPr/>
          <a:lstStyle/>
          <a:p>
            <a:fld id="{CC057153-B650-4DEB-B370-79DDCFDCE934}" type="slidenum">
              <a:rPr lang="en-US" dirty="0"/>
              <a:pPr/>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967159" y="6392565"/>
            <a:ext cx="3492974" cy="365125"/>
          </a:xfrm>
        </p:spPr>
        <p:txBody>
          <a:bodyPr anchor="b"/>
          <a:lstStyle/>
          <a:p>
            <a:endParaRPr lang="en-US"/>
          </a:p>
        </p:txBody>
      </p:sp>
    </p:spTree>
    <p:extLst>
      <p:ext uri="{BB962C8B-B14F-4D97-AF65-F5344CB8AC3E}">
        <p14:creationId xmlns:p14="http://schemas.microsoft.com/office/powerpoint/2010/main" val="3657784044"/>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76072" y="987552"/>
            <a:ext cx="3898773" cy="294436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96647" y="110365"/>
            <a:ext cx="3909060" cy="365125"/>
          </a:xfrm>
        </p:spPr>
        <p:txBody>
          <a:bodyPr/>
          <a:lstStyle/>
          <a:p>
            <a:endParaRPr lang="en-US"/>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855465" y="104577"/>
            <a:ext cx="5441493" cy="365125"/>
          </a:xfrm>
        </p:spPr>
        <p:txBody>
          <a:bodyPr/>
          <a:lstStyle/>
          <a:p>
            <a:endParaRPr lang="en-US"/>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CC057153-B650-4DEB-B370-79DDCFDCE934}" type="slidenum">
              <a:rPr lang="en-US" dirty="0"/>
              <a:pPr/>
              <a:t>‹#›</a:t>
            </a:fld>
            <a:endParaRPr lang="en-US"/>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855462" y="987552"/>
            <a:ext cx="8377678"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855463" y="3931920"/>
            <a:ext cx="8377677"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044182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76072" y="630936"/>
            <a:ext cx="12395835" cy="108835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96646" y="110365"/>
            <a:ext cx="5936459" cy="365125"/>
          </a:xfrm>
        </p:spPr>
        <p:txBody>
          <a:bodyPr/>
          <a:lstStyle/>
          <a:p>
            <a:endParaRPr lang="en-US"/>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964300" y="104577"/>
            <a:ext cx="5441493" cy="365125"/>
          </a:xfrm>
        </p:spPr>
        <p:txBody>
          <a:bodyPr/>
          <a:lstStyle/>
          <a:p>
            <a:endParaRPr lang="en-US"/>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CC057153-B650-4DEB-B370-79DDCFDCE934}" type="slidenum">
              <a:rPr lang="en-US" dirty="0"/>
              <a:pPr/>
              <a:t>‹#›</a:t>
            </a:fld>
            <a:endParaRPr lang="en-US"/>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96646" y="2286001"/>
            <a:ext cx="5832729" cy="534033"/>
          </a:xfrm>
        </p:spPr>
        <p:txBody>
          <a:bodyPr/>
          <a:lstStyle/>
          <a:p>
            <a:endParaRPr lang="en-US"/>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96645" y="2980944"/>
            <a:ext cx="5831087"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964299" y="2286001"/>
            <a:ext cx="5831087" cy="534033"/>
          </a:xfrm>
        </p:spPr>
        <p:txBody>
          <a:bodyPr/>
          <a:lstStyle/>
          <a:p>
            <a:endParaRPr lang="en-US"/>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964299" y="2980944"/>
            <a:ext cx="5831087"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590861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65785" y="644663"/>
            <a:ext cx="12426696" cy="108835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96646" y="109729"/>
            <a:ext cx="5936459" cy="365125"/>
          </a:xfrm>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2635920" y="110365"/>
            <a:ext cx="482858"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589217296"/>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2"/>
            <a:ext cx="6635959" cy="365125"/>
          </a:xfrm>
        </p:spPr>
        <p:txBody>
          <a:bodyPr/>
          <a:lstStyle/>
          <a:p>
            <a:endParaRPr lang="en-US"/>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995161" y="100702"/>
            <a:ext cx="5998501" cy="365125"/>
          </a:xfrm>
        </p:spPr>
        <p:txBody>
          <a:bodyPr/>
          <a:lstStyle/>
          <a:p>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3233143" y="100702"/>
            <a:ext cx="482858"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37121389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167" y="655094"/>
            <a:ext cx="12355210" cy="1528549"/>
          </a:xfrm>
        </p:spPr>
        <p:txBody>
          <a:bodyPr anchor="t">
            <a:noAutofit/>
          </a:bodyPr>
          <a:lstStyle>
            <a:lvl1pPr>
              <a:defRPr sz="112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4167" y="2497541"/>
            <a:ext cx="12355210" cy="338464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614167" y="6438285"/>
            <a:ext cx="5936459" cy="365125"/>
          </a:xfrm>
        </p:spPr>
        <p:txBody>
          <a:bodyPr/>
          <a:lstStyle/>
          <a:p>
            <a:endParaRPr lang="en-US"/>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964300" y="6432497"/>
            <a:ext cx="2862089" cy="365125"/>
          </a:xfrm>
        </p:spPr>
        <p:txBody>
          <a:bodyPr/>
          <a:lstStyle/>
          <a:p>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2486520" y="6438285"/>
            <a:ext cx="482858" cy="365125"/>
          </a:xfrm>
        </p:spPr>
        <p:txBody>
          <a:bodyPr/>
          <a:lstStyle/>
          <a:p>
            <a:fld id="{CC057153-B650-4DEB-B370-79DDCFDCE934}" type="slidenum">
              <a:rPr lang="en-US" dirty="0"/>
              <a:pPr/>
              <a:t>‹#›</a:t>
            </a:fld>
            <a:endParaRPr lang="en-US"/>
          </a:p>
        </p:txBody>
      </p:sp>
    </p:spTree>
    <p:extLst>
      <p:ext uri="{BB962C8B-B14F-4D97-AF65-F5344CB8AC3E}">
        <p14:creationId xmlns:p14="http://schemas.microsoft.com/office/powerpoint/2010/main" val="287130073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83443" y="2883090"/>
            <a:ext cx="8709582" cy="1842020"/>
          </a:xfrm>
        </p:spPr>
        <p:txBody>
          <a:bodyPr anchor="b">
            <a:noAutofit/>
          </a:bodyPr>
          <a:lstStyle>
            <a:lvl1pPr>
              <a:defRPr sz="11200"/>
            </a:lvl1pPr>
          </a:lstStyle>
          <a:p>
            <a:r>
              <a:rPr lang="en-US"/>
              <a:t>Click to edit Master title style</a:t>
            </a:r>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604019" y="100702"/>
            <a:ext cx="6031940" cy="365125"/>
          </a:xfrm>
        </p:spPr>
        <p:txBody>
          <a:bodyPr/>
          <a:lstStyle/>
          <a:p>
            <a:endParaRPr lang="en-US"/>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995161" y="100702"/>
            <a:ext cx="2841784" cy="365125"/>
          </a:xfrm>
        </p:spPr>
        <p:txBody>
          <a:bodyPr/>
          <a:lstStyle/>
          <a:p>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04018" y="4922112"/>
            <a:ext cx="8709581" cy="1279615"/>
          </a:xfrm>
        </p:spPr>
        <p:txBody>
          <a:bodyPr anchor="t">
            <a:noAutofit/>
          </a:bodyPr>
          <a:lstStyle>
            <a:lvl1pPr marL="0" indent="0">
              <a:buNone/>
              <a:defRPr sz="2800"/>
            </a:lvl1pPr>
            <a:lvl2pPr marL="457200" indent="0">
              <a:buNone/>
              <a:defRPr sz="2800"/>
            </a:lvl2pPr>
            <a:lvl3pPr marL="914400" indent="0">
              <a:buNone/>
              <a:defRPr sz="2800"/>
            </a:lvl3pPr>
            <a:lvl4pPr marL="1371600" indent="0">
              <a:buNone/>
              <a:defRPr sz="2800"/>
            </a:lvl4pPr>
            <a:lvl5pPr marL="1828800" indent="0">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3233143" y="6392175"/>
            <a:ext cx="482858" cy="365125"/>
          </a:xfrm>
        </p:spPr>
        <p:txBody>
          <a:bodyPr anchor="b"/>
          <a:lstStyle/>
          <a:p>
            <a:fld id="{CC057153-B650-4DEB-B370-79DDCFDCE934}" type="slidenum">
              <a:rPr lang="en-US" dirty="0"/>
              <a:t>‹#›</a:t>
            </a:fld>
            <a:endParaRPr lang="en-US"/>
          </a:p>
        </p:txBody>
      </p:sp>
      <p:sp>
        <p:nvSpPr>
          <p:cNvPr id="3" name="Oval 2">
            <a:extLst>
              <a:ext uri="{FF2B5EF4-FFF2-40B4-BE49-F238E27FC236}">
                <a16:creationId xmlns:a16="http://schemas.microsoft.com/office/drawing/2014/main" id="{D3CF16D9-01F3-6CE6-7291-C344E099BBD0}"/>
              </a:ext>
            </a:extLst>
          </p:cNvPr>
          <p:cNvSpPr/>
          <p:nvPr/>
        </p:nvSpPr>
        <p:spPr>
          <a:xfrm>
            <a:off x="9510951" y="100701"/>
            <a:ext cx="4002642"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1292118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over (Ciena Red)">
    <p:bg>
      <p:bgPr>
        <a:solidFill>
          <a:schemeClr val="accent1"/>
        </a:solidFill>
        <a:effectLst/>
      </p:bgPr>
    </p:bg>
    <p:spTree>
      <p:nvGrpSpPr>
        <p:cNvPr id="1" name=""/>
        <p:cNvGrpSpPr/>
        <p:nvPr/>
      </p:nvGrpSpPr>
      <p:grpSpPr>
        <a:xfrm>
          <a:off x="0" y="0"/>
          <a:ext cx="0" cy="0"/>
          <a:chOff x="0" y="0"/>
          <a:chExt cx="0" cy="0"/>
        </a:xfrm>
      </p:grpSpPr>
      <p:sp>
        <p:nvSpPr>
          <p:cNvPr id="19" name="Text Placeholder 2">
            <a:extLst>
              <a:ext uri="{FF2B5EF4-FFF2-40B4-BE49-F238E27FC236}">
                <a16:creationId xmlns:a16="http://schemas.microsoft.com/office/drawing/2014/main" id="{2440FFD4-1241-3F14-41C8-CA2E5FC5459A}"/>
              </a:ext>
            </a:extLst>
          </p:cNvPr>
          <p:cNvSpPr>
            <a:spLocks noGrp="1"/>
          </p:cNvSpPr>
          <p:nvPr>
            <p:ph idx="12"/>
          </p:nvPr>
        </p:nvSpPr>
        <p:spPr>
          <a:xfrm>
            <a:off x="762000" y="5840816"/>
            <a:ext cx="7183438" cy="395140"/>
          </a:xfrm>
          <a:prstGeom prst="rect">
            <a:avLst/>
          </a:prstGeom>
        </p:spPr>
        <p:txBody>
          <a:bodyPr vert="horz" lIns="0" tIns="91440" rIns="91440" bIns="91440" rtlCol="0">
            <a:noAutofit/>
          </a:bodyPr>
          <a:lstStyle>
            <a:lvl1pPr marL="0" indent="0">
              <a:buNone/>
              <a:defRPr sz="16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Click to edit Master text styles</a:t>
            </a:r>
          </a:p>
        </p:txBody>
      </p:sp>
      <p:sp>
        <p:nvSpPr>
          <p:cNvPr id="2" name="Text Placeholder 2">
            <a:extLst>
              <a:ext uri="{FF2B5EF4-FFF2-40B4-BE49-F238E27FC236}">
                <a16:creationId xmlns:a16="http://schemas.microsoft.com/office/drawing/2014/main" id="{88A97426-8B2E-5A6D-B774-A18D0369988D}"/>
              </a:ext>
            </a:extLst>
          </p:cNvPr>
          <p:cNvSpPr>
            <a:spLocks noGrp="1"/>
          </p:cNvSpPr>
          <p:nvPr>
            <p:ph type="body" idx="1"/>
          </p:nvPr>
        </p:nvSpPr>
        <p:spPr>
          <a:xfrm>
            <a:off x="762001" y="3776664"/>
            <a:ext cx="10415587" cy="1500187"/>
          </a:xfrm>
        </p:spPr>
        <p:txBody>
          <a:bodyPr lIns="0" tIns="91440" bIns="91440"/>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3" name="Title 1">
            <a:extLst>
              <a:ext uri="{FF2B5EF4-FFF2-40B4-BE49-F238E27FC236}">
                <a16:creationId xmlns:a16="http://schemas.microsoft.com/office/drawing/2014/main" id="{917DAC88-F361-7312-D7D9-BBE929A76F74}"/>
              </a:ext>
            </a:extLst>
          </p:cNvPr>
          <p:cNvSpPr>
            <a:spLocks noGrp="1"/>
          </p:cNvSpPr>
          <p:nvPr>
            <p:ph type="title"/>
          </p:nvPr>
        </p:nvSpPr>
        <p:spPr>
          <a:xfrm>
            <a:off x="762001" y="1760539"/>
            <a:ext cx="10415587" cy="1978342"/>
          </a:xfrm>
        </p:spPr>
        <p:txBody>
          <a:bodyPr lIns="0" tIns="91440" bIns="91440" anchor="b"/>
          <a:lstStyle>
            <a:lvl1pPr>
              <a:defRPr sz="6000">
                <a:solidFill>
                  <a:schemeClr val="bg1"/>
                </a:solidFill>
              </a:defRPr>
            </a:lvl1pPr>
          </a:lstStyle>
          <a:p>
            <a:r>
              <a:rPr lang="en-US"/>
              <a:t>Click to edit Master title style</a:t>
            </a:r>
          </a:p>
        </p:txBody>
      </p:sp>
      <p:grpSp>
        <p:nvGrpSpPr>
          <p:cNvPr id="9" name="Group 8">
            <a:extLst>
              <a:ext uri="{FF2B5EF4-FFF2-40B4-BE49-F238E27FC236}">
                <a16:creationId xmlns:a16="http://schemas.microsoft.com/office/drawing/2014/main" id="{AF5A03AB-6929-456C-1143-1A65CC2D3CAF}"/>
              </a:ext>
            </a:extLst>
          </p:cNvPr>
          <p:cNvGrpSpPr/>
          <p:nvPr userDrawn="1"/>
        </p:nvGrpSpPr>
        <p:grpSpPr>
          <a:xfrm>
            <a:off x="0" y="0"/>
            <a:ext cx="381000" cy="6858000"/>
            <a:chOff x="0" y="0"/>
            <a:chExt cx="381000" cy="6858000"/>
          </a:xfrm>
        </p:grpSpPr>
        <p:sp>
          <p:nvSpPr>
            <p:cNvPr id="10" name="Rectangle 9">
              <a:extLst>
                <a:ext uri="{FF2B5EF4-FFF2-40B4-BE49-F238E27FC236}">
                  <a16:creationId xmlns:a16="http://schemas.microsoft.com/office/drawing/2014/main" id="{5ED0FA43-6D1E-5D64-94B7-610581901C38}"/>
                </a:ext>
              </a:extLst>
            </p:cNvPr>
            <p:cNvSpPr/>
            <p:nvPr userDrawn="1"/>
          </p:nvSpPr>
          <p:spPr>
            <a:xfrm>
              <a:off x="0" y="1136822"/>
              <a:ext cx="381000" cy="5721178"/>
            </a:xfrm>
            <a:prstGeom prst="rect">
              <a:avLst/>
            </a:prstGeom>
            <a:solidFill>
              <a:srgbClr val="B9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1" name="Rectangle 10">
              <a:extLst>
                <a:ext uri="{FF2B5EF4-FFF2-40B4-BE49-F238E27FC236}">
                  <a16:creationId xmlns:a16="http://schemas.microsoft.com/office/drawing/2014/main" id="{4E75E0B5-2AC0-DE24-1A25-8866F9528228}"/>
                </a:ext>
              </a:extLst>
            </p:cNvPr>
            <p:cNvSpPr/>
            <p:nvPr userDrawn="1"/>
          </p:nvSpPr>
          <p:spPr>
            <a:xfrm>
              <a:off x="0" y="0"/>
              <a:ext cx="381000" cy="381000"/>
            </a:xfrm>
            <a:prstGeom prst="rect">
              <a:avLst/>
            </a:prstGeom>
            <a:solidFill>
              <a:srgbClr val="5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2" name="Rectangle 11">
              <a:extLst>
                <a:ext uri="{FF2B5EF4-FFF2-40B4-BE49-F238E27FC236}">
                  <a16:creationId xmlns:a16="http://schemas.microsoft.com/office/drawing/2014/main" id="{7431A1E8-EA64-EEF5-D9E6-AEE6A06561C4}"/>
                </a:ext>
              </a:extLst>
            </p:cNvPr>
            <p:cNvSpPr/>
            <p:nvPr userDrawn="1"/>
          </p:nvSpPr>
          <p:spPr>
            <a:xfrm>
              <a:off x="0" y="381000"/>
              <a:ext cx="381000" cy="381000"/>
            </a:xfrm>
            <a:prstGeom prst="rect">
              <a:avLst/>
            </a:prstGeom>
            <a:solidFill>
              <a:srgbClr val="7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3" name="Rectangle 12">
              <a:extLst>
                <a:ext uri="{FF2B5EF4-FFF2-40B4-BE49-F238E27FC236}">
                  <a16:creationId xmlns:a16="http://schemas.microsoft.com/office/drawing/2014/main" id="{863181AE-50A3-3844-5810-D2DED5A2FCE6}"/>
                </a:ext>
              </a:extLst>
            </p:cNvPr>
            <p:cNvSpPr/>
            <p:nvPr userDrawn="1"/>
          </p:nvSpPr>
          <p:spPr>
            <a:xfrm>
              <a:off x="0" y="762000"/>
              <a:ext cx="381000" cy="381000"/>
            </a:xfrm>
            <a:prstGeom prst="rect">
              <a:avLst/>
            </a:prstGeom>
            <a:solidFill>
              <a:srgbClr val="960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grpSp>
    </p:spTree>
    <p:extLst>
      <p:ext uri="{BB962C8B-B14F-4D97-AF65-F5344CB8AC3E}">
        <p14:creationId xmlns:p14="http://schemas.microsoft.com/office/powerpoint/2010/main" val="4096269697"/>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with Bullets">
    <p:spTree>
      <p:nvGrpSpPr>
        <p:cNvPr id="1" name=""/>
        <p:cNvGrpSpPr/>
        <p:nvPr/>
      </p:nvGrpSpPr>
      <p:grpSpPr>
        <a:xfrm>
          <a:off x="0" y="0"/>
          <a:ext cx="0" cy="0"/>
          <a:chOff x="0" y="0"/>
          <a:chExt cx="0" cy="0"/>
        </a:xfrm>
      </p:grpSpPr>
      <p:sp>
        <p:nvSpPr>
          <p:cNvPr id="4" name="Red 3">
            <a:extLst>
              <a:ext uri="{FF2B5EF4-FFF2-40B4-BE49-F238E27FC236}">
                <a16:creationId xmlns:a16="http://schemas.microsoft.com/office/drawing/2014/main" id="{A836C3DE-E012-B7CB-39F3-4F6445511518}"/>
              </a:ext>
            </a:extLst>
          </p:cNvPr>
          <p:cNvSpPr/>
          <p:nvPr userDrawn="1"/>
        </p:nvSpPr>
        <p:spPr>
          <a:xfrm>
            <a:off x="0" y="0"/>
            <a:ext cx="429923" cy="6858000"/>
          </a:xfrm>
          <a:prstGeom prst="rect">
            <a:avLst/>
          </a:prstGeom>
          <a:solidFill>
            <a:srgbClr val="B9010E"/>
          </a:solidFill>
          <a:ln w="12700">
            <a:miter lim="400000"/>
          </a:ln>
        </p:spPr>
        <p:txBody>
          <a:bodyPr lIns="25397" tIns="25397" rIns="25397" bIns="25397" anchor="ctr"/>
          <a:lstStyle/>
          <a:p>
            <a:pPr marL="0" marR="0" lvl="0" indent="0" algn="ctr" defTabSz="914400" eaLnBrk="1" fontAlgn="auto" latinLnBrk="0" hangingPunct="1">
              <a:lnSpc>
                <a:spcPct val="100000"/>
              </a:lnSpc>
              <a:spcBef>
                <a:spcPts val="0"/>
              </a:spcBef>
              <a:spcAft>
                <a:spcPts val="0"/>
              </a:spcAft>
              <a:buClrTx/>
              <a:buSzTx/>
              <a:buFontTx/>
              <a:buNone/>
              <a:tabLst/>
              <a:defRPr sz="3600">
                <a:solidFill>
                  <a:srgbClr val="FFFFFF"/>
                </a:solidFill>
                <a:latin typeface="Inter Regular ExtraLight"/>
                <a:ea typeface="Inter Regular ExtraLight"/>
                <a:cs typeface="Inter Regular ExtraLight"/>
                <a:sym typeface="Inter Regular ExtraLight"/>
              </a:defRPr>
            </a:pPr>
            <a:endParaRPr kumimoji="0" sz="3600" b="0" i="0" u="none" strike="noStrike" kern="0" cap="none" spc="0" normalizeH="0" baseline="0" noProof="0">
              <a:ln>
                <a:noFill/>
              </a:ln>
              <a:solidFill>
                <a:srgbClr val="FFFFFF"/>
              </a:solidFill>
              <a:effectLst/>
              <a:uLnTx/>
              <a:uFillTx/>
              <a:latin typeface="+mj-lt"/>
              <a:ea typeface="Inter Light" panose="02000503000000020004" pitchFamily="2" charset="0"/>
              <a:cs typeface="Inter Regular ExtraLight"/>
              <a:sym typeface="Inter Regular ExtraLight"/>
            </a:endParaRPr>
          </a:p>
        </p:txBody>
      </p:sp>
      <p:sp>
        <p:nvSpPr>
          <p:cNvPr id="9" name="Red 2">
            <a:extLst>
              <a:ext uri="{FF2B5EF4-FFF2-40B4-BE49-F238E27FC236}">
                <a16:creationId xmlns:a16="http://schemas.microsoft.com/office/drawing/2014/main" id="{D050BBA6-ECE5-05A6-B266-396EC2587FFF}"/>
              </a:ext>
            </a:extLst>
          </p:cNvPr>
          <p:cNvSpPr/>
          <p:nvPr userDrawn="1"/>
        </p:nvSpPr>
        <p:spPr>
          <a:xfrm>
            <a:off x="0" y="1"/>
            <a:ext cx="429923" cy="1014111"/>
          </a:xfrm>
          <a:prstGeom prst="rect">
            <a:avLst/>
          </a:prstGeom>
          <a:solidFill>
            <a:srgbClr val="DC0000"/>
          </a:solidFill>
          <a:ln w="12700">
            <a:miter lim="400000"/>
          </a:ln>
        </p:spPr>
        <p:txBody>
          <a:bodyPr lIns="25397" tIns="25397" rIns="25397" bIns="25397" anchor="ctr"/>
          <a:lstStyle/>
          <a:p>
            <a:pPr marL="0" marR="0" lvl="0" indent="0" algn="ctr" defTabSz="914400" eaLnBrk="1" fontAlgn="auto" latinLnBrk="0" hangingPunct="1">
              <a:lnSpc>
                <a:spcPct val="100000"/>
              </a:lnSpc>
              <a:spcBef>
                <a:spcPts val="0"/>
              </a:spcBef>
              <a:spcAft>
                <a:spcPts val="0"/>
              </a:spcAft>
              <a:buClrTx/>
              <a:buSzTx/>
              <a:buFontTx/>
              <a:buNone/>
              <a:tabLst/>
              <a:defRPr sz="3600">
                <a:solidFill>
                  <a:srgbClr val="FFFFFF"/>
                </a:solidFill>
                <a:latin typeface="Inter Regular ExtraLight"/>
                <a:ea typeface="Inter Regular ExtraLight"/>
                <a:cs typeface="Inter Regular ExtraLight"/>
                <a:sym typeface="Inter Regular ExtraLight"/>
              </a:defRPr>
            </a:pPr>
            <a:endParaRPr kumimoji="0" sz="3600" b="0" i="0" u="none" strike="noStrike" kern="0" cap="none" spc="0" normalizeH="0" baseline="0" noProof="0">
              <a:ln>
                <a:noFill/>
              </a:ln>
              <a:solidFill>
                <a:srgbClr val="FFFFFF"/>
              </a:solidFill>
              <a:effectLst/>
              <a:uLnTx/>
              <a:uFillTx/>
              <a:latin typeface="+mj-lt"/>
              <a:ea typeface="Inter Light" panose="02000503000000020004" pitchFamily="2" charset="0"/>
              <a:cs typeface="Inter Regular ExtraLight"/>
              <a:sym typeface="Inter Regular ExtraLight"/>
            </a:endParaRPr>
          </a:p>
        </p:txBody>
      </p:sp>
      <p:sp>
        <p:nvSpPr>
          <p:cNvPr id="2" name="Title 1">
            <a:extLst>
              <a:ext uri="{FF2B5EF4-FFF2-40B4-BE49-F238E27FC236}">
                <a16:creationId xmlns:a16="http://schemas.microsoft.com/office/drawing/2014/main" id="{43C2E0CF-948C-FC37-27A7-1A42C43A1F41}"/>
              </a:ext>
            </a:extLst>
          </p:cNvPr>
          <p:cNvSpPr>
            <a:spLocks noGrp="1"/>
          </p:cNvSpPr>
          <p:nvPr>
            <p:ph type="title"/>
          </p:nvPr>
        </p:nvSpPr>
        <p:spPr/>
        <p:txBody>
          <a:bodyPr/>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6D443D1B-24FD-19B8-2783-C5449863D3CD}"/>
              </a:ext>
            </a:extLst>
          </p:cNvPr>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4">
            <a:extLst>
              <a:ext uri="{FF2B5EF4-FFF2-40B4-BE49-F238E27FC236}">
                <a16:creationId xmlns:a16="http://schemas.microsoft.com/office/drawing/2014/main" id="{3FB0A1F2-5A17-116C-FA73-C5C023048447}"/>
              </a:ext>
            </a:extLst>
          </p:cNvPr>
          <p:cNvSpPr txBox="1">
            <a:spLocks/>
          </p:cNvSpPr>
          <p:nvPr userDrawn="1"/>
        </p:nvSpPr>
        <p:spPr>
          <a:xfrm>
            <a:off x="0" y="6558189"/>
            <a:ext cx="432054" cy="182880"/>
          </a:xfrm>
          <a:prstGeom prst="rect">
            <a:avLst/>
          </a:prstGeom>
        </p:spPr>
        <p:txBody>
          <a:bodyPr vert="horz" lIns="0" tIns="45720" rIns="0" bIns="45720" rtlCol="0" anchor="ctr"/>
          <a:lstStyle>
            <a:defPPr>
              <a:defRPr lang="en-US"/>
            </a:defPPr>
            <a:lvl1pPr marL="0" algn="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7915F22-A628-4E8E-9DBD-986B65DD8195}" type="slidenum">
              <a:rPr kumimoji="0" lang="en-US" sz="700" b="0" i="0" u="none" strike="noStrike" kern="1200" cap="none" spc="0" normalizeH="0" baseline="0" noProof="0" smtClean="0">
                <a:ln>
                  <a:noFill/>
                </a:ln>
                <a:solidFill>
                  <a:schemeClr val="bg1"/>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chemeClr val="bg1"/>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460821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Image 1/2 (White)">
    <p:bg>
      <p:bgPr>
        <a:solidFill>
          <a:schemeClr val="bg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A6993D94-3F3C-E22E-C28F-A8763106B48C}"/>
              </a:ext>
            </a:extLst>
          </p:cNvPr>
          <p:cNvSpPr>
            <a:spLocks noGrp="1"/>
          </p:cNvSpPr>
          <p:nvPr>
            <p:ph type="pic" sz="quarter" idx="10"/>
          </p:nvPr>
        </p:nvSpPr>
        <p:spPr>
          <a:xfrm>
            <a:off x="6858000" y="0"/>
            <a:ext cx="6858000" cy="6858000"/>
          </a:xfrm>
          <a:solidFill>
            <a:srgbClr val="828282"/>
          </a:solidFill>
        </p:spPr>
        <p:txBody>
          <a:bodyPr/>
          <a:lstStyle/>
          <a:p>
            <a:r>
              <a:rPr lang="en-US"/>
              <a:t>Click icon to add picture</a:t>
            </a:r>
          </a:p>
        </p:txBody>
      </p:sp>
      <p:sp>
        <p:nvSpPr>
          <p:cNvPr id="7" name="Content Placeholder 2">
            <a:extLst>
              <a:ext uri="{FF2B5EF4-FFF2-40B4-BE49-F238E27FC236}">
                <a16:creationId xmlns:a16="http://schemas.microsoft.com/office/drawing/2014/main" id="{7859951E-7AF8-3E3F-4B52-A1E0A0E51928}"/>
              </a:ext>
            </a:extLst>
          </p:cNvPr>
          <p:cNvSpPr>
            <a:spLocks noGrp="1"/>
          </p:cNvSpPr>
          <p:nvPr>
            <p:ph sz="half" idx="1"/>
          </p:nvPr>
        </p:nvSpPr>
        <p:spPr>
          <a:xfrm>
            <a:off x="762001" y="2052000"/>
            <a:ext cx="5018088" cy="4044000"/>
          </a:xfrm>
        </p:spPr>
        <p:txBody>
          <a:bodyPr lIns="0" tIns="91440" bIns="91440">
            <a:normAutofit/>
          </a:bodyPr>
          <a:lstStyle>
            <a:lvl1pPr>
              <a:defRPr sz="2000">
                <a:solidFill>
                  <a:schemeClr val="tx1"/>
                </a:solidFill>
              </a:defRPr>
            </a:lvl1pPr>
            <a:lvl2pPr>
              <a:buClr>
                <a:schemeClr val="tx1"/>
              </a:buClr>
              <a:defRPr sz="1600">
                <a:solidFill>
                  <a:schemeClr val="tx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p:txBody>
      </p:sp>
      <p:sp>
        <p:nvSpPr>
          <p:cNvPr id="8" name="Title Placeholder 1">
            <a:extLst>
              <a:ext uri="{FF2B5EF4-FFF2-40B4-BE49-F238E27FC236}">
                <a16:creationId xmlns:a16="http://schemas.microsoft.com/office/drawing/2014/main" id="{D95FB09C-8B9A-30D6-810D-FDC0E69F5648}"/>
              </a:ext>
            </a:extLst>
          </p:cNvPr>
          <p:cNvSpPr>
            <a:spLocks noGrp="1"/>
          </p:cNvSpPr>
          <p:nvPr>
            <p:ph type="title"/>
          </p:nvPr>
        </p:nvSpPr>
        <p:spPr>
          <a:xfrm>
            <a:off x="762000" y="329514"/>
            <a:ext cx="5018087" cy="779842"/>
          </a:xfrm>
          <a:prstGeom prst="rect">
            <a:avLst/>
          </a:prstGeom>
        </p:spPr>
        <p:txBody>
          <a:bodyPr vert="horz" lIns="0" tIns="91440" rIns="91440" bIns="91440" rtlCol="0" anchor="t" anchorCtr="0">
            <a:noAutofit/>
          </a:bodyPr>
          <a:lstStyle>
            <a:lvl1pPr>
              <a:defRPr lang="en-US" sz="3400" b="0" i="0" kern="1200" dirty="0">
                <a:solidFill>
                  <a:schemeClr val="tx1"/>
                </a:solidFill>
                <a:latin typeface="Aptos Light" panose="020B0004020202020204" pitchFamily="34" charset="0"/>
                <a:ea typeface="Inter Medium" panose="02000503000000020004" pitchFamily="2" charset="0"/>
                <a:cs typeface="+mj-cs"/>
              </a:defRPr>
            </a:lvl1pPr>
          </a:lstStyle>
          <a:p>
            <a:r>
              <a:rPr lang="en-US"/>
              <a:t>Click to edit Master title style</a:t>
            </a:r>
          </a:p>
        </p:txBody>
      </p:sp>
      <p:sp>
        <p:nvSpPr>
          <p:cNvPr id="4" name="Slide Number Placeholder 6">
            <a:extLst>
              <a:ext uri="{FF2B5EF4-FFF2-40B4-BE49-F238E27FC236}">
                <a16:creationId xmlns:a16="http://schemas.microsoft.com/office/drawing/2014/main" id="{C514B7E8-9FFA-149D-E14D-EB81D3D73867}"/>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Tree>
    <p:extLst>
      <p:ext uri="{BB962C8B-B14F-4D97-AF65-F5344CB8AC3E}">
        <p14:creationId xmlns:p14="http://schemas.microsoft.com/office/powerpoint/2010/main" val="805220284"/>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hank you (Ciena Red))">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84BACC4-75FC-5237-096C-D1DAFE69EDE7}"/>
              </a:ext>
            </a:extLst>
          </p:cNvPr>
          <p:cNvGrpSpPr/>
          <p:nvPr userDrawn="1"/>
        </p:nvGrpSpPr>
        <p:grpSpPr>
          <a:xfrm>
            <a:off x="0" y="0"/>
            <a:ext cx="381000" cy="6858000"/>
            <a:chOff x="0" y="0"/>
            <a:chExt cx="381000" cy="6858000"/>
          </a:xfrm>
        </p:grpSpPr>
        <p:sp>
          <p:nvSpPr>
            <p:cNvPr id="5" name="Rectangle 4">
              <a:extLst>
                <a:ext uri="{FF2B5EF4-FFF2-40B4-BE49-F238E27FC236}">
                  <a16:creationId xmlns:a16="http://schemas.microsoft.com/office/drawing/2014/main" id="{38F989EF-F675-9402-1741-C7B38923DD2D}"/>
                </a:ext>
              </a:extLst>
            </p:cNvPr>
            <p:cNvSpPr/>
            <p:nvPr userDrawn="1"/>
          </p:nvSpPr>
          <p:spPr>
            <a:xfrm>
              <a:off x="0" y="1136822"/>
              <a:ext cx="381000" cy="5721178"/>
            </a:xfrm>
            <a:prstGeom prst="rect">
              <a:avLst/>
            </a:prstGeom>
            <a:solidFill>
              <a:srgbClr val="B9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8" name="Rectangle 7">
              <a:extLst>
                <a:ext uri="{FF2B5EF4-FFF2-40B4-BE49-F238E27FC236}">
                  <a16:creationId xmlns:a16="http://schemas.microsoft.com/office/drawing/2014/main" id="{6E1C8765-0E3F-75D0-34AB-EF953C926514}"/>
                </a:ext>
              </a:extLst>
            </p:cNvPr>
            <p:cNvSpPr/>
            <p:nvPr userDrawn="1"/>
          </p:nvSpPr>
          <p:spPr>
            <a:xfrm>
              <a:off x="0" y="0"/>
              <a:ext cx="381000" cy="381000"/>
            </a:xfrm>
            <a:prstGeom prst="rect">
              <a:avLst/>
            </a:prstGeom>
            <a:solidFill>
              <a:srgbClr val="5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0" name="Rectangle 9">
              <a:extLst>
                <a:ext uri="{FF2B5EF4-FFF2-40B4-BE49-F238E27FC236}">
                  <a16:creationId xmlns:a16="http://schemas.microsoft.com/office/drawing/2014/main" id="{DB1FFD29-8F8A-23A7-C734-930050687C81}"/>
                </a:ext>
              </a:extLst>
            </p:cNvPr>
            <p:cNvSpPr/>
            <p:nvPr userDrawn="1"/>
          </p:nvSpPr>
          <p:spPr>
            <a:xfrm>
              <a:off x="0" y="381000"/>
              <a:ext cx="381000" cy="381000"/>
            </a:xfrm>
            <a:prstGeom prst="rect">
              <a:avLst/>
            </a:prstGeom>
            <a:solidFill>
              <a:srgbClr val="7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1" name="Rectangle 10">
              <a:extLst>
                <a:ext uri="{FF2B5EF4-FFF2-40B4-BE49-F238E27FC236}">
                  <a16:creationId xmlns:a16="http://schemas.microsoft.com/office/drawing/2014/main" id="{38C13DEC-B4D5-D43C-D615-6BEE8047184A}"/>
                </a:ext>
              </a:extLst>
            </p:cNvPr>
            <p:cNvSpPr/>
            <p:nvPr userDrawn="1"/>
          </p:nvSpPr>
          <p:spPr>
            <a:xfrm>
              <a:off x="0" y="762000"/>
              <a:ext cx="381000" cy="381000"/>
            </a:xfrm>
            <a:prstGeom prst="rect">
              <a:avLst/>
            </a:prstGeom>
            <a:solidFill>
              <a:srgbClr val="960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grpSp>
      <p:sp>
        <p:nvSpPr>
          <p:cNvPr id="2" name="Slide Number Placeholder 4">
            <a:extLst>
              <a:ext uri="{FF2B5EF4-FFF2-40B4-BE49-F238E27FC236}">
                <a16:creationId xmlns:a16="http://schemas.microsoft.com/office/drawing/2014/main" id="{A3092F81-90EB-4AC0-B8BE-0E50524F15A9}"/>
              </a:ext>
            </a:extLst>
          </p:cNvPr>
          <p:cNvSpPr>
            <a:spLocks noGrp="1"/>
          </p:cNvSpPr>
          <p:nvPr>
            <p:ph type="sldNum" sz="quarter" idx="12"/>
          </p:nvPr>
        </p:nvSpPr>
        <p:spPr>
          <a:xfrm>
            <a:off x="0" y="6492875"/>
            <a:ext cx="381000" cy="365125"/>
          </a:xfrm>
          <a:prstGeom prst="rect">
            <a:avLst/>
          </a:prstGeom>
        </p:spPr>
        <p:txBody>
          <a:bodyPr lIns="91440" tIns="91440" bIns="91440"/>
          <a:lstStyle>
            <a:lvl1pPr algn="ctr">
              <a:defRPr/>
            </a:lvl1pPr>
          </a:lstStyle>
          <a:p>
            <a:fld id="{58C6886B-EF46-4342-BAF8-0CFF5EB43B5E}" type="slidenum">
              <a:rPr lang="en-US" smtClean="0"/>
              <a:pPr/>
              <a:t>‹#›</a:t>
            </a:fld>
            <a:endParaRPr lang="en-US"/>
          </a:p>
        </p:txBody>
      </p:sp>
    </p:spTree>
    <p:extLst>
      <p:ext uri="{BB962C8B-B14F-4D97-AF65-F5344CB8AC3E}">
        <p14:creationId xmlns:p14="http://schemas.microsoft.com/office/powerpoint/2010/main" val="3820718452"/>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72B99EC-53E6-4D0C-5F3B-FAA953018CC8}"/>
              </a:ext>
            </a:extLst>
          </p:cNvPr>
          <p:cNvSpPr>
            <a:spLocks noGrp="1"/>
          </p:cNvSpPr>
          <p:nvPr>
            <p:ph type="sldNum" sz="quarter" idx="12"/>
          </p:nvPr>
        </p:nvSpPr>
        <p:spPr/>
        <p:txBody>
          <a:bodyPr lIns="91440" tIns="91440" bIns="91440"/>
          <a:lstStyle>
            <a:lvl1pPr algn="ctr">
              <a:defRPr/>
            </a:lvl1pPr>
          </a:lstStyle>
          <a:p>
            <a:fld id="{58C6886B-EF46-4342-BAF8-0CFF5EB43B5E}" type="slidenum">
              <a:rPr lang="en-US" smtClean="0"/>
              <a:pPr/>
              <a:t>‹#›</a:t>
            </a:fld>
            <a:endParaRPr lang="en-US"/>
          </a:p>
        </p:txBody>
      </p:sp>
      <p:sp>
        <p:nvSpPr>
          <p:cNvPr id="13" name="Title Placeholder 1">
            <a:extLst>
              <a:ext uri="{FF2B5EF4-FFF2-40B4-BE49-F238E27FC236}">
                <a16:creationId xmlns:a16="http://schemas.microsoft.com/office/drawing/2014/main" id="{795AD48F-F6B4-95D1-8742-FD2223B77E4A}"/>
              </a:ext>
            </a:extLst>
          </p:cNvPr>
          <p:cNvSpPr>
            <a:spLocks noGrp="1"/>
          </p:cNvSpPr>
          <p:nvPr>
            <p:ph type="title"/>
          </p:nvPr>
        </p:nvSpPr>
        <p:spPr>
          <a:xfrm>
            <a:off x="762000" y="329514"/>
            <a:ext cx="12573000" cy="731520"/>
          </a:xfrm>
          <a:prstGeom prst="rect">
            <a:avLst/>
          </a:prstGeom>
        </p:spPr>
        <p:txBody>
          <a:bodyPr vert="horz" lIns="0" tIns="91440" rIns="91440" bIns="91440" rtlCol="0" anchor="t" anchorCtr="0">
            <a:noAutofit/>
          </a:bodyPr>
          <a:lstStyle/>
          <a:p>
            <a:r>
              <a:rPr lang="en-US"/>
              <a:t>Click to edit Master title style</a:t>
            </a:r>
          </a:p>
        </p:txBody>
      </p:sp>
    </p:spTree>
    <p:extLst>
      <p:ext uri="{BB962C8B-B14F-4D97-AF65-F5344CB8AC3E}">
        <p14:creationId xmlns:p14="http://schemas.microsoft.com/office/powerpoint/2010/main" val="24543423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ver (Ciena Red)">
    <p:bg>
      <p:bgPr>
        <a:solidFill>
          <a:schemeClr val="accent1"/>
        </a:solidFill>
        <a:effectLst/>
      </p:bgPr>
    </p:bg>
    <p:spTree>
      <p:nvGrpSpPr>
        <p:cNvPr id="1" name=""/>
        <p:cNvGrpSpPr/>
        <p:nvPr/>
      </p:nvGrpSpPr>
      <p:grpSpPr>
        <a:xfrm>
          <a:off x="0" y="0"/>
          <a:ext cx="0" cy="0"/>
          <a:chOff x="0" y="0"/>
          <a:chExt cx="0" cy="0"/>
        </a:xfrm>
      </p:grpSpPr>
      <p:sp>
        <p:nvSpPr>
          <p:cNvPr id="19" name="Text Placeholder 2">
            <a:extLst>
              <a:ext uri="{FF2B5EF4-FFF2-40B4-BE49-F238E27FC236}">
                <a16:creationId xmlns:a16="http://schemas.microsoft.com/office/drawing/2014/main" id="{2440FFD4-1241-3F14-41C8-CA2E5FC5459A}"/>
              </a:ext>
            </a:extLst>
          </p:cNvPr>
          <p:cNvSpPr>
            <a:spLocks noGrp="1"/>
          </p:cNvSpPr>
          <p:nvPr>
            <p:ph idx="12"/>
          </p:nvPr>
        </p:nvSpPr>
        <p:spPr>
          <a:xfrm>
            <a:off x="762000" y="5840816"/>
            <a:ext cx="7183438" cy="395140"/>
          </a:xfrm>
          <a:prstGeom prst="rect">
            <a:avLst/>
          </a:prstGeom>
        </p:spPr>
        <p:txBody>
          <a:bodyPr vert="horz" lIns="0" tIns="91440" rIns="91440" bIns="91440" rtlCol="0">
            <a:noAutofit/>
          </a:bodyPr>
          <a:lstStyle>
            <a:lvl1pPr marL="0" indent="0">
              <a:buNone/>
              <a:defRPr sz="16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Click to edit Master text styles</a:t>
            </a:r>
          </a:p>
        </p:txBody>
      </p:sp>
      <p:sp>
        <p:nvSpPr>
          <p:cNvPr id="2" name="Text Placeholder 2">
            <a:extLst>
              <a:ext uri="{FF2B5EF4-FFF2-40B4-BE49-F238E27FC236}">
                <a16:creationId xmlns:a16="http://schemas.microsoft.com/office/drawing/2014/main" id="{88A97426-8B2E-5A6D-B774-A18D0369988D}"/>
              </a:ext>
            </a:extLst>
          </p:cNvPr>
          <p:cNvSpPr>
            <a:spLocks noGrp="1"/>
          </p:cNvSpPr>
          <p:nvPr>
            <p:ph type="body" idx="1"/>
          </p:nvPr>
        </p:nvSpPr>
        <p:spPr>
          <a:xfrm>
            <a:off x="762001" y="3776664"/>
            <a:ext cx="10415587" cy="1500187"/>
          </a:xfrm>
        </p:spPr>
        <p:txBody>
          <a:bodyPr lIns="0" tIns="91440" bIns="91440"/>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3" name="Title 1">
            <a:extLst>
              <a:ext uri="{FF2B5EF4-FFF2-40B4-BE49-F238E27FC236}">
                <a16:creationId xmlns:a16="http://schemas.microsoft.com/office/drawing/2014/main" id="{917DAC88-F361-7312-D7D9-BBE929A76F74}"/>
              </a:ext>
            </a:extLst>
          </p:cNvPr>
          <p:cNvSpPr>
            <a:spLocks noGrp="1"/>
          </p:cNvSpPr>
          <p:nvPr>
            <p:ph type="title"/>
          </p:nvPr>
        </p:nvSpPr>
        <p:spPr>
          <a:xfrm>
            <a:off x="762001" y="1760539"/>
            <a:ext cx="10415587" cy="1978342"/>
          </a:xfrm>
        </p:spPr>
        <p:txBody>
          <a:bodyPr lIns="0" tIns="91440" bIns="91440" anchor="b"/>
          <a:lstStyle>
            <a:lvl1pPr>
              <a:defRPr sz="6000">
                <a:solidFill>
                  <a:schemeClr val="bg1"/>
                </a:solidFill>
              </a:defRPr>
            </a:lvl1pPr>
          </a:lstStyle>
          <a:p>
            <a:r>
              <a:rPr lang="en-US"/>
              <a:t>Click to edit Master title style</a:t>
            </a:r>
          </a:p>
        </p:txBody>
      </p:sp>
      <p:grpSp>
        <p:nvGrpSpPr>
          <p:cNvPr id="9" name="Group 8">
            <a:extLst>
              <a:ext uri="{FF2B5EF4-FFF2-40B4-BE49-F238E27FC236}">
                <a16:creationId xmlns:a16="http://schemas.microsoft.com/office/drawing/2014/main" id="{AF5A03AB-6929-456C-1143-1A65CC2D3CAF}"/>
              </a:ext>
            </a:extLst>
          </p:cNvPr>
          <p:cNvGrpSpPr/>
          <p:nvPr userDrawn="1"/>
        </p:nvGrpSpPr>
        <p:grpSpPr>
          <a:xfrm>
            <a:off x="0" y="0"/>
            <a:ext cx="381000" cy="6858000"/>
            <a:chOff x="0" y="0"/>
            <a:chExt cx="381000" cy="6858000"/>
          </a:xfrm>
        </p:grpSpPr>
        <p:sp>
          <p:nvSpPr>
            <p:cNvPr id="10" name="Rectangle 9">
              <a:extLst>
                <a:ext uri="{FF2B5EF4-FFF2-40B4-BE49-F238E27FC236}">
                  <a16:creationId xmlns:a16="http://schemas.microsoft.com/office/drawing/2014/main" id="{5ED0FA43-6D1E-5D64-94B7-610581901C38}"/>
                </a:ext>
              </a:extLst>
            </p:cNvPr>
            <p:cNvSpPr/>
            <p:nvPr userDrawn="1"/>
          </p:nvSpPr>
          <p:spPr>
            <a:xfrm>
              <a:off x="0" y="1136822"/>
              <a:ext cx="381000" cy="5721178"/>
            </a:xfrm>
            <a:prstGeom prst="rect">
              <a:avLst/>
            </a:prstGeom>
            <a:solidFill>
              <a:srgbClr val="B9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1" name="Rectangle 10">
              <a:extLst>
                <a:ext uri="{FF2B5EF4-FFF2-40B4-BE49-F238E27FC236}">
                  <a16:creationId xmlns:a16="http://schemas.microsoft.com/office/drawing/2014/main" id="{4E75E0B5-2AC0-DE24-1A25-8866F9528228}"/>
                </a:ext>
              </a:extLst>
            </p:cNvPr>
            <p:cNvSpPr/>
            <p:nvPr userDrawn="1"/>
          </p:nvSpPr>
          <p:spPr>
            <a:xfrm>
              <a:off x="0" y="0"/>
              <a:ext cx="381000" cy="381000"/>
            </a:xfrm>
            <a:prstGeom prst="rect">
              <a:avLst/>
            </a:prstGeom>
            <a:solidFill>
              <a:srgbClr val="5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2" name="Rectangle 11">
              <a:extLst>
                <a:ext uri="{FF2B5EF4-FFF2-40B4-BE49-F238E27FC236}">
                  <a16:creationId xmlns:a16="http://schemas.microsoft.com/office/drawing/2014/main" id="{7431A1E8-EA64-EEF5-D9E6-AEE6A06561C4}"/>
                </a:ext>
              </a:extLst>
            </p:cNvPr>
            <p:cNvSpPr/>
            <p:nvPr userDrawn="1"/>
          </p:nvSpPr>
          <p:spPr>
            <a:xfrm>
              <a:off x="0" y="381000"/>
              <a:ext cx="381000" cy="381000"/>
            </a:xfrm>
            <a:prstGeom prst="rect">
              <a:avLst/>
            </a:prstGeom>
            <a:solidFill>
              <a:srgbClr val="7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3" name="Rectangle 12">
              <a:extLst>
                <a:ext uri="{FF2B5EF4-FFF2-40B4-BE49-F238E27FC236}">
                  <a16:creationId xmlns:a16="http://schemas.microsoft.com/office/drawing/2014/main" id="{863181AE-50A3-3844-5810-D2DED5A2FCE6}"/>
                </a:ext>
              </a:extLst>
            </p:cNvPr>
            <p:cNvSpPr/>
            <p:nvPr userDrawn="1"/>
          </p:nvSpPr>
          <p:spPr>
            <a:xfrm>
              <a:off x="0" y="762000"/>
              <a:ext cx="381000" cy="381000"/>
            </a:xfrm>
            <a:prstGeom prst="rect">
              <a:avLst/>
            </a:prstGeom>
            <a:solidFill>
              <a:srgbClr val="960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grpSp>
    </p:spTree>
    <p:extLst>
      <p:ext uri="{BB962C8B-B14F-4D97-AF65-F5344CB8AC3E}">
        <p14:creationId xmlns:p14="http://schemas.microsoft.com/office/powerpoint/2010/main" val="3930098785"/>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Image + Text (White)">
    <p:bg>
      <p:bgPr>
        <a:solidFill>
          <a:schemeClr val="bg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A6993D94-3F3C-E22E-C28F-A8763106B48C}"/>
              </a:ext>
            </a:extLst>
          </p:cNvPr>
          <p:cNvSpPr>
            <a:spLocks noGrp="1"/>
          </p:cNvSpPr>
          <p:nvPr>
            <p:ph type="pic" sz="quarter" idx="10"/>
          </p:nvPr>
        </p:nvSpPr>
        <p:spPr>
          <a:xfrm>
            <a:off x="5078413" y="0"/>
            <a:ext cx="8637587" cy="6858000"/>
          </a:xfrm>
          <a:solidFill>
            <a:srgbClr val="828282"/>
          </a:solidFill>
        </p:spPr>
        <p:txBody>
          <a:bodyPr/>
          <a:lstStyle/>
          <a:p>
            <a:r>
              <a:rPr lang="en-US"/>
              <a:t>Click icon to add picture</a:t>
            </a:r>
          </a:p>
        </p:txBody>
      </p:sp>
      <p:sp>
        <p:nvSpPr>
          <p:cNvPr id="584" name="Content Placeholder 2">
            <a:extLst>
              <a:ext uri="{FF2B5EF4-FFF2-40B4-BE49-F238E27FC236}">
                <a16:creationId xmlns:a16="http://schemas.microsoft.com/office/drawing/2014/main" id="{83EA72BC-9500-E3F5-45DD-DD9C3B164D42}"/>
              </a:ext>
            </a:extLst>
          </p:cNvPr>
          <p:cNvSpPr>
            <a:spLocks noGrp="1"/>
          </p:cNvSpPr>
          <p:nvPr>
            <p:ph sz="half" idx="1"/>
          </p:nvPr>
        </p:nvSpPr>
        <p:spPr>
          <a:xfrm>
            <a:off x="762000" y="2051998"/>
            <a:ext cx="3924300" cy="4044002"/>
          </a:xfrm>
        </p:spPr>
        <p:txBody>
          <a:bodyPr lIns="0" tIns="91440" bIns="91440">
            <a:noAutofit/>
          </a:bodyPr>
          <a:lstStyle>
            <a:lvl1pPr marL="0" indent="0">
              <a:buFont typeface="Wingdings" panose="05000000000000000000" pitchFamily="2" charset="2"/>
              <a:buNone/>
              <a:defRPr sz="1400">
                <a:solidFill>
                  <a:schemeClr val="tx1"/>
                </a:solidFill>
              </a:defRPr>
            </a:lvl1pPr>
            <a:lvl2pPr marL="460375" indent="-230188">
              <a:buClr>
                <a:schemeClr val="tx1"/>
              </a:buClr>
              <a:buFont typeface="Wingdings" panose="05000000000000000000" pitchFamily="2" charset="2"/>
              <a:buChar char="§"/>
              <a:defRPr sz="1400">
                <a:solidFill>
                  <a:schemeClr val="tx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p:txBody>
      </p:sp>
      <p:sp>
        <p:nvSpPr>
          <p:cNvPr id="10" name="Title Placeholder 1">
            <a:extLst>
              <a:ext uri="{FF2B5EF4-FFF2-40B4-BE49-F238E27FC236}">
                <a16:creationId xmlns:a16="http://schemas.microsoft.com/office/drawing/2014/main" id="{FC196ADF-3AA8-553B-6889-DE1AA64B16DB}"/>
              </a:ext>
            </a:extLst>
          </p:cNvPr>
          <p:cNvSpPr>
            <a:spLocks noGrp="1"/>
          </p:cNvSpPr>
          <p:nvPr>
            <p:ph type="title"/>
          </p:nvPr>
        </p:nvSpPr>
        <p:spPr>
          <a:xfrm>
            <a:off x="762000" y="329514"/>
            <a:ext cx="3924300" cy="779842"/>
          </a:xfrm>
          <a:prstGeom prst="rect">
            <a:avLst/>
          </a:prstGeom>
        </p:spPr>
        <p:txBody>
          <a:bodyPr vert="horz" lIns="0" tIns="91440" rIns="91440" bIns="91440" rtlCol="0" anchor="t" anchorCtr="0">
            <a:noAutofit/>
          </a:bodyPr>
          <a:lstStyle>
            <a:lvl1pPr>
              <a:defRPr lang="en-US" sz="3400" b="0" i="0" kern="1200" dirty="0">
                <a:solidFill>
                  <a:schemeClr val="tx1"/>
                </a:solidFill>
                <a:latin typeface="Aptos Light" panose="020B0004020202020204" pitchFamily="34" charset="0"/>
                <a:ea typeface="Inter Medium" panose="02000503000000020004" pitchFamily="2" charset="0"/>
                <a:cs typeface="+mj-cs"/>
              </a:defRPr>
            </a:lvl1pPr>
          </a:lstStyle>
          <a:p>
            <a:r>
              <a:rPr lang="en-US"/>
              <a:t>Click to edit Master title style</a:t>
            </a:r>
          </a:p>
        </p:txBody>
      </p:sp>
      <p:sp>
        <p:nvSpPr>
          <p:cNvPr id="8" name="Slide Number Placeholder 6">
            <a:extLst>
              <a:ext uri="{FF2B5EF4-FFF2-40B4-BE49-F238E27FC236}">
                <a16:creationId xmlns:a16="http://schemas.microsoft.com/office/drawing/2014/main" id="{03F2541D-2FCE-31F0-ABA8-0D07CD75552B}"/>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Tree>
    <p:extLst>
      <p:ext uri="{BB962C8B-B14F-4D97-AF65-F5344CB8AC3E}">
        <p14:creationId xmlns:p14="http://schemas.microsoft.com/office/powerpoint/2010/main" val="1563003754"/>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cSld name="Title with Bullets">
    <p:spTree>
      <p:nvGrpSpPr>
        <p:cNvPr id="1" name=""/>
        <p:cNvGrpSpPr/>
        <p:nvPr/>
      </p:nvGrpSpPr>
      <p:grpSpPr>
        <a:xfrm>
          <a:off x="0" y="0"/>
          <a:ext cx="0" cy="0"/>
          <a:chOff x="0" y="0"/>
          <a:chExt cx="0" cy="0"/>
        </a:xfrm>
      </p:grpSpPr>
      <p:sp>
        <p:nvSpPr>
          <p:cNvPr id="4" name="Red 3">
            <a:extLst>
              <a:ext uri="{FF2B5EF4-FFF2-40B4-BE49-F238E27FC236}">
                <a16:creationId xmlns:a16="http://schemas.microsoft.com/office/drawing/2014/main" id="{A836C3DE-E012-B7CB-39F3-4F6445511518}"/>
              </a:ext>
            </a:extLst>
          </p:cNvPr>
          <p:cNvSpPr/>
          <p:nvPr userDrawn="1"/>
        </p:nvSpPr>
        <p:spPr>
          <a:xfrm>
            <a:off x="0" y="0"/>
            <a:ext cx="429923" cy="6858000"/>
          </a:xfrm>
          <a:prstGeom prst="rect">
            <a:avLst/>
          </a:prstGeom>
          <a:solidFill>
            <a:srgbClr val="B9010E"/>
          </a:solidFill>
          <a:ln w="12700">
            <a:miter lim="400000"/>
          </a:ln>
        </p:spPr>
        <p:txBody>
          <a:bodyPr lIns="25397" tIns="25397" rIns="25397" bIns="25397" anchor="ctr"/>
          <a:lstStyle/>
          <a:p>
            <a:pPr marL="0" marR="0" lvl="0" indent="0" algn="ctr" defTabSz="914400" eaLnBrk="1" fontAlgn="auto" latinLnBrk="0" hangingPunct="1">
              <a:lnSpc>
                <a:spcPct val="100000"/>
              </a:lnSpc>
              <a:spcBef>
                <a:spcPts val="0"/>
              </a:spcBef>
              <a:spcAft>
                <a:spcPts val="0"/>
              </a:spcAft>
              <a:buClrTx/>
              <a:buSzTx/>
              <a:buFontTx/>
              <a:buNone/>
              <a:tabLst/>
              <a:defRPr sz="3600">
                <a:solidFill>
                  <a:srgbClr val="FFFFFF"/>
                </a:solidFill>
                <a:latin typeface="Inter Regular ExtraLight"/>
                <a:ea typeface="Inter Regular ExtraLight"/>
                <a:cs typeface="Inter Regular ExtraLight"/>
                <a:sym typeface="Inter Regular ExtraLight"/>
              </a:defRPr>
            </a:pPr>
            <a:endParaRPr kumimoji="0" sz="3600" b="0" i="0" u="none" strike="noStrike" kern="0" cap="none" spc="0" normalizeH="0" baseline="0" noProof="0">
              <a:ln>
                <a:noFill/>
              </a:ln>
              <a:solidFill>
                <a:srgbClr val="FFFFFF"/>
              </a:solidFill>
              <a:effectLst/>
              <a:uLnTx/>
              <a:uFillTx/>
              <a:latin typeface="+mj-lt"/>
              <a:ea typeface="Inter Light" panose="02000503000000020004" pitchFamily="2" charset="0"/>
              <a:cs typeface="Inter Regular ExtraLight"/>
              <a:sym typeface="Inter Regular ExtraLight"/>
            </a:endParaRPr>
          </a:p>
        </p:txBody>
      </p:sp>
      <p:sp>
        <p:nvSpPr>
          <p:cNvPr id="9" name="Red 2">
            <a:extLst>
              <a:ext uri="{FF2B5EF4-FFF2-40B4-BE49-F238E27FC236}">
                <a16:creationId xmlns:a16="http://schemas.microsoft.com/office/drawing/2014/main" id="{D050BBA6-ECE5-05A6-B266-396EC2587FFF}"/>
              </a:ext>
            </a:extLst>
          </p:cNvPr>
          <p:cNvSpPr/>
          <p:nvPr userDrawn="1"/>
        </p:nvSpPr>
        <p:spPr>
          <a:xfrm>
            <a:off x="0" y="1"/>
            <a:ext cx="429923" cy="1014111"/>
          </a:xfrm>
          <a:prstGeom prst="rect">
            <a:avLst/>
          </a:prstGeom>
          <a:solidFill>
            <a:srgbClr val="DC0000"/>
          </a:solidFill>
          <a:ln w="12700">
            <a:miter lim="400000"/>
          </a:ln>
        </p:spPr>
        <p:txBody>
          <a:bodyPr lIns="25397" tIns="25397" rIns="25397" bIns="25397" anchor="ctr"/>
          <a:lstStyle/>
          <a:p>
            <a:pPr marL="0" marR="0" lvl="0" indent="0" algn="ctr" defTabSz="914400" eaLnBrk="1" fontAlgn="auto" latinLnBrk="0" hangingPunct="1">
              <a:lnSpc>
                <a:spcPct val="100000"/>
              </a:lnSpc>
              <a:spcBef>
                <a:spcPts val="0"/>
              </a:spcBef>
              <a:spcAft>
                <a:spcPts val="0"/>
              </a:spcAft>
              <a:buClrTx/>
              <a:buSzTx/>
              <a:buFontTx/>
              <a:buNone/>
              <a:tabLst/>
              <a:defRPr sz="3600">
                <a:solidFill>
                  <a:srgbClr val="FFFFFF"/>
                </a:solidFill>
                <a:latin typeface="Inter Regular ExtraLight"/>
                <a:ea typeface="Inter Regular ExtraLight"/>
                <a:cs typeface="Inter Regular ExtraLight"/>
                <a:sym typeface="Inter Regular ExtraLight"/>
              </a:defRPr>
            </a:pPr>
            <a:endParaRPr kumimoji="0" sz="3600" b="0" i="0" u="none" strike="noStrike" kern="0" cap="none" spc="0" normalizeH="0" baseline="0" noProof="0">
              <a:ln>
                <a:noFill/>
              </a:ln>
              <a:solidFill>
                <a:srgbClr val="FFFFFF"/>
              </a:solidFill>
              <a:effectLst/>
              <a:uLnTx/>
              <a:uFillTx/>
              <a:latin typeface="+mj-lt"/>
              <a:ea typeface="Inter Light" panose="02000503000000020004" pitchFamily="2" charset="0"/>
              <a:cs typeface="Inter Regular ExtraLight"/>
              <a:sym typeface="Inter Regular ExtraLight"/>
            </a:endParaRPr>
          </a:p>
        </p:txBody>
      </p:sp>
      <p:sp>
        <p:nvSpPr>
          <p:cNvPr id="2" name="Title 1">
            <a:extLst>
              <a:ext uri="{FF2B5EF4-FFF2-40B4-BE49-F238E27FC236}">
                <a16:creationId xmlns:a16="http://schemas.microsoft.com/office/drawing/2014/main" id="{43C2E0CF-948C-FC37-27A7-1A42C43A1F41}"/>
              </a:ext>
            </a:extLst>
          </p:cNvPr>
          <p:cNvSpPr>
            <a:spLocks noGrp="1"/>
          </p:cNvSpPr>
          <p:nvPr>
            <p:ph type="title"/>
          </p:nvPr>
        </p:nvSpPr>
        <p:spPr/>
        <p:txBody>
          <a:bodyPr/>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6D443D1B-24FD-19B8-2783-C5449863D3CD}"/>
              </a:ext>
            </a:extLst>
          </p:cNvPr>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4">
            <a:extLst>
              <a:ext uri="{FF2B5EF4-FFF2-40B4-BE49-F238E27FC236}">
                <a16:creationId xmlns:a16="http://schemas.microsoft.com/office/drawing/2014/main" id="{3FB0A1F2-5A17-116C-FA73-C5C023048447}"/>
              </a:ext>
            </a:extLst>
          </p:cNvPr>
          <p:cNvSpPr txBox="1">
            <a:spLocks/>
          </p:cNvSpPr>
          <p:nvPr userDrawn="1"/>
        </p:nvSpPr>
        <p:spPr>
          <a:xfrm>
            <a:off x="0" y="6558189"/>
            <a:ext cx="432054" cy="182880"/>
          </a:xfrm>
          <a:prstGeom prst="rect">
            <a:avLst/>
          </a:prstGeom>
        </p:spPr>
        <p:txBody>
          <a:bodyPr vert="horz" lIns="0" tIns="45720" rIns="0" bIns="45720" rtlCol="0" anchor="ctr"/>
          <a:lstStyle>
            <a:defPPr>
              <a:defRPr lang="en-US"/>
            </a:defPPr>
            <a:lvl1pPr marL="0" algn="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7915F22-A628-4E8E-9DBD-986B65DD8195}" type="slidenum">
              <a:rPr kumimoji="0" lang="en-US" sz="700" b="0" i="0" u="none" strike="noStrike" kern="1200" cap="none" spc="0" normalizeH="0" baseline="0" noProof="0" smtClean="0">
                <a:ln>
                  <a:noFill/>
                </a:ln>
                <a:solidFill>
                  <a:schemeClr val="bg1"/>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chemeClr val="bg1"/>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29521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827951F-06A0-19B8-1CBD-202F3389BDB6}"/>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
        <p:nvSpPr>
          <p:cNvPr id="12" name="Title Placeholder 1">
            <a:extLst>
              <a:ext uri="{FF2B5EF4-FFF2-40B4-BE49-F238E27FC236}">
                <a16:creationId xmlns:a16="http://schemas.microsoft.com/office/drawing/2014/main" id="{3A1A4D75-43EC-5495-5018-9F786CC3E913}"/>
              </a:ext>
            </a:extLst>
          </p:cNvPr>
          <p:cNvSpPr>
            <a:spLocks noGrp="1"/>
          </p:cNvSpPr>
          <p:nvPr>
            <p:ph type="title"/>
          </p:nvPr>
        </p:nvSpPr>
        <p:spPr>
          <a:xfrm>
            <a:off x="762000" y="329514"/>
            <a:ext cx="12563475" cy="731520"/>
          </a:xfrm>
          <a:prstGeom prst="rect">
            <a:avLst/>
          </a:prstGeom>
        </p:spPr>
        <p:txBody>
          <a:bodyPr vert="horz" lIns="0" tIns="91440" rIns="91440" bIns="91440" rtlCol="0" anchor="t" anchorCtr="0">
            <a:noAutofit/>
          </a:bodyPr>
          <a:lstStyle/>
          <a:p>
            <a:r>
              <a:rPr lang="en-US"/>
              <a:t>Click to edit Master title style</a:t>
            </a:r>
          </a:p>
        </p:txBody>
      </p:sp>
      <p:sp>
        <p:nvSpPr>
          <p:cNvPr id="4" name="Content Placeholder 1">
            <a:extLst>
              <a:ext uri="{FF2B5EF4-FFF2-40B4-BE49-F238E27FC236}">
                <a16:creationId xmlns:a16="http://schemas.microsoft.com/office/drawing/2014/main" id="{2650C330-59E4-D388-30FD-09F786A37196}"/>
              </a:ext>
            </a:extLst>
          </p:cNvPr>
          <p:cNvSpPr>
            <a:spLocks noGrp="1"/>
          </p:cNvSpPr>
          <p:nvPr>
            <p:ph sz="quarter" idx="21" hasCustomPrompt="1"/>
          </p:nvPr>
        </p:nvSpPr>
        <p:spPr>
          <a:xfrm>
            <a:off x="761999" y="1483105"/>
            <a:ext cx="6091238" cy="397823"/>
          </a:xfrm>
        </p:spPr>
        <p:txBody>
          <a:bodyPr anchor="b" anchorCtr="0"/>
          <a:lstStyle>
            <a:lvl1pPr>
              <a:lnSpc>
                <a:spcPct val="90000"/>
              </a:lnSpc>
              <a:defRPr sz="2000" b="1" i="0">
                <a:solidFill>
                  <a:schemeClr val="accent1"/>
                </a:solidFill>
                <a:latin typeface="Aptos" panose="020B0004020202020204" pitchFamily="34" charset="0"/>
              </a:defRPr>
            </a:lvl1pPr>
          </a:lstStyle>
          <a:p>
            <a:pPr lvl="0"/>
            <a:r>
              <a:rPr lang="en-US"/>
              <a:t>Header 20pt. Aptos Bold</a:t>
            </a:r>
          </a:p>
        </p:txBody>
      </p:sp>
      <p:sp>
        <p:nvSpPr>
          <p:cNvPr id="8" name="Text Placeholder 13">
            <a:extLst>
              <a:ext uri="{FF2B5EF4-FFF2-40B4-BE49-F238E27FC236}">
                <a16:creationId xmlns:a16="http://schemas.microsoft.com/office/drawing/2014/main" id="{514D4C09-87B7-76E1-847F-F673224CD46E}"/>
              </a:ext>
            </a:extLst>
          </p:cNvPr>
          <p:cNvSpPr>
            <a:spLocks noGrp="1"/>
          </p:cNvSpPr>
          <p:nvPr>
            <p:ph type="body" sz="quarter" idx="25"/>
          </p:nvPr>
        </p:nvSpPr>
        <p:spPr>
          <a:xfrm>
            <a:off x="762000" y="2040743"/>
            <a:ext cx="6091238" cy="4055257"/>
          </a:xfrm>
        </p:spPr>
        <p:txBody>
          <a:bodyPr/>
          <a:lstStyle>
            <a:lvl1pPr marL="0" indent="0">
              <a:buClr>
                <a:schemeClr val="tx1"/>
              </a:buClr>
              <a:buFont typeface="Wingdings" panose="05000000000000000000" pitchFamily="2" charset="2"/>
              <a:buNone/>
              <a:defRPr sz="1800">
                <a:latin typeface="Aptos" panose="020B0004020202020204" pitchFamily="34" charset="0"/>
              </a:defRPr>
            </a:lvl1pPr>
            <a:lvl2pPr>
              <a:buClr>
                <a:schemeClr val="tx1"/>
              </a:buClr>
              <a:defRPr sz="1600">
                <a:latin typeface="Aptos" panose="020B0004020202020204" pitchFamily="34" charset="0"/>
              </a:defRPr>
            </a:lvl2pPr>
            <a:lvl3pPr>
              <a:buClr>
                <a:schemeClr val="tx1"/>
              </a:buClr>
              <a:defRPr sz="1400">
                <a:latin typeface="Aptos" panose="020B0004020202020204" pitchFamily="34" charset="0"/>
              </a:defRPr>
            </a:lvl3pPr>
            <a:lvl4pPr>
              <a:buClr>
                <a:schemeClr val="tx1"/>
              </a:buClr>
              <a:defRPr sz="1200">
                <a:latin typeface="Aptos" panose="020B0004020202020204" pitchFamily="34" charset="0"/>
              </a:defRPr>
            </a:lvl4pPr>
            <a:lvl5pPr>
              <a:buClr>
                <a:schemeClr val="tx1"/>
              </a:buClr>
              <a:defRPr sz="12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a:extLst>
              <a:ext uri="{FF2B5EF4-FFF2-40B4-BE49-F238E27FC236}">
                <a16:creationId xmlns:a16="http://schemas.microsoft.com/office/drawing/2014/main" id="{EF303609-4EE9-B10A-A621-4F0BF607F53D}"/>
              </a:ext>
            </a:extLst>
          </p:cNvPr>
          <p:cNvSpPr>
            <a:spLocks noGrp="1"/>
          </p:cNvSpPr>
          <p:nvPr>
            <p:ph sz="quarter" idx="26" hasCustomPrompt="1"/>
          </p:nvPr>
        </p:nvSpPr>
        <p:spPr>
          <a:xfrm>
            <a:off x="7239000" y="1483105"/>
            <a:ext cx="6086475" cy="397823"/>
          </a:xfrm>
        </p:spPr>
        <p:txBody>
          <a:bodyPr anchor="b" anchorCtr="0"/>
          <a:lstStyle>
            <a:lvl1pPr>
              <a:lnSpc>
                <a:spcPct val="90000"/>
              </a:lnSpc>
              <a:defRPr sz="2000" b="1" i="0">
                <a:solidFill>
                  <a:schemeClr val="accent1"/>
                </a:solidFill>
                <a:latin typeface="Aptos" panose="020B0004020202020204" pitchFamily="34" charset="0"/>
              </a:defRPr>
            </a:lvl1pPr>
          </a:lstStyle>
          <a:p>
            <a:pPr lvl="0"/>
            <a:r>
              <a:rPr lang="en-US"/>
              <a:t>Header 20pt. Aptos Bold</a:t>
            </a:r>
          </a:p>
        </p:txBody>
      </p:sp>
      <p:sp>
        <p:nvSpPr>
          <p:cNvPr id="5" name="Text Placeholder 13">
            <a:extLst>
              <a:ext uri="{FF2B5EF4-FFF2-40B4-BE49-F238E27FC236}">
                <a16:creationId xmlns:a16="http://schemas.microsoft.com/office/drawing/2014/main" id="{05C87F47-3493-EDDF-3AC9-46047C878BFA}"/>
              </a:ext>
            </a:extLst>
          </p:cNvPr>
          <p:cNvSpPr>
            <a:spLocks noGrp="1"/>
          </p:cNvSpPr>
          <p:nvPr>
            <p:ph type="body" sz="quarter" idx="27"/>
          </p:nvPr>
        </p:nvSpPr>
        <p:spPr>
          <a:xfrm>
            <a:off x="7239001" y="2040743"/>
            <a:ext cx="6086474" cy="4055257"/>
          </a:xfrm>
        </p:spPr>
        <p:txBody>
          <a:bodyPr/>
          <a:lstStyle>
            <a:lvl1pPr marL="0" indent="0">
              <a:buClr>
                <a:schemeClr val="tx1"/>
              </a:buClr>
              <a:buFont typeface="Wingdings" panose="05000000000000000000" pitchFamily="2" charset="2"/>
              <a:buNone/>
              <a:defRPr sz="1800">
                <a:latin typeface="Aptos" panose="020B0004020202020204" pitchFamily="34" charset="0"/>
              </a:defRPr>
            </a:lvl1pPr>
            <a:lvl2pPr>
              <a:buClr>
                <a:schemeClr val="tx1"/>
              </a:buClr>
              <a:defRPr sz="1600">
                <a:latin typeface="Aptos" panose="020B0004020202020204" pitchFamily="34" charset="0"/>
              </a:defRPr>
            </a:lvl2pPr>
            <a:lvl3pPr>
              <a:buClr>
                <a:schemeClr val="tx1"/>
              </a:buClr>
              <a:defRPr sz="1400">
                <a:latin typeface="Aptos" panose="020B0004020202020204" pitchFamily="34" charset="0"/>
              </a:defRPr>
            </a:lvl3pPr>
            <a:lvl4pPr>
              <a:buClr>
                <a:schemeClr val="tx1"/>
              </a:buClr>
              <a:defRPr sz="1200">
                <a:latin typeface="Aptos" panose="020B0004020202020204" pitchFamily="34" charset="0"/>
              </a:defRPr>
            </a:lvl4pPr>
            <a:lvl5pPr>
              <a:buClr>
                <a:schemeClr val="tx1"/>
              </a:buClr>
              <a:defRPr sz="12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2541202"/>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 1/2 (White)">
    <p:bg>
      <p:bgPr>
        <a:solidFill>
          <a:schemeClr val="bg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A6993D94-3F3C-E22E-C28F-A8763106B48C}"/>
              </a:ext>
            </a:extLst>
          </p:cNvPr>
          <p:cNvSpPr>
            <a:spLocks noGrp="1"/>
          </p:cNvSpPr>
          <p:nvPr>
            <p:ph type="pic" sz="quarter" idx="10"/>
          </p:nvPr>
        </p:nvSpPr>
        <p:spPr>
          <a:xfrm>
            <a:off x="6858000" y="0"/>
            <a:ext cx="6858000" cy="6858000"/>
          </a:xfrm>
          <a:solidFill>
            <a:srgbClr val="828282"/>
          </a:solidFill>
        </p:spPr>
        <p:txBody>
          <a:bodyPr/>
          <a:lstStyle/>
          <a:p>
            <a:r>
              <a:rPr lang="en-US"/>
              <a:t>Click icon to add picture</a:t>
            </a:r>
          </a:p>
        </p:txBody>
      </p:sp>
      <p:sp>
        <p:nvSpPr>
          <p:cNvPr id="7" name="Content Placeholder 2">
            <a:extLst>
              <a:ext uri="{FF2B5EF4-FFF2-40B4-BE49-F238E27FC236}">
                <a16:creationId xmlns:a16="http://schemas.microsoft.com/office/drawing/2014/main" id="{7859951E-7AF8-3E3F-4B52-A1E0A0E51928}"/>
              </a:ext>
            </a:extLst>
          </p:cNvPr>
          <p:cNvSpPr>
            <a:spLocks noGrp="1"/>
          </p:cNvSpPr>
          <p:nvPr>
            <p:ph sz="half" idx="1"/>
          </p:nvPr>
        </p:nvSpPr>
        <p:spPr>
          <a:xfrm>
            <a:off x="762001" y="2052000"/>
            <a:ext cx="5018088" cy="4044000"/>
          </a:xfrm>
        </p:spPr>
        <p:txBody>
          <a:bodyPr lIns="0" tIns="91440" bIns="91440">
            <a:normAutofit/>
          </a:bodyPr>
          <a:lstStyle>
            <a:lvl1pPr>
              <a:defRPr sz="2000">
                <a:solidFill>
                  <a:schemeClr val="tx1"/>
                </a:solidFill>
              </a:defRPr>
            </a:lvl1pPr>
            <a:lvl2pPr>
              <a:buClr>
                <a:schemeClr val="tx1"/>
              </a:buClr>
              <a:defRPr sz="1600">
                <a:solidFill>
                  <a:schemeClr val="tx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p:txBody>
      </p:sp>
      <p:sp>
        <p:nvSpPr>
          <p:cNvPr id="8" name="Title Placeholder 1">
            <a:extLst>
              <a:ext uri="{FF2B5EF4-FFF2-40B4-BE49-F238E27FC236}">
                <a16:creationId xmlns:a16="http://schemas.microsoft.com/office/drawing/2014/main" id="{D95FB09C-8B9A-30D6-810D-FDC0E69F5648}"/>
              </a:ext>
            </a:extLst>
          </p:cNvPr>
          <p:cNvSpPr>
            <a:spLocks noGrp="1"/>
          </p:cNvSpPr>
          <p:nvPr>
            <p:ph type="title"/>
          </p:nvPr>
        </p:nvSpPr>
        <p:spPr>
          <a:xfrm>
            <a:off x="762000" y="329514"/>
            <a:ext cx="5018087" cy="779842"/>
          </a:xfrm>
          <a:prstGeom prst="rect">
            <a:avLst/>
          </a:prstGeom>
        </p:spPr>
        <p:txBody>
          <a:bodyPr vert="horz" lIns="0" tIns="91440" rIns="91440" bIns="91440" rtlCol="0" anchor="t" anchorCtr="0">
            <a:noAutofit/>
          </a:bodyPr>
          <a:lstStyle>
            <a:lvl1pPr>
              <a:defRPr lang="en-US" sz="3400" b="0" i="0" kern="1200" dirty="0">
                <a:solidFill>
                  <a:schemeClr val="tx1"/>
                </a:solidFill>
                <a:latin typeface="Aptos Light" panose="020B0004020202020204" pitchFamily="34" charset="0"/>
                <a:ea typeface="Inter Medium" panose="02000503000000020004" pitchFamily="2" charset="0"/>
                <a:cs typeface="+mj-cs"/>
              </a:defRPr>
            </a:lvl1pPr>
          </a:lstStyle>
          <a:p>
            <a:r>
              <a:rPr lang="en-US"/>
              <a:t>Click to edit Master title style</a:t>
            </a:r>
          </a:p>
        </p:txBody>
      </p:sp>
      <p:sp>
        <p:nvSpPr>
          <p:cNvPr id="4" name="Slide Number Placeholder 6">
            <a:extLst>
              <a:ext uri="{FF2B5EF4-FFF2-40B4-BE49-F238E27FC236}">
                <a16:creationId xmlns:a16="http://schemas.microsoft.com/office/drawing/2014/main" id="{C514B7E8-9FFA-149D-E14D-EB81D3D73867}"/>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Tree>
    <p:extLst>
      <p:ext uri="{BB962C8B-B14F-4D97-AF65-F5344CB8AC3E}">
        <p14:creationId xmlns:p14="http://schemas.microsoft.com/office/powerpoint/2010/main" val="1002885695"/>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hank you (Ciena Red))">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84BACC4-75FC-5237-096C-D1DAFE69EDE7}"/>
              </a:ext>
            </a:extLst>
          </p:cNvPr>
          <p:cNvGrpSpPr/>
          <p:nvPr userDrawn="1"/>
        </p:nvGrpSpPr>
        <p:grpSpPr>
          <a:xfrm>
            <a:off x="0" y="0"/>
            <a:ext cx="381000" cy="6858000"/>
            <a:chOff x="0" y="0"/>
            <a:chExt cx="381000" cy="6858000"/>
          </a:xfrm>
        </p:grpSpPr>
        <p:sp>
          <p:nvSpPr>
            <p:cNvPr id="5" name="Rectangle 4">
              <a:extLst>
                <a:ext uri="{FF2B5EF4-FFF2-40B4-BE49-F238E27FC236}">
                  <a16:creationId xmlns:a16="http://schemas.microsoft.com/office/drawing/2014/main" id="{38F989EF-F675-9402-1741-C7B38923DD2D}"/>
                </a:ext>
              </a:extLst>
            </p:cNvPr>
            <p:cNvSpPr/>
            <p:nvPr userDrawn="1"/>
          </p:nvSpPr>
          <p:spPr>
            <a:xfrm>
              <a:off x="0" y="1136822"/>
              <a:ext cx="381000" cy="5721178"/>
            </a:xfrm>
            <a:prstGeom prst="rect">
              <a:avLst/>
            </a:prstGeom>
            <a:solidFill>
              <a:srgbClr val="B9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8" name="Rectangle 7">
              <a:extLst>
                <a:ext uri="{FF2B5EF4-FFF2-40B4-BE49-F238E27FC236}">
                  <a16:creationId xmlns:a16="http://schemas.microsoft.com/office/drawing/2014/main" id="{6E1C8765-0E3F-75D0-34AB-EF953C926514}"/>
                </a:ext>
              </a:extLst>
            </p:cNvPr>
            <p:cNvSpPr/>
            <p:nvPr userDrawn="1"/>
          </p:nvSpPr>
          <p:spPr>
            <a:xfrm>
              <a:off x="0" y="0"/>
              <a:ext cx="381000" cy="381000"/>
            </a:xfrm>
            <a:prstGeom prst="rect">
              <a:avLst/>
            </a:prstGeom>
            <a:solidFill>
              <a:srgbClr val="5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0" name="Rectangle 9">
              <a:extLst>
                <a:ext uri="{FF2B5EF4-FFF2-40B4-BE49-F238E27FC236}">
                  <a16:creationId xmlns:a16="http://schemas.microsoft.com/office/drawing/2014/main" id="{DB1FFD29-8F8A-23A7-C734-930050687C81}"/>
                </a:ext>
              </a:extLst>
            </p:cNvPr>
            <p:cNvSpPr/>
            <p:nvPr userDrawn="1"/>
          </p:nvSpPr>
          <p:spPr>
            <a:xfrm>
              <a:off x="0" y="381000"/>
              <a:ext cx="381000" cy="381000"/>
            </a:xfrm>
            <a:prstGeom prst="rect">
              <a:avLst/>
            </a:prstGeom>
            <a:solidFill>
              <a:srgbClr val="7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1" name="Rectangle 10">
              <a:extLst>
                <a:ext uri="{FF2B5EF4-FFF2-40B4-BE49-F238E27FC236}">
                  <a16:creationId xmlns:a16="http://schemas.microsoft.com/office/drawing/2014/main" id="{38C13DEC-B4D5-D43C-D615-6BEE8047184A}"/>
                </a:ext>
              </a:extLst>
            </p:cNvPr>
            <p:cNvSpPr/>
            <p:nvPr userDrawn="1"/>
          </p:nvSpPr>
          <p:spPr>
            <a:xfrm>
              <a:off x="0" y="762000"/>
              <a:ext cx="381000" cy="381000"/>
            </a:xfrm>
            <a:prstGeom prst="rect">
              <a:avLst/>
            </a:prstGeom>
            <a:solidFill>
              <a:srgbClr val="960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grpSp>
      <p:sp>
        <p:nvSpPr>
          <p:cNvPr id="2" name="Slide Number Placeholder 4">
            <a:extLst>
              <a:ext uri="{FF2B5EF4-FFF2-40B4-BE49-F238E27FC236}">
                <a16:creationId xmlns:a16="http://schemas.microsoft.com/office/drawing/2014/main" id="{A3092F81-90EB-4AC0-B8BE-0E50524F15A9}"/>
              </a:ext>
            </a:extLst>
          </p:cNvPr>
          <p:cNvSpPr>
            <a:spLocks noGrp="1"/>
          </p:cNvSpPr>
          <p:nvPr>
            <p:ph type="sldNum" sz="quarter" idx="12"/>
          </p:nvPr>
        </p:nvSpPr>
        <p:spPr>
          <a:xfrm>
            <a:off x="0" y="6492875"/>
            <a:ext cx="381000" cy="365125"/>
          </a:xfrm>
          <a:prstGeom prst="rect">
            <a:avLst/>
          </a:prstGeom>
        </p:spPr>
        <p:txBody>
          <a:bodyPr lIns="91440" tIns="91440" bIns="91440"/>
          <a:lstStyle>
            <a:lvl1pPr algn="ctr">
              <a:defRPr/>
            </a:lvl1pPr>
          </a:lstStyle>
          <a:p>
            <a:fld id="{58C6886B-EF46-4342-BAF8-0CFF5EB43B5E}" type="slidenum">
              <a:rPr lang="en-US" smtClean="0"/>
              <a:pPr/>
              <a:t>‹#›</a:t>
            </a:fld>
            <a:endParaRPr lang="en-US"/>
          </a:p>
        </p:txBody>
      </p:sp>
    </p:spTree>
    <p:extLst>
      <p:ext uri="{BB962C8B-B14F-4D97-AF65-F5344CB8AC3E}">
        <p14:creationId xmlns:p14="http://schemas.microsoft.com/office/powerpoint/2010/main" val="3829142729"/>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Cover (Ciena Red)">
    <p:bg>
      <p:bgPr>
        <a:solidFill>
          <a:schemeClr val="accent1"/>
        </a:solidFill>
        <a:effectLst/>
      </p:bgPr>
    </p:bg>
    <p:spTree>
      <p:nvGrpSpPr>
        <p:cNvPr id="1" name=""/>
        <p:cNvGrpSpPr/>
        <p:nvPr/>
      </p:nvGrpSpPr>
      <p:grpSpPr>
        <a:xfrm>
          <a:off x="0" y="0"/>
          <a:ext cx="0" cy="0"/>
          <a:chOff x="0" y="0"/>
          <a:chExt cx="0" cy="0"/>
        </a:xfrm>
      </p:grpSpPr>
      <p:sp>
        <p:nvSpPr>
          <p:cNvPr id="19" name="Text Placeholder 2">
            <a:extLst>
              <a:ext uri="{FF2B5EF4-FFF2-40B4-BE49-F238E27FC236}">
                <a16:creationId xmlns:a16="http://schemas.microsoft.com/office/drawing/2014/main" id="{2440FFD4-1241-3F14-41C8-CA2E5FC5459A}"/>
              </a:ext>
            </a:extLst>
          </p:cNvPr>
          <p:cNvSpPr>
            <a:spLocks noGrp="1"/>
          </p:cNvSpPr>
          <p:nvPr>
            <p:ph idx="12"/>
          </p:nvPr>
        </p:nvSpPr>
        <p:spPr>
          <a:xfrm>
            <a:off x="762000" y="5840816"/>
            <a:ext cx="7183438" cy="395140"/>
          </a:xfrm>
          <a:prstGeom prst="rect">
            <a:avLst/>
          </a:prstGeom>
        </p:spPr>
        <p:txBody>
          <a:bodyPr vert="horz" lIns="0" tIns="91440" rIns="91440" bIns="91440" rtlCol="0">
            <a:noAutofit/>
          </a:bodyPr>
          <a:lstStyle>
            <a:lvl1pPr marL="0" indent="0">
              <a:buNone/>
              <a:defRPr sz="16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Click to edit Master text styles</a:t>
            </a:r>
          </a:p>
        </p:txBody>
      </p:sp>
      <p:sp>
        <p:nvSpPr>
          <p:cNvPr id="2" name="Text Placeholder 2">
            <a:extLst>
              <a:ext uri="{FF2B5EF4-FFF2-40B4-BE49-F238E27FC236}">
                <a16:creationId xmlns:a16="http://schemas.microsoft.com/office/drawing/2014/main" id="{88A97426-8B2E-5A6D-B774-A18D0369988D}"/>
              </a:ext>
            </a:extLst>
          </p:cNvPr>
          <p:cNvSpPr>
            <a:spLocks noGrp="1"/>
          </p:cNvSpPr>
          <p:nvPr>
            <p:ph type="body" idx="1"/>
          </p:nvPr>
        </p:nvSpPr>
        <p:spPr>
          <a:xfrm>
            <a:off x="762001" y="3776664"/>
            <a:ext cx="10415587" cy="1500187"/>
          </a:xfrm>
        </p:spPr>
        <p:txBody>
          <a:bodyPr lIns="0" tIns="91440" bIns="91440"/>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3" name="Title 1">
            <a:extLst>
              <a:ext uri="{FF2B5EF4-FFF2-40B4-BE49-F238E27FC236}">
                <a16:creationId xmlns:a16="http://schemas.microsoft.com/office/drawing/2014/main" id="{917DAC88-F361-7312-D7D9-BBE929A76F74}"/>
              </a:ext>
            </a:extLst>
          </p:cNvPr>
          <p:cNvSpPr>
            <a:spLocks noGrp="1"/>
          </p:cNvSpPr>
          <p:nvPr>
            <p:ph type="title"/>
          </p:nvPr>
        </p:nvSpPr>
        <p:spPr>
          <a:xfrm>
            <a:off x="762001" y="1760539"/>
            <a:ext cx="10415587" cy="1978342"/>
          </a:xfrm>
        </p:spPr>
        <p:txBody>
          <a:bodyPr lIns="0" tIns="91440" bIns="91440" anchor="b"/>
          <a:lstStyle>
            <a:lvl1pPr>
              <a:defRPr sz="6000">
                <a:solidFill>
                  <a:schemeClr val="bg1"/>
                </a:solidFill>
              </a:defRPr>
            </a:lvl1pPr>
          </a:lstStyle>
          <a:p>
            <a:r>
              <a:rPr lang="en-US"/>
              <a:t>Click to edit Master title style</a:t>
            </a:r>
          </a:p>
        </p:txBody>
      </p:sp>
      <p:grpSp>
        <p:nvGrpSpPr>
          <p:cNvPr id="9" name="Group 8">
            <a:extLst>
              <a:ext uri="{FF2B5EF4-FFF2-40B4-BE49-F238E27FC236}">
                <a16:creationId xmlns:a16="http://schemas.microsoft.com/office/drawing/2014/main" id="{AF5A03AB-6929-456C-1143-1A65CC2D3CAF}"/>
              </a:ext>
            </a:extLst>
          </p:cNvPr>
          <p:cNvGrpSpPr/>
          <p:nvPr userDrawn="1"/>
        </p:nvGrpSpPr>
        <p:grpSpPr>
          <a:xfrm>
            <a:off x="0" y="0"/>
            <a:ext cx="381000" cy="6858000"/>
            <a:chOff x="0" y="0"/>
            <a:chExt cx="381000" cy="6858000"/>
          </a:xfrm>
        </p:grpSpPr>
        <p:sp>
          <p:nvSpPr>
            <p:cNvPr id="10" name="Rectangle 9">
              <a:extLst>
                <a:ext uri="{FF2B5EF4-FFF2-40B4-BE49-F238E27FC236}">
                  <a16:creationId xmlns:a16="http://schemas.microsoft.com/office/drawing/2014/main" id="{5ED0FA43-6D1E-5D64-94B7-610581901C38}"/>
                </a:ext>
              </a:extLst>
            </p:cNvPr>
            <p:cNvSpPr/>
            <p:nvPr userDrawn="1"/>
          </p:nvSpPr>
          <p:spPr>
            <a:xfrm>
              <a:off x="0" y="1136822"/>
              <a:ext cx="381000" cy="5721178"/>
            </a:xfrm>
            <a:prstGeom prst="rect">
              <a:avLst/>
            </a:prstGeom>
            <a:solidFill>
              <a:srgbClr val="B9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1" name="Rectangle 10">
              <a:extLst>
                <a:ext uri="{FF2B5EF4-FFF2-40B4-BE49-F238E27FC236}">
                  <a16:creationId xmlns:a16="http://schemas.microsoft.com/office/drawing/2014/main" id="{4E75E0B5-2AC0-DE24-1A25-8866F9528228}"/>
                </a:ext>
              </a:extLst>
            </p:cNvPr>
            <p:cNvSpPr/>
            <p:nvPr userDrawn="1"/>
          </p:nvSpPr>
          <p:spPr>
            <a:xfrm>
              <a:off x="0" y="0"/>
              <a:ext cx="381000" cy="381000"/>
            </a:xfrm>
            <a:prstGeom prst="rect">
              <a:avLst/>
            </a:prstGeom>
            <a:solidFill>
              <a:srgbClr val="5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2" name="Rectangle 11">
              <a:extLst>
                <a:ext uri="{FF2B5EF4-FFF2-40B4-BE49-F238E27FC236}">
                  <a16:creationId xmlns:a16="http://schemas.microsoft.com/office/drawing/2014/main" id="{7431A1E8-EA64-EEF5-D9E6-AEE6A06561C4}"/>
                </a:ext>
              </a:extLst>
            </p:cNvPr>
            <p:cNvSpPr/>
            <p:nvPr userDrawn="1"/>
          </p:nvSpPr>
          <p:spPr>
            <a:xfrm>
              <a:off x="0" y="381000"/>
              <a:ext cx="381000" cy="381000"/>
            </a:xfrm>
            <a:prstGeom prst="rect">
              <a:avLst/>
            </a:prstGeom>
            <a:solidFill>
              <a:srgbClr val="7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3" name="Rectangle 12">
              <a:extLst>
                <a:ext uri="{FF2B5EF4-FFF2-40B4-BE49-F238E27FC236}">
                  <a16:creationId xmlns:a16="http://schemas.microsoft.com/office/drawing/2014/main" id="{863181AE-50A3-3844-5810-D2DED5A2FCE6}"/>
                </a:ext>
              </a:extLst>
            </p:cNvPr>
            <p:cNvSpPr/>
            <p:nvPr userDrawn="1"/>
          </p:nvSpPr>
          <p:spPr>
            <a:xfrm>
              <a:off x="0" y="762000"/>
              <a:ext cx="381000" cy="381000"/>
            </a:xfrm>
            <a:prstGeom prst="rect">
              <a:avLst/>
            </a:prstGeom>
            <a:solidFill>
              <a:srgbClr val="960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grpSp>
    </p:spTree>
    <p:extLst>
      <p:ext uri="{BB962C8B-B14F-4D97-AF65-F5344CB8AC3E}">
        <p14:creationId xmlns:p14="http://schemas.microsoft.com/office/powerpoint/2010/main" val="1471321184"/>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Image + Text (White)">
    <p:bg>
      <p:bgPr>
        <a:solidFill>
          <a:schemeClr val="bg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A6993D94-3F3C-E22E-C28F-A8763106B48C}"/>
              </a:ext>
            </a:extLst>
          </p:cNvPr>
          <p:cNvSpPr>
            <a:spLocks noGrp="1"/>
          </p:cNvSpPr>
          <p:nvPr>
            <p:ph type="pic" sz="quarter" idx="10"/>
          </p:nvPr>
        </p:nvSpPr>
        <p:spPr>
          <a:xfrm>
            <a:off x="5078413" y="0"/>
            <a:ext cx="8637587" cy="6858000"/>
          </a:xfrm>
          <a:solidFill>
            <a:srgbClr val="828282"/>
          </a:solidFill>
        </p:spPr>
        <p:txBody>
          <a:bodyPr/>
          <a:lstStyle/>
          <a:p>
            <a:r>
              <a:rPr lang="en-US"/>
              <a:t>Click icon to add picture</a:t>
            </a:r>
          </a:p>
        </p:txBody>
      </p:sp>
      <p:sp>
        <p:nvSpPr>
          <p:cNvPr id="584" name="Content Placeholder 2">
            <a:extLst>
              <a:ext uri="{FF2B5EF4-FFF2-40B4-BE49-F238E27FC236}">
                <a16:creationId xmlns:a16="http://schemas.microsoft.com/office/drawing/2014/main" id="{83EA72BC-9500-E3F5-45DD-DD9C3B164D42}"/>
              </a:ext>
            </a:extLst>
          </p:cNvPr>
          <p:cNvSpPr>
            <a:spLocks noGrp="1"/>
          </p:cNvSpPr>
          <p:nvPr>
            <p:ph sz="half" idx="1"/>
          </p:nvPr>
        </p:nvSpPr>
        <p:spPr>
          <a:xfrm>
            <a:off x="762000" y="2051998"/>
            <a:ext cx="3924300" cy="4044002"/>
          </a:xfrm>
        </p:spPr>
        <p:txBody>
          <a:bodyPr lIns="0" tIns="91440" bIns="91440">
            <a:noAutofit/>
          </a:bodyPr>
          <a:lstStyle>
            <a:lvl1pPr marL="0" indent="0">
              <a:buFont typeface="Wingdings" panose="05000000000000000000" pitchFamily="2" charset="2"/>
              <a:buNone/>
              <a:defRPr sz="1400">
                <a:solidFill>
                  <a:schemeClr val="tx1"/>
                </a:solidFill>
              </a:defRPr>
            </a:lvl1pPr>
            <a:lvl2pPr marL="460375" indent="-230188">
              <a:buClr>
                <a:schemeClr val="tx1"/>
              </a:buClr>
              <a:buFont typeface="Wingdings" panose="05000000000000000000" pitchFamily="2" charset="2"/>
              <a:buChar char="§"/>
              <a:defRPr sz="1400">
                <a:solidFill>
                  <a:schemeClr val="tx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p:txBody>
      </p:sp>
      <p:sp>
        <p:nvSpPr>
          <p:cNvPr id="10" name="Title Placeholder 1">
            <a:extLst>
              <a:ext uri="{FF2B5EF4-FFF2-40B4-BE49-F238E27FC236}">
                <a16:creationId xmlns:a16="http://schemas.microsoft.com/office/drawing/2014/main" id="{FC196ADF-3AA8-553B-6889-DE1AA64B16DB}"/>
              </a:ext>
            </a:extLst>
          </p:cNvPr>
          <p:cNvSpPr>
            <a:spLocks noGrp="1"/>
          </p:cNvSpPr>
          <p:nvPr>
            <p:ph type="title"/>
          </p:nvPr>
        </p:nvSpPr>
        <p:spPr>
          <a:xfrm>
            <a:off x="762000" y="329514"/>
            <a:ext cx="3924300" cy="779842"/>
          </a:xfrm>
          <a:prstGeom prst="rect">
            <a:avLst/>
          </a:prstGeom>
        </p:spPr>
        <p:txBody>
          <a:bodyPr vert="horz" lIns="0" tIns="91440" rIns="91440" bIns="91440" rtlCol="0" anchor="t" anchorCtr="0">
            <a:noAutofit/>
          </a:bodyPr>
          <a:lstStyle>
            <a:lvl1pPr>
              <a:defRPr lang="en-US" sz="3400" b="0" i="0" kern="1200" dirty="0">
                <a:solidFill>
                  <a:schemeClr val="tx1"/>
                </a:solidFill>
                <a:latin typeface="Aptos Light" panose="020B0004020202020204" pitchFamily="34" charset="0"/>
                <a:ea typeface="Inter Medium" panose="02000503000000020004" pitchFamily="2" charset="0"/>
                <a:cs typeface="+mj-cs"/>
              </a:defRPr>
            </a:lvl1pPr>
          </a:lstStyle>
          <a:p>
            <a:r>
              <a:rPr lang="en-US"/>
              <a:t>Click to edit Master title style</a:t>
            </a:r>
          </a:p>
        </p:txBody>
      </p:sp>
      <p:sp>
        <p:nvSpPr>
          <p:cNvPr id="8" name="Slide Number Placeholder 6">
            <a:extLst>
              <a:ext uri="{FF2B5EF4-FFF2-40B4-BE49-F238E27FC236}">
                <a16:creationId xmlns:a16="http://schemas.microsoft.com/office/drawing/2014/main" id="{03F2541D-2FCE-31F0-ABA8-0D07CD75552B}"/>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Tree>
    <p:extLst>
      <p:ext uri="{BB962C8B-B14F-4D97-AF65-F5344CB8AC3E}">
        <p14:creationId xmlns:p14="http://schemas.microsoft.com/office/powerpoint/2010/main" val="189063618"/>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827951F-06A0-19B8-1CBD-202F3389BDB6}"/>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
        <p:nvSpPr>
          <p:cNvPr id="12" name="Title Placeholder 1">
            <a:extLst>
              <a:ext uri="{FF2B5EF4-FFF2-40B4-BE49-F238E27FC236}">
                <a16:creationId xmlns:a16="http://schemas.microsoft.com/office/drawing/2014/main" id="{3A1A4D75-43EC-5495-5018-9F786CC3E913}"/>
              </a:ext>
            </a:extLst>
          </p:cNvPr>
          <p:cNvSpPr>
            <a:spLocks noGrp="1"/>
          </p:cNvSpPr>
          <p:nvPr>
            <p:ph type="title"/>
          </p:nvPr>
        </p:nvSpPr>
        <p:spPr>
          <a:xfrm>
            <a:off x="762000" y="329514"/>
            <a:ext cx="12563475" cy="731520"/>
          </a:xfrm>
          <a:prstGeom prst="rect">
            <a:avLst/>
          </a:prstGeom>
        </p:spPr>
        <p:txBody>
          <a:bodyPr vert="horz" lIns="0" tIns="91440" rIns="91440" bIns="91440" rtlCol="0" anchor="t" anchorCtr="0">
            <a:noAutofit/>
          </a:bodyPr>
          <a:lstStyle/>
          <a:p>
            <a:r>
              <a:rPr lang="en-US"/>
              <a:t>Click to edit Master title style</a:t>
            </a:r>
          </a:p>
        </p:txBody>
      </p:sp>
      <p:sp>
        <p:nvSpPr>
          <p:cNvPr id="4" name="Content Placeholder 1">
            <a:extLst>
              <a:ext uri="{FF2B5EF4-FFF2-40B4-BE49-F238E27FC236}">
                <a16:creationId xmlns:a16="http://schemas.microsoft.com/office/drawing/2014/main" id="{2650C330-59E4-D388-30FD-09F786A37196}"/>
              </a:ext>
            </a:extLst>
          </p:cNvPr>
          <p:cNvSpPr>
            <a:spLocks noGrp="1"/>
          </p:cNvSpPr>
          <p:nvPr>
            <p:ph sz="quarter" idx="21" hasCustomPrompt="1"/>
          </p:nvPr>
        </p:nvSpPr>
        <p:spPr>
          <a:xfrm>
            <a:off x="761999" y="1483105"/>
            <a:ext cx="6091238" cy="397823"/>
          </a:xfrm>
        </p:spPr>
        <p:txBody>
          <a:bodyPr anchor="b" anchorCtr="0"/>
          <a:lstStyle>
            <a:lvl1pPr>
              <a:lnSpc>
                <a:spcPct val="90000"/>
              </a:lnSpc>
              <a:defRPr sz="2000" b="1" i="0">
                <a:solidFill>
                  <a:schemeClr val="accent1"/>
                </a:solidFill>
                <a:latin typeface="Aptos" panose="020B0004020202020204" pitchFamily="34" charset="0"/>
              </a:defRPr>
            </a:lvl1pPr>
          </a:lstStyle>
          <a:p>
            <a:pPr lvl="0"/>
            <a:r>
              <a:rPr lang="en-US"/>
              <a:t>Header 20pt. Aptos Bold</a:t>
            </a:r>
          </a:p>
        </p:txBody>
      </p:sp>
      <p:sp>
        <p:nvSpPr>
          <p:cNvPr id="8" name="Text Placeholder 13">
            <a:extLst>
              <a:ext uri="{FF2B5EF4-FFF2-40B4-BE49-F238E27FC236}">
                <a16:creationId xmlns:a16="http://schemas.microsoft.com/office/drawing/2014/main" id="{514D4C09-87B7-76E1-847F-F673224CD46E}"/>
              </a:ext>
            </a:extLst>
          </p:cNvPr>
          <p:cNvSpPr>
            <a:spLocks noGrp="1"/>
          </p:cNvSpPr>
          <p:nvPr>
            <p:ph type="body" sz="quarter" idx="25"/>
          </p:nvPr>
        </p:nvSpPr>
        <p:spPr>
          <a:xfrm>
            <a:off x="762000" y="2040743"/>
            <a:ext cx="6091238" cy="4055257"/>
          </a:xfrm>
        </p:spPr>
        <p:txBody>
          <a:bodyPr/>
          <a:lstStyle>
            <a:lvl1pPr marL="0" indent="0">
              <a:buClr>
                <a:schemeClr val="tx1"/>
              </a:buClr>
              <a:buFont typeface="Wingdings" panose="05000000000000000000" pitchFamily="2" charset="2"/>
              <a:buNone/>
              <a:defRPr sz="1800">
                <a:latin typeface="Aptos" panose="020B0004020202020204" pitchFamily="34" charset="0"/>
              </a:defRPr>
            </a:lvl1pPr>
            <a:lvl2pPr>
              <a:buClr>
                <a:schemeClr val="tx1"/>
              </a:buClr>
              <a:defRPr sz="1600">
                <a:latin typeface="Aptos" panose="020B0004020202020204" pitchFamily="34" charset="0"/>
              </a:defRPr>
            </a:lvl2pPr>
            <a:lvl3pPr>
              <a:buClr>
                <a:schemeClr val="tx1"/>
              </a:buClr>
              <a:defRPr sz="1400">
                <a:latin typeface="Aptos" panose="020B0004020202020204" pitchFamily="34" charset="0"/>
              </a:defRPr>
            </a:lvl3pPr>
            <a:lvl4pPr>
              <a:buClr>
                <a:schemeClr val="tx1"/>
              </a:buClr>
              <a:defRPr sz="1200">
                <a:latin typeface="Aptos" panose="020B0004020202020204" pitchFamily="34" charset="0"/>
              </a:defRPr>
            </a:lvl4pPr>
            <a:lvl5pPr>
              <a:buClr>
                <a:schemeClr val="tx1"/>
              </a:buClr>
              <a:defRPr sz="12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a:extLst>
              <a:ext uri="{FF2B5EF4-FFF2-40B4-BE49-F238E27FC236}">
                <a16:creationId xmlns:a16="http://schemas.microsoft.com/office/drawing/2014/main" id="{EF303609-4EE9-B10A-A621-4F0BF607F53D}"/>
              </a:ext>
            </a:extLst>
          </p:cNvPr>
          <p:cNvSpPr>
            <a:spLocks noGrp="1"/>
          </p:cNvSpPr>
          <p:nvPr>
            <p:ph sz="quarter" idx="26" hasCustomPrompt="1"/>
          </p:nvPr>
        </p:nvSpPr>
        <p:spPr>
          <a:xfrm>
            <a:off x="7239000" y="1483105"/>
            <a:ext cx="6086475" cy="397823"/>
          </a:xfrm>
        </p:spPr>
        <p:txBody>
          <a:bodyPr anchor="b" anchorCtr="0"/>
          <a:lstStyle>
            <a:lvl1pPr>
              <a:lnSpc>
                <a:spcPct val="90000"/>
              </a:lnSpc>
              <a:defRPr sz="2000" b="1" i="0">
                <a:solidFill>
                  <a:schemeClr val="accent1"/>
                </a:solidFill>
                <a:latin typeface="Aptos" panose="020B0004020202020204" pitchFamily="34" charset="0"/>
              </a:defRPr>
            </a:lvl1pPr>
          </a:lstStyle>
          <a:p>
            <a:pPr lvl="0"/>
            <a:r>
              <a:rPr lang="en-US"/>
              <a:t>Header 20pt. Aptos Bold</a:t>
            </a:r>
          </a:p>
        </p:txBody>
      </p:sp>
      <p:sp>
        <p:nvSpPr>
          <p:cNvPr id="5" name="Text Placeholder 13">
            <a:extLst>
              <a:ext uri="{FF2B5EF4-FFF2-40B4-BE49-F238E27FC236}">
                <a16:creationId xmlns:a16="http://schemas.microsoft.com/office/drawing/2014/main" id="{05C87F47-3493-EDDF-3AC9-46047C878BFA}"/>
              </a:ext>
            </a:extLst>
          </p:cNvPr>
          <p:cNvSpPr>
            <a:spLocks noGrp="1"/>
          </p:cNvSpPr>
          <p:nvPr>
            <p:ph type="body" sz="quarter" idx="27"/>
          </p:nvPr>
        </p:nvSpPr>
        <p:spPr>
          <a:xfrm>
            <a:off x="7239001" y="2040743"/>
            <a:ext cx="6086474" cy="4055257"/>
          </a:xfrm>
        </p:spPr>
        <p:txBody>
          <a:bodyPr/>
          <a:lstStyle>
            <a:lvl1pPr marL="0" indent="0">
              <a:buClr>
                <a:schemeClr val="tx1"/>
              </a:buClr>
              <a:buFont typeface="Wingdings" panose="05000000000000000000" pitchFamily="2" charset="2"/>
              <a:buNone/>
              <a:defRPr sz="1800">
                <a:latin typeface="Aptos" panose="020B0004020202020204" pitchFamily="34" charset="0"/>
              </a:defRPr>
            </a:lvl1pPr>
            <a:lvl2pPr>
              <a:buClr>
                <a:schemeClr val="tx1"/>
              </a:buClr>
              <a:defRPr sz="1600">
                <a:latin typeface="Aptos" panose="020B0004020202020204" pitchFamily="34" charset="0"/>
              </a:defRPr>
            </a:lvl2pPr>
            <a:lvl3pPr>
              <a:buClr>
                <a:schemeClr val="tx1"/>
              </a:buClr>
              <a:defRPr sz="1400">
                <a:latin typeface="Aptos" panose="020B0004020202020204" pitchFamily="34" charset="0"/>
              </a:defRPr>
            </a:lvl3pPr>
            <a:lvl4pPr>
              <a:buClr>
                <a:schemeClr val="tx1"/>
              </a:buClr>
              <a:defRPr sz="1200">
                <a:latin typeface="Aptos" panose="020B0004020202020204" pitchFamily="34" charset="0"/>
              </a:defRPr>
            </a:lvl4pPr>
            <a:lvl5pPr>
              <a:buClr>
                <a:schemeClr val="tx1"/>
              </a:buClr>
              <a:defRPr sz="12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2112500"/>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Image 1/2 (White)">
    <p:bg>
      <p:bgPr>
        <a:solidFill>
          <a:schemeClr val="bg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A6993D94-3F3C-E22E-C28F-A8763106B48C}"/>
              </a:ext>
            </a:extLst>
          </p:cNvPr>
          <p:cNvSpPr>
            <a:spLocks noGrp="1"/>
          </p:cNvSpPr>
          <p:nvPr>
            <p:ph type="pic" sz="quarter" idx="10"/>
          </p:nvPr>
        </p:nvSpPr>
        <p:spPr>
          <a:xfrm>
            <a:off x="6858000" y="0"/>
            <a:ext cx="6858000" cy="6858000"/>
          </a:xfrm>
          <a:solidFill>
            <a:srgbClr val="828282"/>
          </a:solidFill>
        </p:spPr>
        <p:txBody>
          <a:bodyPr/>
          <a:lstStyle/>
          <a:p>
            <a:r>
              <a:rPr lang="en-US"/>
              <a:t>Click icon to add picture</a:t>
            </a:r>
          </a:p>
        </p:txBody>
      </p:sp>
      <p:sp>
        <p:nvSpPr>
          <p:cNvPr id="7" name="Content Placeholder 2">
            <a:extLst>
              <a:ext uri="{FF2B5EF4-FFF2-40B4-BE49-F238E27FC236}">
                <a16:creationId xmlns:a16="http://schemas.microsoft.com/office/drawing/2014/main" id="{7859951E-7AF8-3E3F-4B52-A1E0A0E51928}"/>
              </a:ext>
            </a:extLst>
          </p:cNvPr>
          <p:cNvSpPr>
            <a:spLocks noGrp="1"/>
          </p:cNvSpPr>
          <p:nvPr>
            <p:ph sz="half" idx="1"/>
          </p:nvPr>
        </p:nvSpPr>
        <p:spPr>
          <a:xfrm>
            <a:off x="762001" y="2052000"/>
            <a:ext cx="5018088" cy="4044000"/>
          </a:xfrm>
        </p:spPr>
        <p:txBody>
          <a:bodyPr lIns="0" tIns="91440" bIns="91440">
            <a:normAutofit/>
          </a:bodyPr>
          <a:lstStyle>
            <a:lvl1pPr>
              <a:defRPr sz="2000">
                <a:solidFill>
                  <a:schemeClr val="tx1"/>
                </a:solidFill>
              </a:defRPr>
            </a:lvl1pPr>
            <a:lvl2pPr>
              <a:buClr>
                <a:schemeClr val="tx1"/>
              </a:buClr>
              <a:defRPr sz="1600">
                <a:solidFill>
                  <a:schemeClr val="tx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p:txBody>
      </p:sp>
      <p:sp>
        <p:nvSpPr>
          <p:cNvPr id="8" name="Title Placeholder 1">
            <a:extLst>
              <a:ext uri="{FF2B5EF4-FFF2-40B4-BE49-F238E27FC236}">
                <a16:creationId xmlns:a16="http://schemas.microsoft.com/office/drawing/2014/main" id="{D95FB09C-8B9A-30D6-810D-FDC0E69F5648}"/>
              </a:ext>
            </a:extLst>
          </p:cNvPr>
          <p:cNvSpPr>
            <a:spLocks noGrp="1"/>
          </p:cNvSpPr>
          <p:nvPr>
            <p:ph type="title"/>
          </p:nvPr>
        </p:nvSpPr>
        <p:spPr>
          <a:xfrm>
            <a:off x="762000" y="329514"/>
            <a:ext cx="5018087" cy="779842"/>
          </a:xfrm>
          <a:prstGeom prst="rect">
            <a:avLst/>
          </a:prstGeom>
        </p:spPr>
        <p:txBody>
          <a:bodyPr vert="horz" lIns="0" tIns="91440" rIns="91440" bIns="91440" rtlCol="0" anchor="t" anchorCtr="0">
            <a:noAutofit/>
          </a:bodyPr>
          <a:lstStyle>
            <a:lvl1pPr>
              <a:defRPr lang="en-US" sz="3400" b="0" i="0" kern="1200" dirty="0">
                <a:solidFill>
                  <a:schemeClr val="tx1"/>
                </a:solidFill>
                <a:latin typeface="Aptos Light" panose="020B0004020202020204" pitchFamily="34" charset="0"/>
                <a:ea typeface="Inter Medium" panose="02000503000000020004" pitchFamily="2" charset="0"/>
                <a:cs typeface="+mj-cs"/>
              </a:defRPr>
            </a:lvl1pPr>
          </a:lstStyle>
          <a:p>
            <a:r>
              <a:rPr lang="en-US"/>
              <a:t>Click to edit Master title style</a:t>
            </a:r>
          </a:p>
        </p:txBody>
      </p:sp>
      <p:sp>
        <p:nvSpPr>
          <p:cNvPr id="4" name="Slide Number Placeholder 6">
            <a:extLst>
              <a:ext uri="{FF2B5EF4-FFF2-40B4-BE49-F238E27FC236}">
                <a16:creationId xmlns:a16="http://schemas.microsoft.com/office/drawing/2014/main" id="{C514B7E8-9FFA-149D-E14D-EB81D3D73867}"/>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Tree>
    <p:extLst>
      <p:ext uri="{BB962C8B-B14F-4D97-AF65-F5344CB8AC3E}">
        <p14:creationId xmlns:p14="http://schemas.microsoft.com/office/powerpoint/2010/main" val="2547505481"/>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Thank you (Ciena Red))">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84BACC4-75FC-5237-096C-D1DAFE69EDE7}"/>
              </a:ext>
            </a:extLst>
          </p:cNvPr>
          <p:cNvGrpSpPr/>
          <p:nvPr userDrawn="1"/>
        </p:nvGrpSpPr>
        <p:grpSpPr>
          <a:xfrm>
            <a:off x="0" y="0"/>
            <a:ext cx="381000" cy="6858000"/>
            <a:chOff x="0" y="0"/>
            <a:chExt cx="381000" cy="6858000"/>
          </a:xfrm>
        </p:grpSpPr>
        <p:sp>
          <p:nvSpPr>
            <p:cNvPr id="5" name="Rectangle 4">
              <a:extLst>
                <a:ext uri="{FF2B5EF4-FFF2-40B4-BE49-F238E27FC236}">
                  <a16:creationId xmlns:a16="http://schemas.microsoft.com/office/drawing/2014/main" id="{38F989EF-F675-9402-1741-C7B38923DD2D}"/>
                </a:ext>
              </a:extLst>
            </p:cNvPr>
            <p:cNvSpPr/>
            <p:nvPr userDrawn="1"/>
          </p:nvSpPr>
          <p:spPr>
            <a:xfrm>
              <a:off x="0" y="1136822"/>
              <a:ext cx="381000" cy="5721178"/>
            </a:xfrm>
            <a:prstGeom prst="rect">
              <a:avLst/>
            </a:prstGeom>
            <a:solidFill>
              <a:srgbClr val="B9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8" name="Rectangle 7">
              <a:extLst>
                <a:ext uri="{FF2B5EF4-FFF2-40B4-BE49-F238E27FC236}">
                  <a16:creationId xmlns:a16="http://schemas.microsoft.com/office/drawing/2014/main" id="{6E1C8765-0E3F-75D0-34AB-EF953C926514}"/>
                </a:ext>
              </a:extLst>
            </p:cNvPr>
            <p:cNvSpPr/>
            <p:nvPr userDrawn="1"/>
          </p:nvSpPr>
          <p:spPr>
            <a:xfrm>
              <a:off x="0" y="0"/>
              <a:ext cx="381000" cy="381000"/>
            </a:xfrm>
            <a:prstGeom prst="rect">
              <a:avLst/>
            </a:prstGeom>
            <a:solidFill>
              <a:srgbClr val="5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0" name="Rectangle 9">
              <a:extLst>
                <a:ext uri="{FF2B5EF4-FFF2-40B4-BE49-F238E27FC236}">
                  <a16:creationId xmlns:a16="http://schemas.microsoft.com/office/drawing/2014/main" id="{DB1FFD29-8F8A-23A7-C734-930050687C81}"/>
                </a:ext>
              </a:extLst>
            </p:cNvPr>
            <p:cNvSpPr/>
            <p:nvPr userDrawn="1"/>
          </p:nvSpPr>
          <p:spPr>
            <a:xfrm>
              <a:off x="0" y="381000"/>
              <a:ext cx="381000" cy="381000"/>
            </a:xfrm>
            <a:prstGeom prst="rect">
              <a:avLst/>
            </a:prstGeom>
            <a:solidFill>
              <a:srgbClr val="7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1" name="Rectangle 10">
              <a:extLst>
                <a:ext uri="{FF2B5EF4-FFF2-40B4-BE49-F238E27FC236}">
                  <a16:creationId xmlns:a16="http://schemas.microsoft.com/office/drawing/2014/main" id="{38C13DEC-B4D5-D43C-D615-6BEE8047184A}"/>
                </a:ext>
              </a:extLst>
            </p:cNvPr>
            <p:cNvSpPr/>
            <p:nvPr userDrawn="1"/>
          </p:nvSpPr>
          <p:spPr>
            <a:xfrm>
              <a:off x="0" y="762000"/>
              <a:ext cx="381000" cy="381000"/>
            </a:xfrm>
            <a:prstGeom prst="rect">
              <a:avLst/>
            </a:prstGeom>
            <a:solidFill>
              <a:srgbClr val="960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grpSp>
      <p:sp>
        <p:nvSpPr>
          <p:cNvPr id="2" name="Slide Number Placeholder 4">
            <a:extLst>
              <a:ext uri="{FF2B5EF4-FFF2-40B4-BE49-F238E27FC236}">
                <a16:creationId xmlns:a16="http://schemas.microsoft.com/office/drawing/2014/main" id="{A3092F81-90EB-4AC0-B8BE-0E50524F15A9}"/>
              </a:ext>
            </a:extLst>
          </p:cNvPr>
          <p:cNvSpPr>
            <a:spLocks noGrp="1"/>
          </p:cNvSpPr>
          <p:nvPr>
            <p:ph type="sldNum" sz="quarter" idx="12"/>
          </p:nvPr>
        </p:nvSpPr>
        <p:spPr>
          <a:xfrm>
            <a:off x="0" y="6492875"/>
            <a:ext cx="381000" cy="365125"/>
          </a:xfrm>
          <a:prstGeom prst="rect">
            <a:avLst/>
          </a:prstGeom>
        </p:spPr>
        <p:txBody>
          <a:bodyPr lIns="91440" tIns="91440" bIns="91440"/>
          <a:lstStyle>
            <a:lvl1pPr algn="ctr">
              <a:defRPr/>
            </a:lvl1pPr>
          </a:lstStyle>
          <a:p>
            <a:fld id="{58C6886B-EF46-4342-BAF8-0CFF5EB43B5E}" type="slidenum">
              <a:rPr lang="en-US" smtClean="0"/>
              <a:pPr/>
              <a:t>‹#›</a:t>
            </a:fld>
            <a:endParaRPr lang="en-US"/>
          </a:p>
        </p:txBody>
      </p:sp>
    </p:spTree>
    <p:extLst>
      <p:ext uri="{BB962C8B-B14F-4D97-AF65-F5344CB8AC3E}">
        <p14:creationId xmlns:p14="http://schemas.microsoft.com/office/powerpoint/2010/main" val="2903533660"/>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Cover (Ciena Red)">
    <p:bg>
      <p:bgPr>
        <a:solidFill>
          <a:schemeClr val="accent1"/>
        </a:solidFill>
        <a:effectLst/>
      </p:bgPr>
    </p:bg>
    <p:spTree>
      <p:nvGrpSpPr>
        <p:cNvPr id="1" name=""/>
        <p:cNvGrpSpPr/>
        <p:nvPr/>
      </p:nvGrpSpPr>
      <p:grpSpPr>
        <a:xfrm>
          <a:off x="0" y="0"/>
          <a:ext cx="0" cy="0"/>
          <a:chOff x="0" y="0"/>
          <a:chExt cx="0" cy="0"/>
        </a:xfrm>
      </p:grpSpPr>
      <p:sp>
        <p:nvSpPr>
          <p:cNvPr id="19" name="Text Placeholder 2">
            <a:extLst>
              <a:ext uri="{FF2B5EF4-FFF2-40B4-BE49-F238E27FC236}">
                <a16:creationId xmlns:a16="http://schemas.microsoft.com/office/drawing/2014/main" id="{2440FFD4-1241-3F14-41C8-CA2E5FC5459A}"/>
              </a:ext>
            </a:extLst>
          </p:cNvPr>
          <p:cNvSpPr>
            <a:spLocks noGrp="1"/>
          </p:cNvSpPr>
          <p:nvPr>
            <p:ph idx="12"/>
          </p:nvPr>
        </p:nvSpPr>
        <p:spPr>
          <a:xfrm>
            <a:off x="762000" y="5840816"/>
            <a:ext cx="7183438" cy="395140"/>
          </a:xfrm>
          <a:prstGeom prst="rect">
            <a:avLst/>
          </a:prstGeom>
        </p:spPr>
        <p:txBody>
          <a:bodyPr vert="horz" lIns="0" tIns="91440" rIns="91440" bIns="91440" rtlCol="0">
            <a:noAutofit/>
          </a:bodyPr>
          <a:lstStyle>
            <a:lvl1pPr marL="0" indent="0">
              <a:buNone/>
              <a:defRPr sz="16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Click to edit Master text styles</a:t>
            </a:r>
          </a:p>
        </p:txBody>
      </p:sp>
      <p:sp>
        <p:nvSpPr>
          <p:cNvPr id="2" name="Text Placeholder 2">
            <a:extLst>
              <a:ext uri="{FF2B5EF4-FFF2-40B4-BE49-F238E27FC236}">
                <a16:creationId xmlns:a16="http://schemas.microsoft.com/office/drawing/2014/main" id="{88A97426-8B2E-5A6D-B774-A18D0369988D}"/>
              </a:ext>
            </a:extLst>
          </p:cNvPr>
          <p:cNvSpPr>
            <a:spLocks noGrp="1"/>
          </p:cNvSpPr>
          <p:nvPr>
            <p:ph type="body" idx="1"/>
          </p:nvPr>
        </p:nvSpPr>
        <p:spPr>
          <a:xfrm>
            <a:off x="762001" y="3776664"/>
            <a:ext cx="10415587" cy="1500187"/>
          </a:xfrm>
        </p:spPr>
        <p:txBody>
          <a:bodyPr lIns="0" tIns="91440" bIns="91440"/>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3" name="Title 1">
            <a:extLst>
              <a:ext uri="{FF2B5EF4-FFF2-40B4-BE49-F238E27FC236}">
                <a16:creationId xmlns:a16="http://schemas.microsoft.com/office/drawing/2014/main" id="{917DAC88-F361-7312-D7D9-BBE929A76F74}"/>
              </a:ext>
            </a:extLst>
          </p:cNvPr>
          <p:cNvSpPr>
            <a:spLocks noGrp="1"/>
          </p:cNvSpPr>
          <p:nvPr>
            <p:ph type="title"/>
          </p:nvPr>
        </p:nvSpPr>
        <p:spPr>
          <a:xfrm>
            <a:off x="762001" y="1760539"/>
            <a:ext cx="10415587" cy="1978342"/>
          </a:xfrm>
        </p:spPr>
        <p:txBody>
          <a:bodyPr lIns="0" tIns="91440" bIns="91440" anchor="b"/>
          <a:lstStyle>
            <a:lvl1pPr>
              <a:defRPr sz="6000">
                <a:solidFill>
                  <a:schemeClr val="bg1"/>
                </a:solidFill>
              </a:defRPr>
            </a:lvl1pPr>
          </a:lstStyle>
          <a:p>
            <a:r>
              <a:rPr lang="en-US"/>
              <a:t>Click to edit Master title style</a:t>
            </a:r>
          </a:p>
        </p:txBody>
      </p:sp>
      <p:grpSp>
        <p:nvGrpSpPr>
          <p:cNvPr id="9" name="Group 8">
            <a:extLst>
              <a:ext uri="{FF2B5EF4-FFF2-40B4-BE49-F238E27FC236}">
                <a16:creationId xmlns:a16="http://schemas.microsoft.com/office/drawing/2014/main" id="{AF5A03AB-6929-456C-1143-1A65CC2D3CAF}"/>
              </a:ext>
            </a:extLst>
          </p:cNvPr>
          <p:cNvGrpSpPr/>
          <p:nvPr userDrawn="1"/>
        </p:nvGrpSpPr>
        <p:grpSpPr>
          <a:xfrm>
            <a:off x="0" y="0"/>
            <a:ext cx="381000" cy="6858000"/>
            <a:chOff x="0" y="0"/>
            <a:chExt cx="381000" cy="6858000"/>
          </a:xfrm>
        </p:grpSpPr>
        <p:sp>
          <p:nvSpPr>
            <p:cNvPr id="10" name="Rectangle 9">
              <a:extLst>
                <a:ext uri="{FF2B5EF4-FFF2-40B4-BE49-F238E27FC236}">
                  <a16:creationId xmlns:a16="http://schemas.microsoft.com/office/drawing/2014/main" id="{5ED0FA43-6D1E-5D64-94B7-610581901C38}"/>
                </a:ext>
              </a:extLst>
            </p:cNvPr>
            <p:cNvSpPr/>
            <p:nvPr userDrawn="1"/>
          </p:nvSpPr>
          <p:spPr>
            <a:xfrm>
              <a:off x="0" y="1136822"/>
              <a:ext cx="381000" cy="5721178"/>
            </a:xfrm>
            <a:prstGeom prst="rect">
              <a:avLst/>
            </a:prstGeom>
            <a:solidFill>
              <a:srgbClr val="B9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1" name="Rectangle 10">
              <a:extLst>
                <a:ext uri="{FF2B5EF4-FFF2-40B4-BE49-F238E27FC236}">
                  <a16:creationId xmlns:a16="http://schemas.microsoft.com/office/drawing/2014/main" id="{4E75E0B5-2AC0-DE24-1A25-8866F9528228}"/>
                </a:ext>
              </a:extLst>
            </p:cNvPr>
            <p:cNvSpPr/>
            <p:nvPr userDrawn="1"/>
          </p:nvSpPr>
          <p:spPr>
            <a:xfrm>
              <a:off x="0" y="0"/>
              <a:ext cx="381000" cy="381000"/>
            </a:xfrm>
            <a:prstGeom prst="rect">
              <a:avLst/>
            </a:prstGeom>
            <a:solidFill>
              <a:srgbClr val="5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2" name="Rectangle 11">
              <a:extLst>
                <a:ext uri="{FF2B5EF4-FFF2-40B4-BE49-F238E27FC236}">
                  <a16:creationId xmlns:a16="http://schemas.microsoft.com/office/drawing/2014/main" id="{7431A1E8-EA64-EEF5-D9E6-AEE6A06561C4}"/>
                </a:ext>
              </a:extLst>
            </p:cNvPr>
            <p:cNvSpPr/>
            <p:nvPr userDrawn="1"/>
          </p:nvSpPr>
          <p:spPr>
            <a:xfrm>
              <a:off x="0" y="381000"/>
              <a:ext cx="381000" cy="381000"/>
            </a:xfrm>
            <a:prstGeom prst="rect">
              <a:avLst/>
            </a:prstGeom>
            <a:solidFill>
              <a:srgbClr val="7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3" name="Rectangle 12">
              <a:extLst>
                <a:ext uri="{FF2B5EF4-FFF2-40B4-BE49-F238E27FC236}">
                  <a16:creationId xmlns:a16="http://schemas.microsoft.com/office/drawing/2014/main" id="{863181AE-50A3-3844-5810-D2DED5A2FCE6}"/>
                </a:ext>
              </a:extLst>
            </p:cNvPr>
            <p:cNvSpPr/>
            <p:nvPr userDrawn="1"/>
          </p:nvSpPr>
          <p:spPr>
            <a:xfrm>
              <a:off x="0" y="762000"/>
              <a:ext cx="381000" cy="381000"/>
            </a:xfrm>
            <a:prstGeom prst="rect">
              <a:avLst/>
            </a:prstGeom>
            <a:solidFill>
              <a:srgbClr val="960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grpSp>
    </p:spTree>
    <p:extLst>
      <p:ext uri="{BB962C8B-B14F-4D97-AF65-F5344CB8AC3E}">
        <p14:creationId xmlns:p14="http://schemas.microsoft.com/office/powerpoint/2010/main" val="948771863"/>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Image + Text (White)">
    <p:bg>
      <p:bgPr>
        <a:solidFill>
          <a:schemeClr val="bg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A6993D94-3F3C-E22E-C28F-A8763106B48C}"/>
              </a:ext>
            </a:extLst>
          </p:cNvPr>
          <p:cNvSpPr>
            <a:spLocks noGrp="1"/>
          </p:cNvSpPr>
          <p:nvPr>
            <p:ph type="pic" sz="quarter" idx="10"/>
          </p:nvPr>
        </p:nvSpPr>
        <p:spPr>
          <a:xfrm>
            <a:off x="5078413" y="0"/>
            <a:ext cx="8637587" cy="6858000"/>
          </a:xfrm>
          <a:solidFill>
            <a:srgbClr val="828282"/>
          </a:solidFill>
        </p:spPr>
        <p:txBody>
          <a:bodyPr/>
          <a:lstStyle/>
          <a:p>
            <a:r>
              <a:rPr lang="en-US"/>
              <a:t>Click icon to add picture</a:t>
            </a:r>
          </a:p>
        </p:txBody>
      </p:sp>
      <p:sp>
        <p:nvSpPr>
          <p:cNvPr id="584" name="Content Placeholder 2">
            <a:extLst>
              <a:ext uri="{FF2B5EF4-FFF2-40B4-BE49-F238E27FC236}">
                <a16:creationId xmlns:a16="http://schemas.microsoft.com/office/drawing/2014/main" id="{83EA72BC-9500-E3F5-45DD-DD9C3B164D42}"/>
              </a:ext>
            </a:extLst>
          </p:cNvPr>
          <p:cNvSpPr>
            <a:spLocks noGrp="1"/>
          </p:cNvSpPr>
          <p:nvPr>
            <p:ph sz="half" idx="1"/>
          </p:nvPr>
        </p:nvSpPr>
        <p:spPr>
          <a:xfrm>
            <a:off x="762000" y="2051998"/>
            <a:ext cx="3924300" cy="4044002"/>
          </a:xfrm>
        </p:spPr>
        <p:txBody>
          <a:bodyPr lIns="0" tIns="91440" bIns="91440">
            <a:noAutofit/>
          </a:bodyPr>
          <a:lstStyle>
            <a:lvl1pPr marL="0" indent="0">
              <a:buFont typeface="Wingdings" panose="05000000000000000000" pitchFamily="2" charset="2"/>
              <a:buNone/>
              <a:defRPr sz="1400">
                <a:solidFill>
                  <a:schemeClr val="tx1"/>
                </a:solidFill>
              </a:defRPr>
            </a:lvl1pPr>
            <a:lvl2pPr marL="460375" indent="-230188">
              <a:buClr>
                <a:schemeClr val="tx1"/>
              </a:buClr>
              <a:buFont typeface="Wingdings" panose="05000000000000000000" pitchFamily="2" charset="2"/>
              <a:buChar char="§"/>
              <a:defRPr sz="1400">
                <a:solidFill>
                  <a:schemeClr val="tx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p:txBody>
      </p:sp>
      <p:sp>
        <p:nvSpPr>
          <p:cNvPr id="10" name="Title Placeholder 1">
            <a:extLst>
              <a:ext uri="{FF2B5EF4-FFF2-40B4-BE49-F238E27FC236}">
                <a16:creationId xmlns:a16="http://schemas.microsoft.com/office/drawing/2014/main" id="{FC196ADF-3AA8-553B-6889-DE1AA64B16DB}"/>
              </a:ext>
            </a:extLst>
          </p:cNvPr>
          <p:cNvSpPr>
            <a:spLocks noGrp="1"/>
          </p:cNvSpPr>
          <p:nvPr>
            <p:ph type="title"/>
          </p:nvPr>
        </p:nvSpPr>
        <p:spPr>
          <a:xfrm>
            <a:off x="762000" y="329514"/>
            <a:ext cx="3924300" cy="779842"/>
          </a:xfrm>
          <a:prstGeom prst="rect">
            <a:avLst/>
          </a:prstGeom>
        </p:spPr>
        <p:txBody>
          <a:bodyPr vert="horz" lIns="0" tIns="91440" rIns="91440" bIns="91440" rtlCol="0" anchor="t" anchorCtr="0">
            <a:noAutofit/>
          </a:bodyPr>
          <a:lstStyle>
            <a:lvl1pPr>
              <a:defRPr lang="en-US" sz="3400" b="0" i="0" kern="1200" dirty="0">
                <a:solidFill>
                  <a:schemeClr val="tx1"/>
                </a:solidFill>
                <a:latin typeface="Aptos Light" panose="020B0004020202020204" pitchFamily="34" charset="0"/>
                <a:ea typeface="Inter Medium" panose="02000503000000020004" pitchFamily="2" charset="0"/>
                <a:cs typeface="+mj-cs"/>
              </a:defRPr>
            </a:lvl1pPr>
          </a:lstStyle>
          <a:p>
            <a:r>
              <a:rPr lang="en-US"/>
              <a:t>Click to edit Master title style</a:t>
            </a:r>
          </a:p>
        </p:txBody>
      </p:sp>
      <p:sp>
        <p:nvSpPr>
          <p:cNvPr id="8" name="Slide Number Placeholder 6">
            <a:extLst>
              <a:ext uri="{FF2B5EF4-FFF2-40B4-BE49-F238E27FC236}">
                <a16:creationId xmlns:a16="http://schemas.microsoft.com/office/drawing/2014/main" id="{03F2541D-2FCE-31F0-ABA8-0D07CD75552B}"/>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Tree>
    <p:extLst>
      <p:ext uri="{BB962C8B-B14F-4D97-AF65-F5344CB8AC3E}">
        <p14:creationId xmlns:p14="http://schemas.microsoft.com/office/powerpoint/2010/main" val="437480593"/>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827951F-06A0-19B8-1CBD-202F3389BDB6}"/>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
        <p:nvSpPr>
          <p:cNvPr id="12" name="Title Placeholder 1">
            <a:extLst>
              <a:ext uri="{FF2B5EF4-FFF2-40B4-BE49-F238E27FC236}">
                <a16:creationId xmlns:a16="http://schemas.microsoft.com/office/drawing/2014/main" id="{3A1A4D75-43EC-5495-5018-9F786CC3E913}"/>
              </a:ext>
            </a:extLst>
          </p:cNvPr>
          <p:cNvSpPr>
            <a:spLocks noGrp="1"/>
          </p:cNvSpPr>
          <p:nvPr>
            <p:ph type="title"/>
          </p:nvPr>
        </p:nvSpPr>
        <p:spPr>
          <a:xfrm>
            <a:off x="762000" y="329514"/>
            <a:ext cx="12563475" cy="731520"/>
          </a:xfrm>
          <a:prstGeom prst="rect">
            <a:avLst/>
          </a:prstGeom>
        </p:spPr>
        <p:txBody>
          <a:bodyPr vert="horz" lIns="0" tIns="91440" rIns="91440" bIns="91440" rtlCol="0" anchor="t" anchorCtr="0">
            <a:noAutofit/>
          </a:bodyPr>
          <a:lstStyle/>
          <a:p>
            <a:r>
              <a:rPr lang="en-US"/>
              <a:t>Click to edit Master title style</a:t>
            </a:r>
          </a:p>
        </p:txBody>
      </p:sp>
      <p:sp>
        <p:nvSpPr>
          <p:cNvPr id="4" name="Content Placeholder 1">
            <a:extLst>
              <a:ext uri="{FF2B5EF4-FFF2-40B4-BE49-F238E27FC236}">
                <a16:creationId xmlns:a16="http://schemas.microsoft.com/office/drawing/2014/main" id="{2650C330-59E4-D388-30FD-09F786A37196}"/>
              </a:ext>
            </a:extLst>
          </p:cNvPr>
          <p:cNvSpPr>
            <a:spLocks noGrp="1"/>
          </p:cNvSpPr>
          <p:nvPr>
            <p:ph sz="quarter" idx="21" hasCustomPrompt="1"/>
          </p:nvPr>
        </p:nvSpPr>
        <p:spPr>
          <a:xfrm>
            <a:off x="761999" y="1483105"/>
            <a:ext cx="6091238" cy="397823"/>
          </a:xfrm>
        </p:spPr>
        <p:txBody>
          <a:bodyPr anchor="b" anchorCtr="0"/>
          <a:lstStyle>
            <a:lvl1pPr>
              <a:lnSpc>
                <a:spcPct val="90000"/>
              </a:lnSpc>
              <a:defRPr sz="2000" b="1" i="0">
                <a:solidFill>
                  <a:schemeClr val="accent1"/>
                </a:solidFill>
                <a:latin typeface="Aptos" panose="020B0004020202020204" pitchFamily="34" charset="0"/>
              </a:defRPr>
            </a:lvl1pPr>
          </a:lstStyle>
          <a:p>
            <a:pPr lvl="0"/>
            <a:r>
              <a:rPr lang="en-US"/>
              <a:t>Header 20pt. Aptos Bold</a:t>
            </a:r>
          </a:p>
        </p:txBody>
      </p:sp>
      <p:sp>
        <p:nvSpPr>
          <p:cNvPr id="8" name="Text Placeholder 13">
            <a:extLst>
              <a:ext uri="{FF2B5EF4-FFF2-40B4-BE49-F238E27FC236}">
                <a16:creationId xmlns:a16="http://schemas.microsoft.com/office/drawing/2014/main" id="{514D4C09-87B7-76E1-847F-F673224CD46E}"/>
              </a:ext>
            </a:extLst>
          </p:cNvPr>
          <p:cNvSpPr>
            <a:spLocks noGrp="1"/>
          </p:cNvSpPr>
          <p:nvPr>
            <p:ph type="body" sz="quarter" idx="25"/>
          </p:nvPr>
        </p:nvSpPr>
        <p:spPr>
          <a:xfrm>
            <a:off x="762000" y="2040743"/>
            <a:ext cx="6091238" cy="4055257"/>
          </a:xfrm>
        </p:spPr>
        <p:txBody>
          <a:bodyPr/>
          <a:lstStyle>
            <a:lvl1pPr marL="0" indent="0">
              <a:buClr>
                <a:schemeClr val="tx1"/>
              </a:buClr>
              <a:buFont typeface="Wingdings" panose="05000000000000000000" pitchFamily="2" charset="2"/>
              <a:buNone/>
              <a:defRPr sz="1800">
                <a:latin typeface="Aptos" panose="020B0004020202020204" pitchFamily="34" charset="0"/>
              </a:defRPr>
            </a:lvl1pPr>
            <a:lvl2pPr>
              <a:buClr>
                <a:schemeClr val="tx1"/>
              </a:buClr>
              <a:defRPr sz="1600">
                <a:latin typeface="Aptos" panose="020B0004020202020204" pitchFamily="34" charset="0"/>
              </a:defRPr>
            </a:lvl2pPr>
            <a:lvl3pPr>
              <a:buClr>
                <a:schemeClr val="tx1"/>
              </a:buClr>
              <a:defRPr sz="1400">
                <a:latin typeface="Aptos" panose="020B0004020202020204" pitchFamily="34" charset="0"/>
              </a:defRPr>
            </a:lvl3pPr>
            <a:lvl4pPr>
              <a:buClr>
                <a:schemeClr val="tx1"/>
              </a:buClr>
              <a:defRPr sz="1200">
                <a:latin typeface="Aptos" panose="020B0004020202020204" pitchFamily="34" charset="0"/>
              </a:defRPr>
            </a:lvl4pPr>
            <a:lvl5pPr>
              <a:buClr>
                <a:schemeClr val="tx1"/>
              </a:buClr>
              <a:defRPr sz="12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a:extLst>
              <a:ext uri="{FF2B5EF4-FFF2-40B4-BE49-F238E27FC236}">
                <a16:creationId xmlns:a16="http://schemas.microsoft.com/office/drawing/2014/main" id="{EF303609-4EE9-B10A-A621-4F0BF607F53D}"/>
              </a:ext>
            </a:extLst>
          </p:cNvPr>
          <p:cNvSpPr>
            <a:spLocks noGrp="1"/>
          </p:cNvSpPr>
          <p:nvPr>
            <p:ph sz="quarter" idx="26" hasCustomPrompt="1"/>
          </p:nvPr>
        </p:nvSpPr>
        <p:spPr>
          <a:xfrm>
            <a:off x="7239000" y="1483105"/>
            <a:ext cx="6086475" cy="397823"/>
          </a:xfrm>
        </p:spPr>
        <p:txBody>
          <a:bodyPr anchor="b" anchorCtr="0"/>
          <a:lstStyle>
            <a:lvl1pPr>
              <a:lnSpc>
                <a:spcPct val="90000"/>
              </a:lnSpc>
              <a:defRPr sz="2000" b="1" i="0">
                <a:solidFill>
                  <a:schemeClr val="accent1"/>
                </a:solidFill>
                <a:latin typeface="Aptos" panose="020B0004020202020204" pitchFamily="34" charset="0"/>
              </a:defRPr>
            </a:lvl1pPr>
          </a:lstStyle>
          <a:p>
            <a:pPr lvl="0"/>
            <a:r>
              <a:rPr lang="en-US"/>
              <a:t>Header 20pt. Aptos Bold</a:t>
            </a:r>
          </a:p>
        </p:txBody>
      </p:sp>
      <p:sp>
        <p:nvSpPr>
          <p:cNvPr id="5" name="Text Placeholder 13">
            <a:extLst>
              <a:ext uri="{FF2B5EF4-FFF2-40B4-BE49-F238E27FC236}">
                <a16:creationId xmlns:a16="http://schemas.microsoft.com/office/drawing/2014/main" id="{05C87F47-3493-EDDF-3AC9-46047C878BFA}"/>
              </a:ext>
            </a:extLst>
          </p:cNvPr>
          <p:cNvSpPr>
            <a:spLocks noGrp="1"/>
          </p:cNvSpPr>
          <p:nvPr>
            <p:ph type="body" sz="quarter" idx="27"/>
          </p:nvPr>
        </p:nvSpPr>
        <p:spPr>
          <a:xfrm>
            <a:off x="7239001" y="2040743"/>
            <a:ext cx="6086474" cy="4055257"/>
          </a:xfrm>
        </p:spPr>
        <p:txBody>
          <a:bodyPr/>
          <a:lstStyle>
            <a:lvl1pPr marL="0" indent="0">
              <a:buClr>
                <a:schemeClr val="tx1"/>
              </a:buClr>
              <a:buFont typeface="Wingdings" panose="05000000000000000000" pitchFamily="2" charset="2"/>
              <a:buNone/>
              <a:defRPr sz="1800">
                <a:latin typeface="Aptos" panose="020B0004020202020204" pitchFamily="34" charset="0"/>
              </a:defRPr>
            </a:lvl1pPr>
            <a:lvl2pPr>
              <a:buClr>
                <a:schemeClr val="tx1"/>
              </a:buClr>
              <a:defRPr sz="1600">
                <a:latin typeface="Aptos" panose="020B0004020202020204" pitchFamily="34" charset="0"/>
              </a:defRPr>
            </a:lvl2pPr>
            <a:lvl3pPr>
              <a:buClr>
                <a:schemeClr val="tx1"/>
              </a:buClr>
              <a:defRPr sz="1400">
                <a:latin typeface="Aptos" panose="020B0004020202020204" pitchFamily="34" charset="0"/>
              </a:defRPr>
            </a:lvl3pPr>
            <a:lvl4pPr>
              <a:buClr>
                <a:schemeClr val="tx1"/>
              </a:buClr>
              <a:defRPr sz="1200">
                <a:latin typeface="Aptos" panose="020B0004020202020204" pitchFamily="34" charset="0"/>
              </a:defRPr>
            </a:lvl4pPr>
            <a:lvl5pPr>
              <a:buClr>
                <a:schemeClr val="tx1"/>
              </a:buClr>
              <a:defRPr sz="12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5658250"/>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8"/>
            <a:ext cx="6635959"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noChangeAspect="1"/>
          </p:cNvSpPr>
          <p:nvPr>
            <p:ph type="pic" sz="quarter" idx="13" hasCustomPrompt="1"/>
          </p:nvPr>
        </p:nvSpPr>
        <p:spPr>
          <a:xfrm>
            <a:off x="0" y="-1"/>
            <a:ext cx="13716000" cy="4784036"/>
          </a:xfrm>
          <a:blipFill>
            <a:blip r:embed="rId2">
              <a:alphaModFix amt="70000"/>
            </a:blip>
            <a:stretch>
              <a:fillRect/>
            </a:stretch>
          </a:blipFill>
        </p:spPr>
        <p:txBody>
          <a:bodyPr anchor="t"/>
          <a:lstStyle>
            <a:lvl1pPr>
              <a:defRPr/>
            </a:lvl1pPr>
          </a:lstStyle>
          <a:p>
            <a:endParaRP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981668" y="4939715"/>
            <a:ext cx="4972535" cy="479458"/>
          </a:xfrm>
        </p:spPr>
        <p:txBody>
          <a:bodyPr anchor="t"/>
          <a:lstStyle>
            <a:lvl1pPr>
              <a:defRPr sz="2800"/>
            </a:lvl1pPr>
          </a:lstStyle>
          <a:p>
            <a:endParaRPr lang="en-US"/>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3233142" y="4939258"/>
            <a:ext cx="482858" cy="365125"/>
          </a:xfrm>
        </p:spPr>
        <p:txBody>
          <a:bodyPr/>
          <a:lstStyle/>
          <a:p>
            <a:fld id="{CC057153-B650-4DEB-B370-79DDCFDCE934}" type="slidenum">
              <a:rPr lang="en-US" dirty="0"/>
              <a:pPr/>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490914" y="5873424"/>
            <a:ext cx="113157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22328" y="5718869"/>
            <a:ext cx="6655689" cy="1143000"/>
          </a:xfrm>
        </p:spPr>
        <p:txBody>
          <a:bodyPr anchor="b">
            <a:normAutofit/>
          </a:bodyPr>
          <a:lstStyle>
            <a:lvl1pPr>
              <a:lnSpc>
                <a:spcPct val="60000"/>
              </a:lnSpc>
              <a:defRPr sz="10400"/>
            </a:lvl1pPr>
          </a:lstStyle>
          <a:p>
            <a:r>
              <a:rPr lang="en-US"/>
              <a:t>Click to edit Master title style</a:t>
            </a:r>
          </a:p>
        </p:txBody>
      </p:sp>
    </p:spTree>
    <p:extLst>
      <p:ext uri="{BB962C8B-B14F-4D97-AF65-F5344CB8AC3E}">
        <p14:creationId xmlns:p14="http://schemas.microsoft.com/office/powerpoint/2010/main" val="3937135290"/>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432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80780" y="1012176"/>
            <a:ext cx="12502134" cy="849793"/>
          </a:xfrm>
        </p:spPr>
        <p:txBody>
          <a:bodyPr/>
          <a:lstStyle/>
          <a:p>
            <a:r>
              <a:rPr lang="en-US"/>
              <a:t>Click to edit Master title style</a:t>
            </a:r>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610172" y="110365"/>
            <a:ext cx="5936459" cy="365125"/>
          </a:xfrm>
        </p:spPr>
        <p:txBody>
          <a:bodyPr/>
          <a:lstStyle/>
          <a:p>
            <a:endParaRPr lang="en-US"/>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2514454" y="104650"/>
            <a:ext cx="482858" cy="365125"/>
          </a:xfrm>
        </p:spPr>
        <p:txBody>
          <a:bodyPr/>
          <a:lstStyle/>
          <a:p>
            <a:fld id="{CC057153-B650-4DEB-B370-79DDCFDCE934}" type="slidenum">
              <a:rPr lang="en-US" dirty="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06933" y="2115542"/>
            <a:ext cx="12390379"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6529537"/>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732020" cy="1380744"/>
          </a:xfrm>
        </p:spPr>
        <p:txBody>
          <a:bodyPr vert="horz" lIns="91440" tIns="45720" rIns="91440" bIns="45720" rtlCol="0" anchor="b">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hasCustomPrompt="1"/>
          </p:nvPr>
        </p:nvSpPr>
        <p:spPr>
          <a:xfrm>
            <a:off x="6858000" y="0"/>
            <a:ext cx="6858000" cy="6858000"/>
          </a:xfrm>
          <a:blipFill>
            <a:blip r:embed="rId2">
              <a:alphaModFix amt="70000"/>
            </a:blip>
            <a:stretch>
              <a:fillRect/>
            </a:stretch>
          </a:blipFill>
        </p:spPr>
        <p:txBody>
          <a:bodyPr anchor="t"/>
          <a:lstStyle>
            <a:lvl1pPr>
              <a:defRPr/>
            </a:lvl1pPr>
          </a:lstStyle>
          <a:p>
            <a:endParaRP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20574" y="81290"/>
            <a:ext cx="5236083" cy="3739896"/>
          </a:xfrm>
        </p:spPr>
        <p:txBody>
          <a:bodyPr/>
          <a:lstStyle/>
          <a:p>
            <a:r>
              <a:rPr lang="en-US"/>
              <a:t>Click to edit Master title style</a:t>
            </a:r>
          </a:p>
        </p:txBody>
      </p:sp>
    </p:spTree>
    <p:extLst>
      <p:ext uri="{BB962C8B-B14F-4D97-AF65-F5344CB8AC3E}">
        <p14:creationId xmlns:p14="http://schemas.microsoft.com/office/powerpoint/2010/main" val="2031317678"/>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432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4"/>
            <a:ext cx="6627526" cy="654839"/>
          </a:xfrm>
        </p:spPr>
        <p:txBody>
          <a:bodyPr vert="horz" lIns="91440" tIns="45720" rIns="91440" bIns="45720" rtlCol="0" anchor="b">
            <a:normAutofit/>
          </a:bodyPr>
          <a:lstStyle>
            <a:lvl1pPr>
              <a:defRPr lang="en-US" dirty="0"/>
            </a:lvl1pPr>
          </a:lstStyle>
          <a:p>
            <a:pPr lvl="0"/>
            <a:r>
              <a:rPr lang="en-US"/>
              <a:t>Click to edit Master subtitle style</a:t>
            </a:r>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90914" y="5873424"/>
            <a:ext cx="113157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dirty="0"/>
              <a:pPr/>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20574" y="2159632"/>
            <a:ext cx="10893933" cy="3776472"/>
          </a:xfrm>
        </p:spPr>
        <p:txBody>
          <a:bodyPr anchor="b"/>
          <a:lstStyle/>
          <a:p>
            <a:r>
              <a:rPr lang="en-US"/>
              <a:t>Click to edit Master title style</a:t>
            </a:r>
          </a:p>
        </p:txBody>
      </p:sp>
    </p:spTree>
    <p:extLst>
      <p:ext uri="{BB962C8B-B14F-4D97-AF65-F5344CB8AC3E}">
        <p14:creationId xmlns:p14="http://schemas.microsoft.com/office/powerpoint/2010/main" val="309136899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432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799524" y="83125"/>
            <a:ext cx="82296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20574" y="2184032"/>
            <a:ext cx="9083421" cy="4718304"/>
          </a:xfrm>
        </p:spPr>
        <p:txBody>
          <a:bodyPr anchor="b"/>
          <a:lstStyle/>
          <a:p>
            <a:r>
              <a:rPr lang="en-US"/>
              <a:t>Click to edit Master title style</a:t>
            </a:r>
          </a:p>
        </p:txBody>
      </p:sp>
    </p:spTree>
    <p:extLst>
      <p:ext uri="{BB962C8B-B14F-4D97-AF65-F5344CB8AC3E}">
        <p14:creationId xmlns:p14="http://schemas.microsoft.com/office/powerpoint/2010/main" val="2695763549"/>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5" orient="horz" pos="2160">
          <p15:clr>
            <a:srgbClr val="FBAE40"/>
          </p15:clr>
        </p15:guide>
        <p15:guide id="6" pos="432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20573" y="82296"/>
            <a:ext cx="9157116" cy="1554480"/>
          </a:xfrm>
        </p:spPr>
        <p:txBody>
          <a:bodyPr anchor="t">
            <a:normAutofit/>
          </a:bodyPr>
          <a:lstStyle>
            <a:lvl1pPr>
              <a:defRPr sz="112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9157118" cy="3557904"/>
          </a:xfrm>
        </p:spPr>
        <p:txBody>
          <a:bodyPr>
            <a:normAutofit/>
          </a:bodyPr>
          <a:lstStyle>
            <a:lvl1pPr marL="685800" indent="-685800">
              <a:buFont typeface="+mj-lt"/>
              <a:buAutoNum type="arabicPeriod"/>
              <a:defRPr sz="2800"/>
            </a:lvl1pPr>
            <a:lvl2pPr marL="1143000" indent="-685800">
              <a:buFont typeface="+mj-lt"/>
              <a:buAutoNum type="arabicPeriod"/>
              <a:defRPr sz="2800"/>
            </a:lvl2pPr>
            <a:lvl3pPr marL="1600200" indent="-685800">
              <a:buFont typeface="+mj-lt"/>
              <a:buAutoNum type="arabicPeriod"/>
              <a:defRPr sz="2800"/>
            </a:lvl3pPr>
            <a:lvl4pPr marL="2057400" indent="-685800">
              <a:buFont typeface="+mj-lt"/>
              <a:buAutoNum type="arabicPeriod"/>
              <a:defRPr sz="2800"/>
            </a:lvl4pPr>
            <a:lvl5pPr marL="2514600" indent="-685800">
              <a:buFont typeface="+mj-lt"/>
              <a:buAutoNum type="arabicPeriod"/>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Oval 7">
            <a:extLst>
              <a:ext uri="{FF2B5EF4-FFF2-40B4-BE49-F238E27FC236}">
                <a16:creationId xmlns:a16="http://schemas.microsoft.com/office/drawing/2014/main" id="{175C8E38-E957-9E3C-9A05-717C0F009AB9}"/>
              </a:ext>
            </a:extLst>
          </p:cNvPr>
          <p:cNvSpPr/>
          <p:nvPr/>
        </p:nvSpPr>
        <p:spPr>
          <a:xfrm>
            <a:off x="9621576" y="3218512"/>
            <a:ext cx="4002642"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a:lstStyle/>
          <a:p>
            <a:endParaRPr lang="en-US"/>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3233143" y="100702"/>
            <a:ext cx="482858"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705818281"/>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7196" y="621792"/>
            <a:ext cx="6060054" cy="1816898"/>
          </a:xfrm>
        </p:spPr>
        <p:txBody>
          <a:bodyPr anchor="t">
            <a:noAutofit/>
          </a:bodyPr>
          <a:lstStyle>
            <a:lvl1pPr>
              <a:defRPr sz="11200"/>
            </a:lvl1pPr>
          </a:lstStyle>
          <a:p>
            <a:r>
              <a:rPr lang="en-US"/>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noChangeAspect="1"/>
          </p:cNvSpPr>
          <p:nvPr>
            <p:ph type="pic" sz="quarter" idx="14" hasCustomPrompt="1"/>
          </p:nvPr>
        </p:nvSpPr>
        <p:spPr>
          <a:xfrm>
            <a:off x="0" y="0"/>
            <a:ext cx="6644972" cy="6858000"/>
          </a:xfrm>
          <a:blipFill>
            <a:blip r:embed="rId2">
              <a:alphaModFix amt="70000"/>
            </a:blip>
            <a:stretch>
              <a:fillRect/>
            </a:stretch>
          </a:blipFill>
        </p:spPr>
        <p:txBody>
          <a:bodyPr anchor="t"/>
          <a:lstStyle>
            <a:lvl1pPr>
              <a:defRPr/>
            </a:lvl1pPr>
          </a:lstStyle>
          <a:p>
            <a:endParaRP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964300" y="110365"/>
            <a:ext cx="6017894" cy="365125"/>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3233143" y="110365"/>
            <a:ext cx="482858" cy="365125"/>
          </a:xfrm>
        </p:spPr>
        <p:txBody>
          <a:bodyPr/>
          <a:lstStyle/>
          <a:p>
            <a:fld id="{CC057153-B650-4DEB-B370-79DDCFDCE934}" type="slidenum">
              <a:rPr lang="en-US" dirty="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64299" y="2740228"/>
            <a:ext cx="6644972" cy="4096512"/>
          </a:xfrm>
        </p:spPr>
        <p:txBody>
          <a:bodyPr anchor="b">
            <a:normAutofit/>
          </a:bodyPr>
          <a:lstStyle>
            <a:lvl1pPr marL="685800" indent="-685800">
              <a:buFont typeface="+mj-lt"/>
              <a:buAutoNum type="arabicPeriod"/>
              <a:defRPr sz="2800"/>
            </a:lvl1pPr>
            <a:lvl2pPr marL="1143000" indent="-685800">
              <a:buFont typeface="+mj-lt"/>
              <a:buAutoNum type="arabicPeriod"/>
              <a:defRPr sz="2800"/>
            </a:lvl2pPr>
            <a:lvl3pPr marL="1600200" indent="-685800">
              <a:buFont typeface="+mj-lt"/>
              <a:buAutoNum type="arabicPeriod"/>
              <a:defRPr sz="2800"/>
            </a:lvl3pPr>
            <a:lvl4pPr marL="2057400" indent="-685800">
              <a:buFont typeface="+mj-lt"/>
              <a:buAutoNum type="arabicPeriod"/>
              <a:defRPr sz="2800"/>
            </a:lvl4pPr>
            <a:lvl5pPr marL="2514600" indent="-685800">
              <a:buFont typeface="+mj-lt"/>
              <a:buAutoNum type="arabicPeriod"/>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6233494"/>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607101" y="987552"/>
            <a:ext cx="6037290" cy="4044508"/>
          </a:xfrm>
        </p:spPr>
        <p:txBody>
          <a:bodyPr>
            <a:normAutofit/>
          </a:bodyPr>
          <a:lstStyle>
            <a:lvl1pPr>
              <a:defRPr sz="11200"/>
            </a:lvl1pPr>
          </a:lstStyle>
          <a:p>
            <a:r>
              <a:rPr lang="en-US"/>
              <a:t>Click to edit Master title style</a:t>
            </a:r>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98669" y="100702"/>
            <a:ext cx="6037290" cy="365125"/>
          </a:xfrm>
        </p:spPr>
        <p:txBody>
          <a:bodyPr/>
          <a:lstStyle/>
          <a:p>
            <a:endParaRPr lang="en-US"/>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964300" y="100702"/>
            <a:ext cx="3308005" cy="365125"/>
          </a:xfrm>
        </p:spPr>
        <p:txBody>
          <a:bodyPr/>
          <a:lstStyle/>
          <a:p>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2493948" y="100702"/>
            <a:ext cx="482858" cy="365125"/>
          </a:xfrm>
        </p:spPr>
        <p:txBody>
          <a:bodyPr/>
          <a:lstStyle/>
          <a:p>
            <a:fld id="{CC057153-B650-4DEB-B370-79DDCFDCE934}" type="slidenum">
              <a:rPr lang="en-US" dirty="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964300" y="969264"/>
            <a:ext cx="6003847"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6570176"/>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6933" y="988980"/>
            <a:ext cx="3895738" cy="2942419"/>
          </a:xfrm>
        </p:spPr>
        <p:txBody>
          <a:bodyPr>
            <a:normAutofit/>
          </a:bodyPr>
          <a:lstStyle>
            <a:lvl1pPr>
              <a:defRPr sz="11200"/>
            </a:lvl1pPr>
          </a:lstStyle>
          <a:p>
            <a:r>
              <a:rPr lang="en-US"/>
              <a:t>Click to edit Master title style</a:t>
            </a:r>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98669" y="100702"/>
            <a:ext cx="3904002" cy="365125"/>
          </a:xfrm>
        </p:spPr>
        <p:txBody>
          <a:bodyPr/>
          <a:lstStyle/>
          <a:p>
            <a:endParaRPr lang="en-US"/>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856814" y="100702"/>
            <a:ext cx="3308005" cy="365125"/>
          </a:xfrm>
        </p:spPr>
        <p:txBody>
          <a:bodyPr/>
          <a:lstStyle/>
          <a:p>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2493948" y="100702"/>
            <a:ext cx="482858" cy="365125"/>
          </a:xfrm>
        </p:spPr>
        <p:txBody>
          <a:bodyPr/>
          <a:lstStyle/>
          <a:p>
            <a:fld id="{CC057153-B650-4DEB-B370-79DDCFDCE934}" type="slidenum">
              <a:rPr lang="en-US" dirty="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6814" y="967689"/>
            <a:ext cx="8119992"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678576"/>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676530" y="612140"/>
            <a:ext cx="7312112" cy="1519612"/>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5404514" cy="6858000"/>
          </a:xfrm>
          <a:blipFill>
            <a:blip r:embed="rId2">
              <a:alphaModFix amt="70000"/>
            </a:blip>
            <a:stretch>
              <a:fillRect/>
            </a:stretch>
          </a:blipFill>
        </p:spPr>
        <p:txBody>
          <a:bodyPr anchor="t"/>
          <a:lstStyle>
            <a:lvl1pPr>
              <a:defRPr lang="en-US" dirty="0"/>
            </a:lvl1pPr>
          </a:lstStyle>
          <a:p>
            <a:endParaRP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742137" y="2457407"/>
            <a:ext cx="7246505" cy="3778977"/>
          </a:xfrm>
        </p:spPr>
        <p:txBody>
          <a:bodyPr anchor="t"/>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742138" y="6452991"/>
            <a:ext cx="2214422" cy="365125"/>
          </a:xfrm>
        </p:spPr>
        <p:txBody>
          <a:bodyPr anchor="b"/>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2505784" y="6452990"/>
            <a:ext cx="482858" cy="365125"/>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3602270818"/>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817017" y="621793"/>
            <a:ext cx="8159299" cy="1138769"/>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4526280" cy="6858000"/>
          </a:xfrm>
          <a:blipFill>
            <a:blip r:embed="rId2">
              <a:alphaModFix amt="70000"/>
            </a:blip>
            <a:stretch>
              <a:fillRect/>
            </a:stretch>
          </a:blipFill>
        </p:spPr>
        <p:txBody>
          <a:bodyPr anchor="t"/>
          <a:lstStyle>
            <a:lvl1pPr>
              <a:defRPr/>
            </a:lvl1pPr>
          </a:lstStyle>
          <a:p>
            <a:endParaRP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847725" y="2115404"/>
            <a:ext cx="8128592" cy="4212926"/>
          </a:xfrm>
        </p:spPr>
        <p:txBody>
          <a:bodyPr anchor="t" anchorCtr="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817018" y="6492876"/>
            <a:ext cx="2214422" cy="365125"/>
          </a:xfrm>
        </p:spPr>
        <p:txBody>
          <a:bodyPr anchor="b"/>
          <a:lstStyle/>
          <a:p>
            <a:endParaRPr lang="en-US"/>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10151891" y="6492876"/>
            <a:ext cx="1795725" cy="365125"/>
          </a:xfrm>
        </p:spPr>
        <p:txBody>
          <a:bodyPr anchor="b"/>
          <a:lstStyle/>
          <a:p>
            <a:endParaRPr lang="en-US"/>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2493459" y="6492876"/>
            <a:ext cx="482858" cy="365125"/>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3607737795"/>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610095" y="621793"/>
            <a:ext cx="8159299" cy="1138769"/>
          </a:xfrm>
        </p:spPr>
        <p:txBody>
          <a:bodyPr/>
          <a:lstStyle/>
          <a:p>
            <a:r>
              <a:rPr lang="en-US"/>
              <a:t>Click to edit Master title style</a:t>
            </a:r>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640803" y="2115404"/>
            <a:ext cx="8128592" cy="4212926"/>
          </a:xfrm>
        </p:spPr>
        <p:txBody>
          <a:bodyPr anchor="t" anchorCtr="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6C5AB1A9-786B-C92B-C6EA-63CE0AACFB1E}"/>
              </a:ext>
            </a:extLst>
          </p:cNvPr>
          <p:cNvSpPr>
            <a:spLocks noGrp="1" noChangeAspect="1"/>
          </p:cNvSpPr>
          <p:nvPr>
            <p:ph type="pic" sz="quarter" idx="13" hasCustomPrompt="1"/>
          </p:nvPr>
        </p:nvSpPr>
        <p:spPr>
          <a:xfrm>
            <a:off x="9189720" y="1"/>
            <a:ext cx="4526280" cy="6858000"/>
          </a:xfrm>
          <a:blipFill>
            <a:blip r:embed="rId2">
              <a:alphaModFix amt="70000"/>
            </a:blip>
            <a:stretch>
              <a:fillRect/>
            </a:stretch>
          </a:blipFill>
        </p:spPr>
        <p:txBody>
          <a:bodyPr anchor="t"/>
          <a:lstStyle>
            <a:lvl1pPr>
              <a:defRPr/>
            </a:lvl1pPr>
          </a:lstStyle>
          <a:p>
            <a:endParaRP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610096" y="6492876"/>
            <a:ext cx="2214422" cy="365125"/>
          </a:xfrm>
        </p:spPr>
        <p:txBody>
          <a:bodyPr/>
          <a:lstStyle/>
          <a:p>
            <a:endParaRPr lang="en-US"/>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944969" y="6492876"/>
            <a:ext cx="1795725" cy="365125"/>
          </a:xfrm>
        </p:spPr>
        <p:txBody>
          <a:bodyPr/>
          <a:lstStyle/>
          <a:p>
            <a:endParaRPr lang="en-US"/>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8286537" y="6492876"/>
            <a:ext cx="482858"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840083963"/>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83442" y="621793"/>
            <a:ext cx="5992520" cy="1507454"/>
          </a:xfrm>
        </p:spPr>
        <p:txBody>
          <a:bodyPr anchor="t" anchorCtr="0"/>
          <a:lstStyle/>
          <a:p>
            <a:r>
              <a:rPr lang="en-US"/>
              <a:t>Click to edit Master title style</a:t>
            </a:r>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83444" y="2513110"/>
            <a:ext cx="5992518" cy="3568006"/>
          </a:xfrm>
        </p:spPr>
        <p:txBody>
          <a:bodyPr anchor="t" anchorCtr="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7">
            <a:extLst>
              <a:ext uri="{FF2B5EF4-FFF2-40B4-BE49-F238E27FC236}">
                <a16:creationId xmlns:a16="http://schemas.microsoft.com/office/drawing/2014/main" id="{6B8D4096-4B0D-5226-C004-475A83BE8BFE}"/>
              </a:ext>
            </a:extLst>
          </p:cNvPr>
          <p:cNvSpPr>
            <a:spLocks noGrp="1" noChangeAspect="1"/>
          </p:cNvSpPr>
          <p:nvPr>
            <p:ph type="pic" sz="quarter" idx="18" hasCustomPrompt="1"/>
          </p:nvPr>
        </p:nvSpPr>
        <p:spPr>
          <a:xfrm>
            <a:off x="7097447" y="0"/>
            <a:ext cx="6618553" cy="6858000"/>
          </a:xfrm>
          <a:blipFill>
            <a:blip r:embed="rId2">
              <a:alphaModFix amt="70000"/>
            </a:blip>
            <a:stretch>
              <a:fillRect/>
            </a:stretch>
          </a:blipFill>
        </p:spPr>
        <p:txBody>
          <a:bodyPr anchor="t"/>
          <a:lstStyle>
            <a:lvl1pPr>
              <a:defRPr/>
            </a:lvl1pPr>
          </a:lstStyle>
          <a:p>
            <a:endParaRP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83442" y="6450238"/>
            <a:ext cx="2214422" cy="365125"/>
          </a:xfrm>
        </p:spPr>
        <p:txBody>
          <a:bodyPr anchor="b"/>
          <a:lstStyle/>
          <a:p>
            <a:endParaRPr lang="en-US"/>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6135698" y="6464980"/>
            <a:ext cx="482858" cy="365125"/>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3671995224"/>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83836" y="621793"/>
            <a:ext cx="5002730" cy="1867629"/>
          </a:xfrm>
        </p:spPr>
        <p:txBody>
          <a:bodyPr anchor="t">
            <a:noAutofit/>
          </a:bodyPr>
          <a:lstStyle>
            <a:lvl1pPr>
              <a:defRPr sz="11200"/>
            </a:lvl1pPr>
          </a:lstStyle>
          <a:p>
            <a:r>
              <a:rPr lang="en-US"/>
              <a:t>Click to edit Master title style</a:t>
            </a:r>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611933" y="2890729"/>
            <a:ext cx="5005380"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0">
            <a:extLst>
              <a:ext uri="{FF2B5EF4-FFF2-40B4-BE49-F238E27FC236}">
                <a16:creationId xmlns:a16="http://schemas.microsoft.com/office/drawing/2014/main" id="{FBEF9CB2-E8D7-8869-9B11-C58F1606DFE0}"/>
              </a:ext>
            </a:extLst>
          </p:cNvPr>
          <p:cNvSpPr>
            <a:spLocks noGrp="1" noChangeAspect="1"/>
          </p:cNvSpPr>
          <p:nvPr>
            <p:ph type="pic" sz="quarter" idx="13" hasCustomPrompt="1"/>
          </p:nvPr>
        </p:nvSpPr>
        <p:spPr>
          <a:xfrm>
            <a:off x="6034016" y="0"/>
            <a:ext cx="7681984" cy="6858000"/>
          </a:xfrm>
          <a:blipFill>
            <a:blip r:embed="rId2">
              <a:alphaModFix amt="70000"/>
            </a:blip>
            <a:stretch>
              <a:fillRect/>
            </a:stretch>
          </a:blipFill>
        </p:spPr>
        <p:txBody>
          <a:bodyPr anchor="t"/>
          <a:lstStyle>
            <a:lvl1pPr>
              <a:defRPr/>
            </a:lvl1pPr>
          </a:lstStyle>
          <a:p>
            <a:endParaRP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80071" y="6430477"/>
            <a:ext cx="2214422" cy="379867"/>
          </a:xfrm>
        </p:spPr>
        <p:txBody>
          <a:bodyPr anchor="b"/>
          <a:lstStyle/>
          <a:p>
            <a:endParaRPr lang="en-US"/>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5134456" y="6430477"/>
            <a:ext cx="482858" cy="379867"/>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575262062"/>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605950" y="621793"/>
            <a:ext cx="4370114" cy="2280501"/>
          </a:xfrm>
        </p:spPr>
        <p:txBody>
          <a:bodyPr anchor="t">
            <a:noAutofit/>
          </a:bodyPr>
          <a:lstStyle>
            <a:lvl1pPr>
              <a:defRPr sz="11200"/>
            </a:lvl1pPr>
          </a:lstStyle>
          <a:p>
            <a:r>
              <a:rPr lang="en-US"/>
              <a:t>Click to edit Master title style</a:t>
            </a:r>
          </a:p>
        </p:txBody>
      </p:sp>
      <p:sp>
        <p:nvSpPr>
          <p:cNvPr id="3" name="Picture Placeholder 10">
            <a:extLst>
              <a:ext uri="{FF2B5EF4-FFF2-40B4-BE49-F238E27FC236}">
                <a16:creationId xmlns:a16="http://schemas.microsoft.com/office/drawing/2014/main" id="{74736F65-8A7D-D535-AAD0-31480F8AD318}"/>
              </a:ext>
            </a:extLst>
          </p:cNvPr>
          <p:cNvSpPr>
            <a:spLocks noGrp="1" noChangeAspect="1"/>
          </p:cNvSpPr>
          <p:nvPr>
            <p:ph type="pic" sz="quarter" idx="13" hasCustomPrompt="1"/>
          </p:nvPr>
        </p:nvSpPr>
        <p:spPr>
          <a:xfrm>
            <a:off x="-1" y="0"/>
            <a:ext cx="8168185" cy="6858000"/>
          </a:xfrm>
          <a:blipFill>
            <a:blip r:embed="rId2">
              <a:alphaModFix amt="70000"/>
            </a:blip>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648462" y="3211512"/>
            <a:ext cx="4370115"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8605950" y="6456385"/>
            <a:ext cx="2214422" cy="379867"/>
          </a:xfrm>
        </p:spPr>
        <p:txBody>
          <a:bodyPr anchor="b"/>
          <a:lstStyle/>
          <a:p>
            <a:endParaRPr lang="en-US"/>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2525922" y="6456386"/>
            <a:ext cx="482858" cy="379867"/>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1582585116"/>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76072" y="3608277"/>
            <a:ext cx="4982288" cy="2620587"/>
          </a:xfrm>
        </p:spPr>
        <p:txBody>
          <a:bodyPr anchor="t">
            <a:noAutofit/>
          </a:bodyPr>
          <a:lstStyle>
            <a:lvl1pPr>
              <a:defRPr sz="11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1" y="0"/>
            <a:ext cx="13716000" cy="3429000"/>
          </a:xfrm>
          <a:blipFill>
            <a:blip r:embed="rId2">
              <a:alphaModFix amt="70000"/>
            </a:blip>
            <a:stretch>
              <a:fillRect/>
            </a:stretch>
          </a:blipFill>
        </p:spPr>
        <p:txBody>
          <a:bodyPr anchor="t"/>
          <a:lstStyle>
            <a:lvl1pPr>
              <a:defRPr/>
            </a:lvl1pPr>
          </a:lstStyle>
          <a:p>
            <a:endParaRP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926541" y="3579703"/>
            <a:ext cx="7085747" cy="2620587"/>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920500" y="6442873"/>
            <a:ext cx="2214422" cy="379867"/>
          </a:xfrm>
        </p:spPr>
        <p:txBody>
          <a:bodyPr anchor="b"/>
          <a:lstStyle/>
          <a:p>
            <a:endParaRPr lang="en-US"/>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8659170" y="6442873"/>
            <a:ext cx="2582997" cy="379867"/>
          </a:xfrm>
        </p:spPr>
        <p:txBody>
          <a:bodyPr anchor="b"/>
          <a:lstStyle/>
          <a:p>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2529430" y="6442874"/>
            <a:ext cx="482858" cy="379867"/>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3543174799"/>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76073" y="631711"/>
            <a:ext cx="12411269" cy="1115203"/>
          </a:xfrm>
        </p:spPr>
        <p:txBody>
          <a:bodyPr anchor="t">
            <a:noAutofit/>
          </a:bodyPr>
          <a:lstStyle>
            <a:lvl1pPr>
              <a:defRPr sz="11200"/>
            </a:lvl1pPr>
          </a:lstStyle>
          <a:p>
            <a:r>
              <a:rPr lang="en-US"/>
              <a:t>Click to edit Master title style</a:t>
            </a:r>
          </a:p>
        </p:txBody>
      </p:sp>
      <p:sp>
        <p:nvSpPr>
          <p:cNvPr id="13" name="Picture Placeholder 10">
            <a:extLst>
              <a:ext uri="{FF2B5EF4-FFF2-40B4-BE49-F238E27FC236}">
                <a16:creationId xmlns:a16="http://schemas.microsoft.com/office/drawing/2014/main" id="{1A9091ED-65DB-CA4C-BC68-EC773138EFA0}"/>
              </a:ext>
            </a:extLst>
          </p:cNvPr>
          <p:cNvSpPr>
            <a:spLocks noGrp="1" noChangeAspect="1"/>
          </p:cNvSpPr>
          <p:nvPr>
            <p:ph type="pic" sz="quarter" idx="18" hasCustomPrompt="1"/>
          </p:nvPr>
        </p:nvSpPr>
        <p:spPr>
          <a:xfrm>
            <a:off x="122829" y="2115404"/>
            <a:ext cx="6509982" cy="4671431"/>
          </a:xfrm>
          <a:blipFill>
            <a:blip r:embed="rId2">
              <a:alphaModFix amt="70000"/>
            </a:blip>
            <a:stretch>
              <a:fillRect/>
            </a:stretch>
          </a:blipFill>
        </p:spPr>
        <p:txBody>
          <a:bodyPr anchor="t"/>
          <a:lstStyle>
            <a:lvl1pPr>
              <a:defRPr/>
            </a:lvl1pPr>
          </a:lstStyle>
          <a:p>
            <a:endParaRP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964300" y="2115403"/>
            <a:ext cx="6023042" cy="4110888"/>
          </a:xfrm>
        </p:spPr>
        <p:txBody>
          <a:bodyPr anchor="t">
            <a:noAutofit/>
          </a:bodyPr>
          <a:lstStyle>
            <a:lvl1pPr marL="0" indent="0">
              <a:buFont typeface="Arial" panose="020B0604020202020204" pitchFamily="34" charset="0"/>
              <a:buNone/>
              <a:defRPr sz="2800"/>
            </a:lvl1pPr>
            <a:lvl2pPr marL="457200" indent="0">
              <a:buFont typeface="Arial" panose="020B0604020202020204" pitchFamily="34" charset="0"/>
              <a:buNone/>
              <a:defRPr sz="2800"/>
            </a:lvl2pPr>
            <a:lvl3pPr marL="914400" indent="0">
              <a:buFont typeface="Arial" panose="020B0604020202020204" pitchFamily="34" charset="0"/>
              <a:buNone/>
              <a:defRPr sz="2800"/>
            </a:lvl3pPr>
            <a:lvl4pPr marL="1371600" indent="0">
              <a:buFont typeface="Arial" panose="020B0604020202020204" pitchFamily="34" charset="0"/>
              <a:buNone/>
              <a:defRPr sz="2800"/>
            </a:lvl4pPr>
            <a:lvl5pPr marL="1828800" indent="0">
              <a:buFont typeface="Arial" panose="020B0604020202020204" pitchFamily="34" charset="0"/>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949604" y="6428985"/>
            <a:ext cx="5026308" cy="365125"/>
          </a:xfrm>
        </p:spPr>
        <p:txBody>
          <a:bodyPr anchor="b"/>
          <a:lstStyle/>
          <a:p>
            <a:endParaRPr lang="en-US"/>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2292704" y="6421710"/>
            <a:ext cx="694639" cy="365125"/>
          </a:xfrm>
        </p:spPr>
        <p:txBody>
          <a:bodyPr anchor="b"/>
          <a:lstStyle/>
          <a:p>
            <a:fld id="{CC057153-B650-4DEB-B370-79DDCFDCE934}" type="slidenum">
              <a:rPr lang="en-US" dirty="0"/>
              <a:pPr/>
              <a:t>‹#›</a:t>
            </a:fld>
            <a:endParaRPr lang="en-US"/>
          </a:p>
        </p:txBody>
      </p:sp>
    </p:spTree>
    <p:extLst>
      <p:ext uri="{BB962C8B-B14F-4D97-AF65-F5344CB8AC3E}">
        <p14:creationId xmlns:p14="http://schemas.microsoft.com/office/powerpoint/2010/main" val="227822119"/>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4016" y="644000"/>
            <a:ext cx="2918869" cy="1877132"/>
          </a:xfrm>
        </p:spPr>
        <p:txBody>
          <a:bodyPr anchor="t" anchorCtr="0">
            <a:noAutofit/>
          </a:bodyPr>
          <a:lstStyle>
            <a:lvl1pPr>
              <a:defRPr sz="11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682583" y="2899954"/>
            <a:ext cx="4061720" cy="3314046"/>
          </a:xfrm>
          <a:blipFill>
            <a:blip r:embed="rId2">
              <a:alphaModFix amt="70000"/>
            </a:blip>
            <a:stretch>
              <a:fillRect/>
            </a:stretch>
          </a:blipFill>
        </p:spPr>
        <p:txBody>
          <a:bodyPr anchor="t"/>
          <a:lstStyle>
            <a:lvl1pPr marL="0" indent="0">
              <a:buNone/>
              <a:defRPr/>
            </a:lvl1pPr>
          </a:lstStyle>
          <a:p>
            <a:endParaRP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52456" y="644000"/>
            <a:ext cx="8080963"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614167" y="6438285"/>
            <a:ext cx="5936459" cy="365125"/>
          </a:xfrm>
        </p:spPr>
        <p:txBody>
          <a:bodyPr anchor="b"/>
          <a:lstStyle/>
          <a:p>
            <a:endParaRPr lang="en-US"/>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964300" y="6432497"/>
            <a:ext cx="2862089" cy="365125"/>
          </a:xfrm>
        </p:spPr>
        <p:txBody>
          <a:bodyPr anchor="b"/>
          <a:lstStyle/>
          <a:p>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2486520" y="6438285"/>
            <a:ext cx="482858" cy="365125"/>
          </a:xfrm>
        </p:spPr>
        <p:txBody>
          <a:bodyPr anchor="b"/>
          <a:lstStyle/>
          <a:p>
            <a:fld id="{CC057153-B650-4DEB-B370-79DDCFDCE934}" type="slidenum">
              <a:rPr lang="en-US" dirty="0"/>
              <a:pPr/>
              <a:t>‹#›</a:t>
            </a:fld>
            <a:endParaRPr lang="en-US"/>
          </a:p>
        </p:txBody>
      </p:sp>
    </p:spTree>
    <p:extLst>
      <p:ext uri="{BB962C8B-B14F-4D97-AF65-F5344CB8AC3E}">
        <p14:creationId xmlns:p14="http://schemas.microsoft.com/office/powerpoint/2010/main" val="1556437773"/>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 y="5504688"/>
            <a:ext cx="6640489" cy="1353312"/>
          </a:xfrm>
        </p:spPr>
        <p:txBody>
          <a:bodyPr anchor="b">
            <a:normAutofit/>
          </a:bodyPr>
          <a:lstStyle>
            <a:lvl1pPr>
              <a:lnSpc>
                <a:spcPct val="120000"/>
              </a:lnSpc>
              <a:defRPr sz="4000" b="0" spc="0" baseline="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1415" y="-156950"/>
            <a:ext cx="6701904" cy="4510586"/>
          </a:xfrm>
        </p:spPr>
        <p:txBody>
          <a:bodyPr anchor="t">
            <a:normAutofit/>
          </a:bodyPr>
          <a:lstStyle>
            <a:lvl1pPr marL="0" indent="0">
              <a:lnSpc>
                <a:spcPct val="90000"/>
              </a:lnSpc>
              <a:spcBef>
                <a:spcPts val="0"/>
              </a:spcBef>
              <a:buNone/>
              <a:defRPr sz="30000" b="0" i="0">
                <a:solidFill>
                  <a:schemeClr val="tx1"/>
                </a:solidFill>
                <a:latin typeface="+mj-lt"/>
              </a:defRPr>
            </a:lvl1pPr>
          </a:lstStyle>
          <a:p>
            <a:pPr lvl="0"/>
            <a:r>
              <a:rPr lang="en-US"/>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98864" y="5852160"/>
            <a:ext cx="113157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3233143" y="100702"/>
            <a:ext cx="482858"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6311221"/>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89229" y="-1133856"/>
            <a:ext cx="11984355"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83510" y="5852160"/>
            <a:ext cx="113157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C057153-B650-4DEB-B370-79DDCFDCE934}" type="slidenum">
              <a:rPr lang="en-US" dirty="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653" y="1016759"/>
            <a:ext cx="11343030" cy="5841242"/>
          </a:xfrm>
        </p:spPr>
        <p:txBody>
          <a:bodyPr anchor="b" anchorCtr="0">
            <a:noAutofit/>
          </a:bodyPr>
          <a:lstStyle>
            <a:lvl1pPr marL="0" indent="0">
              <a:lnSpc>
                <a:spcPct val="80000"/>
              </a:lnSpc>
              <a:buNone/>
              <a:defRPr sz="11200" b="0" spc="-400" baseline="0"/>
            </a:lvl1pPr>
            <a:lvl2pPr marL="457200" indent="0">
              <a:lnSpc>
                <a:spcPct val="80000"/>
              </a:lnSpc>
              <a:buNone/>
              <a:defRPr sz="11200" b="0" spc="-400" baseline="0"/>
            </a:lvl2pPr>
            <a:lvl3pPr marL="914400" indent="0">
              <a:lnSpc>
                <a:spcPct val="80000"/>
              </a:lnSpc>
              <a:buNone/>
              <a:defRPr sz="11200" b="0" spc="-400" baseline="0"/>
            </a:lvl3pPr>
            <a:lvl4pPr marL="1371600" indent="0">
              <a:lnSpc>
                <a:spcPct val="80000"/>
              </a:lnSpc>
              <a:buNone/>
              <a:defRPr sz="11200" b="0" spc="-400" baseline="0"/>
            </a:lvl4pPr>
            <a:lvl5pPr marL="1828800" indent="0">
              <a:lnSpc>
                <a:spcPct val="80000"/>
              </a:lnSpc>
              <a:buNone/>
              <a:defRPr sz="11200" b="0" spc="-4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7556015"/>
      </p:ext>
    </p:extLst>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68765" y="5852160"/>
            <a:ext cx="113157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7"/>
            <a:ext cx="6640489" cy="958073"/>
          </a:xfrm>
        </p:spPr>
        <p:txBody>
          <a:bodyPr anchor="b">
            <a:normAutofit/>
          </a:bodyPr>
          <a:lstStyle>
            <a:lvl1pPr>
              <a:lnSpc>
                <a:spcPct val="80000"/>
              </a:lnSpc>
              <a:defRPr sz="4000" spc="0" baseline="0">
                <a:solidFill>
                  <a:schemeClr val="tx1"/>
                </a:solidFill>
                <a:latin typeface="+mn-lt"/>
              </a:defRPr>
            </a:lvl1pPr>
          </a:lstStyle>
          <a:p>
            <a:r>
              <a:rPr lang="en-US"/>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20574" y="95534"/>
            <a:ext cx="10081260" cy="4476466"/>
          </a:xfrm>
        </p:spPr>
        <p:txBody>
          <a:bodyPr anchor="t">
            <a:normAutofit/>
          </a:bodyPr>
          <a:lstStyle>
            <a:lvl1pPr marL="329184" indent="-329184">
              <a:lnSpc>
                <a:spcPct val="80000"/>
              </a:lnSpc>
              <a:spcBef>
                <a:spcPts val="0"/>
              </a:spcBef>
              <a:buNone/>
              <a:defRPr sz="11200" spc="-400" baseline="0">
                <a:solidFill>
                  <a:schemeClr val="tx1"/>
                </a:solidFill>
                <a:latin typeface="+mj-lt"/>
              </a:defRPr>
            </a:lvl1pPr>
          </a:lstStyle>
          <a:p>
            <a:pPr lvl="0"/>
            <a:r>
              <a:rPr lang="en-US"/>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3233143" y="110365"/>
            <a:ext cx="482858" cy="365125"/>
          </a:xfrm>
        </p:spPr>
        <p:txBody>
          <a:bodyPr/>
          <a:lstStyle/>
          <a:p>
            <a:fld id="{CC057153-B650-4DEB-B370-79DDCFDCE934}" type="slidenum">
              <a:rPr lang="en-US" dirty="0"/>
              <a:pPr/>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967159" y="6392565"/>
            <a:ext cx="3492974" cy="365125"/>
          </a:xfrm>
        </p:spPr>
        <p:txBody>
          <a:bodyPr anchor="b"/>
          <a:lstStyle/>
          <a:p>
            <a:endParaRPr lang="en-US"/>
          </a:p>
        </p:txBody>
      </p:sp>
    </p:spTree>
    <p:extLst>
      <p:ext uri="{BB962C8B-B14F-4D97-AF65-F5344CB8AC3E}">
        <p14:creationId xmlns:p14="http://schemas.microsoft.com/office/powerpoint/2010/main" val="43693409"/>
      </p:ext>
    </p:extLst>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76072" y="987552"/>
            <a:ext cx="3898773" cy="294436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96647" y="110365"/>
            <a:ext cx="3909060" cy="365125"/>
          </a:xfrm>
        </p:spPr>
        <p:txBody>
          <a:bodyPr/>
          <a:lstStyle/>
          <a:p>
            <a:endParaRPr lang="en-US"/>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855465" y="104577"/>
            <a:ext cx="5441493" cy="365125"/>
          </a:xfrm>
        </p:spPr>
        <p:txBody>
          <a:bodyPr/>
          <a:lstStyle/>
          <a:p>
            <a:endParaRPr lang="en-US"/>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CC057153-B650-4DEB-B370-79DDCFDCE934}" type="slidenum">
              <a:rPr lang="en-US" dirty="0"/>
              <a:pPr/>
              <a:t>‹#›</a:t>
            </a:fld>
            <a:endParaRPr lang="en-US"/>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855462" y="987552"/>
            <a:ext cx="8377678"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855463" y="3931920"/>
            <a:ext cx="8377677"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8430390"/>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76072" y="630936"/>
            <a:ext cx="12395835" cy="108835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96646" y="110365"/>
            <a:ext cx="5936459" cy="365125"/>
          </a:xfrm>
        </p:spPr>
        <p:txBody>
          <a:bodyPr/>
          <a:lstStyle/>
          <a:p>
            <a:endParaRPr lang="en-US"/>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964300" y="104577"/>
            <a:ext cx="5441493" cy="365125"/>
          </a:xfrm>
        </p:spPr>
        <p:txBody>
          <a:bodyPr/>
          <a:lstStyle/>
          <a:p>
            <a:endParaRPr lang="en-US"/>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CC057153-B650-4DEB-B370-79DDCFDCE934}" type="slidenum">
              <a:rPr lang="en-US" dirty="0"/>
              <a:pPr/>
              <a:t>‹#›</a:t>
            </a:fld>
            <a:endParaRPr lang="en-US"/>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96646" y="2286001"/>
            <a:ext cx="5832729" cy="534033"/>
          </a:xfrm>
        </p:spPr>
        <p:txBody>
          <a:bodyPr/>
          <a:lstStyle/>
          <a:p>
            <a:endParaRPr lang="en-US"/>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96645" y="2980944"/>
            <a:ext cx="5831087"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964299" y="2286001"/>
            <a:ext cx="5831087" cy="534033"/>
          </a:xfrm>
        </p:spPr>
        <p:txBody>
          <a:bodyPr/>
          <a:lstStyle/>
          <a:p>
            <a:endParaRPr lang="en-US"/>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964299" y="2980944"/>
            <a:ext cx="5831087"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9266026"/>
      </p:ext>
    </p:extLst>
  </p:cSld>
  <p:clrMapOvr>
    <a:masterClrMapping/>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65785" y="644663"/>
            <a:ext cx="12426696" cy="108835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96646" y="109729"/>
            <a:ext cx="5936459" cy="365125"/>
          </a:xfrm>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2635920" y="110365"/>
            <a:ext cx="482858"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149842079"/>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2"/>
            <a:ext cx="6635959" cy="365125"/>
          </a:xfrm>
        </p:spPr>
        <p:txBody>
          <a:bodyPr/>
          <a:lstStyle/>
          <a:p>
            <a:endParaRPr lang="en-US"/>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995161" y="100702"/>
            <a:ext cx="5998501" cy="365125"/>
          </a:xfrm>
        </p:spPr>
        <p:txBody>
          <a:bodyPr/>
          <a:lstStyle/>
          <a:p>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3233143" y="100702"/>
            <a:ext cx="482858"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430958181"/>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167" y="655094"/>
            <a:ext cx="12355210" cy="1528549"/>
          </a:xfrm>
        </p:spPr>
        <p:txBody>
          <a:bodyPr anchor="t">
            <a:noAutofit/>
          </a:bodyPr>
          <a:lstStyle>
            <a:lvl1pPr>
              <a:defRPr sz="112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4167" y="2497541"/>
            <a:ext cx="12355210" cy="338464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614167" y="6438285"/>
            <a:ext cx="5936459" cy="365125"/>
          </a:xfrm>
        </p:spPr>
        <p:txBody>
          <a:bodyPr/>
          <a:lstStyle/>
          <a:p>
            <a:endParaRPr lang="en-US"/>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964300" y="6432497"/>
            <a:ext cx="2862089" cy="365125"/>
          </a:xfrm>
        </p:spPr>
        <p:txBody>
          <a:bodyPr/>
          <a:lstStyle/>
          <a:p>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2486520" y="6438285"/>
            <a:ext cx="482858" cy="365125"/>
          </a:xfrm>
        </p:spPr>
        <p:txBody>
          <a:bodyPr/>
          <a:lstStyle/>
          <a:p>
            <a:fld id="{CC057153-B650-4DEB-B370-79DDCFDCE934}" type="slidenum">
              <a:rPr lang="en-US" dirty="0"/>
              <a:pPr/>
              <a:t>‹#›</a:t>
            </a:fld>
            <a:endParaRPr lang="en-US"/>
          </a:p>
        </p:txBody>
      </p:sp>
    </p:spTree>
    <p:extLst>
      <p:ext uri="{BB962C8B-B14F-4D97-AF65-F5344CB8AC3E}">
        <p14:creationId xmlns:p14="http://schemas.microsoft.com/office/powerpoint/2010/main" val="325192660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83443" y="2883090"/>
            <a:ext cx="8709582" cy="1842020"/>
          </a:xfrm>
        </p:spPr>
        <p:txBody>
          <a:bodyPr anchor="b">
            <a:noAutofit/>
          </a:bodyPr>
          <a:lstStyle>
            <a:lvl1pPr>
              <a:defRPr sz="11200"/>
            </a:lvl1pPr>
          </a:lstStyle>
          <a:p>
            <a:r>
              <a:rPr lang="en-US"/>
              <a:t>Click to edit Master title style</a:t>
            </a:r>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604019" y="100702"/>
            <a:ext cx="6031940" cy="365125"/>
          </a:xfrm>
        </p:spPr>
        <p:txBody>
          <a:bodyPr/>
          <a:lstStyle/>
          <a:p>
            <a:endParaRPr lang="en-US"/>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995161" y="100702"/>
            <a:ext cx="2841784" cy="365125"/>
          </a:xfrm>
        </p:spPr>
        <p:txBody>
          <a:bodyPr/>
          <a:lstStyle/>
          <a:p>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04018" y="4922112"/>
            <a:ext cx="8709581" cy="1279615"/>
          </a:xfrm>
        </p:spPr>
        <p:txBody>
          <a:bodyPr anchor="t">
            <a:noAutofit/>
          </a:bodyPr>
          <a:lstStyle>
            <a:lvl1pPr marL="0" indent="0">
              <a:buNone/>
              <a:defRPr sz="2800"/>
            </a:lvl1pPr>
            <a:lvl2pPr marL="457200" indent="0">
              <a:buNone/>
              <a:defRPr sz="2800"/>
            </a:lvl2pPr>
            <a:lvl3pPr marL="914400" indent="0">
              <a:buNone/>
              <a:defRPr sz="2800"/>
            </a:lvl3pPr>
            <a:lvl4pPr marL="1371600" indent="0">
              <a:buNone/>
              <a:defRPr sz="2800"/>
            </a:lvl4pPr>
            <a:lvl5pPr marL="1828800" indent="0">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3233143" y="6392175"/>
            <a:ext cx="482858" cy="365125"/>
          </a:xfrm>
        </p:spPr>
        <p:txBody>
          <a:bodyPr anchor="b"/>
          <a:lstStyle/>
          <a:p>
            <a:fld id="{CC057153-B650-4DEB-B370-79DDCFDCE934}" type="slidenum">
              <a:rPr lang="en-US" dirty="0"/>
              <a:t>‹#›</a:t>
            </a:fld>
            <a:endParaRPr lang="en-US"/>
          </a:p>
        </p:txBody>
      </p:sp>
      <p:sp>
        <p:nvSpPr>
          <p:cNvPr id="3" name="Oval 2">
            <a:extLst>
              <a:ext uri="{FF2B5EF4-FFF2-40B4-BE49-F238E27FC236}">
                <a16:creationId xmlns:a16="http://schemas.microsoft.com/office/drawing/2014/main" id="{D3CF16D9-01F3-6CE6-7291-C344E099BBD0}"/>
              </a:ext>
            </a:extLst>
          </p:cNvPr>
          <p:cNvSpPr/>
          <p:nvPr/>
        </p:nvSpPr>
        <p:spPr>
          <a:xfrm>
            <a:off x="9510951" y="100701"/>
            <a:ext cx="4002642"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24208964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Cover (Ciena Red)">
    <p:bg>
      <p:bgPr>
        <a:solidFill>
          <a:schemeClr val="accent1"/>
        </a:solidFill>
        <a:effectLst/>
      </p:bgPr>
    </p:bg>
    <p:spTree>
      <p:nvGrpSpPr>
        <p:cNvPr id="1" name=""/>
        <p:cNvGrpSpPr/>
        <p:nvPr/>
      </p:nvGrpSpPr>
      <p:grpSpPr>
        <a:xfrm>
          <a:off x="0" y="0"/>
          <a:ext cx="0" cy="0"/>
          <a:chOff x="0" y="0"/>
          <a:chExt cx="0" cy="0"/>
        </a:xfrm>
      </p:grpSpPr>
      <p:sp>
        <p:nvSpPr>
          <p:cNvPr id="19" name="Text Placeholder 2">
            <a:extLst>
              <a:ext uri="{FF2B5EF4-FFF2-40B4-BE49-F238E27FC236}">
                <a16:creationId xmlns:a16="http://schemas.microsoft.com/office/drawing/2014/main" id="{2440FFD4-1241-3F14-41C8-CA2E5FC5459A}"/>
              </a:ext>
            </a:extLst>
          </p:cNvPr>
          <p:cNvSpPr>
            <a:spLocks noGrp="1"/>
          </p:cNvSpPr>
          <p:nvPr>
            <p:ph idx="12"/>
          </p:nvPr>
        </p:nvSpPr>
        <p:spPr>
          <a:xfrm>
            <a:off x="762000" y="5840816"/>
            <a:ext cx="7183438" cy="395140"/>
          </a:xfrm>
          <a:prstGeom prst="rect">
            <a:avLst/>
          </a:prstGeom>
        </p:spPr>
        <p:txBody>
          <a:bodyPr vert="horz" lIns="0" tIns="91440" rIns="91440" bIns="91440" rtlCol="0">
            <a:noAutofit/>
          </a:bodyPr>
          <a:lstStyle>
            <a:lvl1pPr marL="0" indent="0">
              <a:buNone/>
              <a:defRPr sz="16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Click to edit Master text styles</a:t>
            </a:r>
          </a:p>
        </p:txBody>
      </p:sp>
      <p:sp>
        <p:nvSpPr>
          <p:cNvPr id="2" name="Text Placeholder 2">
            <a:extLst>
              <a:ext uri="{FF2B5EF4-FFF2-40B4-BE49-F238E27FC236}">
                <a16:creationId xmlns:a16="http://schemas.microsoft.com/office/drawing/2014/main" id="{88A97426-8B2E-5A6D-B774-A18D0369988D}"/>
              </a:ext>
            </a:extLst>
          </p:cNvPr>
          <p:cNvSpPr>
            <a:spLocks noGrp="1"/>
          </p:cNvSpPr>
          <p:nvPr>
            <p:ph type="body" idx="1"/>
          </p:nvPr>
        </p:nvSpPr>
        <p:spPr>
          <a:xfrm>
            <a:off x="762001" y="3776664"/>
            <a:ext cx="10415587" cy="1500187"/>
          </a:xfrm>
        </p:spPr>
        <p:txBody>
          <a:bodyPr lIns="0" tIns="91440" bIns="91440"/>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3" name="Title 1">
            <a:extLst>
              <a:ext uri="{FF2B5EF4-FFF2-40B4-BE49-F238E27FC236}">
                <a16:creationId xmlns:a16="http://schemas.microsoft.com/office/drawing/2014/main" id="{917DAC88-F361-7312-D7D9-BBE929A76F74}"/>
              </a:ext>
            </a:extLst>
          </p:cNvPr>
          <p:cNvSpPr>
            <a:spLocks noGrp="1"/>
          </p:cNvSpPr>
          <p:nvPr>
            <p:ph type="title"/>
          </p:nvPr>
        </p:nvSpPr>
        <p:spPr>
          <a:xfrm>
            <a:off x="762001" y="1760539"/>
            <a:ext cx="10415587" cy="1978342"/>
          </a:xfrm>
        </p:spPr>
        <p:txBody>
          <a:bodyPr lIns="0" tIns="91440" bIns="91440" anchor="b"/>
          <a:lstStyle>
            <a:lvl1pPr>
              <a:defRPr sz="6000">
                <a:solidFill>
                  <a:schemeClr val="bg1"/>
                </a:solidFill>
              </a:defRPr>
            </a:lvl1pPr>
          </a:lstStyle>
          <a:p>
            <a:r>
              <a:rPr lang="en-US"/>
              <a:t>Click to edit Master title style</a:t>
            </a:r>
          </a:p>
        </p:txBody>
      </p:sp>
      <p:grpSp>
        <p:nvGrpSpPr>
          <p:cNvPr id="9" name="Group 8">
            <a:extLst>
              <a:ext uri="{FF2B5EF4-FFF2-40B4-BE49-F238E27FC236}">
                <a16:creationId xmlns:a16="http://schemas.microsoft.com/office/drawing/2014/main" id="{AF5A03AB-6929-456C-1143-1A65CC2D3CAF}"/>
              </a:ext>
            </a:extLst>
          </p:cNvPr>
          <p:cNvGrpSpPr/>
          <p:nvPr userDrawn="1"/>
        </p:nvGrpSpPr>
        <p:grpSpPr>
          <a:xfrm>
            <a:off x="0" y="0"/>
            <a:ext cx="381000" cy="6858000"/>
            <a:chOff x="0" y="0"/>
            <a:chExt cx="381000" cy="6858000"/>
          </a:xfrm>
        </p:grpSpPr>
        <p:sp>
          <p:nvSpPr>
            <p:cNvPr id="10" name="Rectangle 9">
              <a:extLst>
                <a:ext uri="{FF2B5EF4-FFF2-40B4-BE49-F238E27FC236}">
                  <a16:creationId xmlns:a16="http://schemas.microsoft.com/office/drawing/2014/main" id="{5ED0FA43-6D1E-5D64-94B7-610581901C38}"/>
                </a:ext>
              </a:extLst>
            </p:cNvPr>
            <p:cNvSpPr/>
            <p:nvPr userDrawn="1"/>
          </p:nvSpPr>
          <p:spPr>
            <a:xfrm>
              <a:off x="0" y="1136822"/>
              <a:ext cx="381000" cy="5721178"/>
            </a:xfrm>
            <a:prstGeom prst="rect">
              <a:avLst/>
            </a:prstGeom>
            <a:solidFill>
              <a:srgbClr val="B9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1" name="Rectangle 10">
              <a:extLst>
                <a:ext uri="{FF2B5EF4-FFF2-40B4-BE49-F238E27FC236}">
                  <a16:creationId xmlns:a16="http://schemas.microsoft.com/office/drawing/2014/main" id="{4E75E0B5-2AC0-DE24-1A25-8866F9528228}"/>
                </a:ext>
              </a:extLst>
            </p:cNvPr>
            <p:cNvSpPr/>
            <p:nvPr userDrawn="1"/>
          </p:nvSpPr>
          <p:spPr>
            <a:xfrm>
              <a:off x="0" y="0"/>
              <a:ext cx="381000" cy="381000"/>
            </a:xfrm>
            <a:prstGeom prst="rect">
              <a:avLst/>
            </a:prstGeom>
            <a:solidFill>
              <a:srgbClr val="5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2" name="Rectangle 11">
              <a:extLst>
                <a:ext uri="{FF2B5EF4-FFF2-40B4-BE49-F238E27FC236}">
                  <a16:creationId xmlns:a16="http://schemas.microsoft.com/office/drawing/2014/main" id="{7431A1E8-EA64-EEF5-D9E6-AEE6A06561C4}"/>
                </a:ext>
              </a:extLst>
            </p:cNvPr>
            <p:cNvSpPr/>
            <p:nvPr userDrawn="1"/>
          </p:nvSpPr>
          <p:spPr>
            <a:xfrm>
              <a:off x="0" y="381000"/>
              <a:ext cx="381000" cy="381000"/>
            </a:xfrm>
            <a:prstGeom prst="rect">
              <a:avLst/>
            </a:prstGeom>
            <a:solidFill>
              <a:srgbClr val="7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3" name="Rectangle 12">
              <a:extLst>
                <a:ext uri="{FF2B5EF4-FFF2-40B4-BE49-F238E27FC236}">
                  <a16:creationId xmlns:a16="http://schemas.microsoft.com/office/drawing/2014/main" id="{863181AE-50A3-3844-5810-D2DED5A2FCE6}"/>
                </a:ext>
              </a:extLst>
            </p:cNvPr>
            <p:cNvSpPr/>
            <p:nvPr userDrawn="1"/>
          </p:nvSpPr>
          <p:spPr>
            <a:xfrm>
              <a:off x="0" y="762000"/>
              <a:ext cx="381000" cy="381000"/>
            </a:xfrm>
            <a:prstGeom prst="rect">
              <a:avLst/>
            </a:prstGeom>
            <a:solidFill>
              <a:srgbClr val="960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grpSp>
    </p:spTree>
    <p:extLst>
      <p:ext uri="{BB962C8B-B14F-4D97-AF65-F5344CB8AC3E}">
        <p14:creationId xmlns:p14="http://schemas.microsoft.com/office/powerpoint/2010/main" val="2326750656"/>
      </p:ext>
    </p:extLst>
  </p:cSld>
  <p:clrMapOvr>
    <a:masterClrMapping/>
  </p:clrMapOvr>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Image + Text (White)">
    <p:bg>
      <p:bgPr>
        <a:solidFill>
          <a:schemeClr val="bg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A6993D94-3F3C-E22E-C28F-A8763106B48C}"/>
              </a:ext>
            </a:extLst>
          </p:cNvPr>
          <p:cNvSpPr>
            <a:spLocks noGrp="1"/>
          </p:cNvSpPr>
          <p:nvPr>
            <p:ph type="pic" sz="quarter" idx="10"/>
          </p:nvPr>
        </p:nvSpPr>
        <p:spPr>
          <a:xfrm>
            <a:off x="5078413" y="0"/>
            <a:ext cx="8637587" cy="6858000"/>
          </a:xfrm>
          <a:solidFill>
            <a:srgbClr val="828282"/>
          </a:solidFill>
        </p:spPr>
        <p:txBody>
          <a:bodyPr/>
          <a:lstStyle/>
          <a:p>
            <a:r>
              <a:rPr lang="en-US"/>
              <a:t>Click icon to add picture</a:t>
            </a:r>
          </a:p>
        </p:txBody>
      </p:sp>
      <p:sp>
        <p:nvSpPr>
          <p:cNvPr id="584" name="Content Placeholder 2">
            <a:extLst>
              <a:ext uri="{FF2B5EF4-FFF2-40B4-BE49-F238E27FC236}">
                <a16:creationId xmlns:a16="http://schemas.microsoft.com/office/drawing/2014/main" id="{83EA72BC-9500-E3F5-45DD-DD9C3B164D42}"/>
              </a:ext>
            </a:extLst>
          </p:cNvPr>
          <p:cNvSpPr>
            <a:spLocks noGrp="1"/>
          </p:cNvSpPr>
          <p:nvPr>
            <p:ph sz="half" idx="1"/>
          </p:nvPr>
        </p:nvSpPr>
        <p:spPr>
          <a:xfrm>
            <a:off x="762000" y="2051998"/>
            <a:ext cx="3924300" cy="4044002"/>
          </a:xfrm>
        </p:spPr>
        <p:txBody>
          <a:bodyPr lIns="0" tIns="91440" bIns="91440">
            <a:noAutofit/>
          </a:bodyPr>
          <a:lstStyle>
            <a:lvl1pPr marL="0" indent="0">
              <a:buFont typeface="Wingdings" panose="05000000000000000000" pitchFamily="2" charset="2"/>
              <a:buNone/>
              <a:defRPr sz="1400">
                <a:solidFill>
                  <a:schemeClr val="tx1"/>
                </a:solidFill>
              </a:defRPr>
            </a:lvl1pPr>
            <a:lvl2pPr marL="460375" indent="-230188">
              <a:buClr>
                <a:schemeClr val="tx1"/>
              </a:buClr>
              <a:buFont typeface="Wingdings" panose="05000000000000000000" pitchFamily="2" charset="2"/>
              <a:buChar char="§"/>
              <a:defRPr sz="1400">
                <a:solidFill>
                  <a:schemeClr val="tx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p:txBody>
      </p:sp>
      <p:sp>
        <p:nvSpPr>
          <p:cNvPr id="10" name="Title Placeholder 1">
            <a:extLst>
              <a:ext uri="{FF2B5EF4-FFF2-40B4-BE49-F238E27FC236}">
                <a16:creationId xmlns:a16="http://schemas.microsoft.com/office/drawing/2014/main" id="{FC196ADF-3AA8-553B-6889-DE1AA64B16DB}"/>
              </a:ext>
            </a:extLst>
          </p:cNvPr>
          <p:cNvSpPr>
            <a:spLocks noGrp="1"/>
          </p:cNvSpPr>
          <p:nvPr>
            <p:ph type="title"/>
          </p:nvPr>
        </p:nvSpPr>
        <p:spPr>
          <a:xfrm>
            <a:off x="762000" y="329514"/>
            <a:ext cx="3924300" cy="779842"/>
          </a:xfrm>
          <a:prstGeom prst="rect">
            <a:avLst/>
          </a:prstGeom>
        </p:spPr>
        <p:txBody>
          <a:bodyPr vert="horz" lIns="0" tIns="91440" rIns="91440" bIns="91440" rtlCol="0" anchor="t" anchorCtr="0">
            <a:noAutofit/>
          </a:bodyPr>
          <a:lstStyle>
            <a:lvl1pPr>
              <a:defRPr lang="en-US" sz="3400" b="0" i="0" kern="1200" dirty="0">
                <a:solidFill>
                  <a:schemeClr val="tx1"/>
                </a:solidFill>
                <a:latin typeface="Aptos Light" panose="020B0004020202020204" pitchFamily="34" charset="0"/>
                <a:ea typeface="Inter Medium" panose="02000503000000020004" pitchFamily="2" charset="0"/>
                <a:cs typeface="+mj-cs"/>
              </a:defRPr>
            </a:lvl1pPr>
          </a:lstStyle>
          <a:p>
            <a:r>
              <a:rPr lang="en-US"/>
              <a:t>Click to edit Master title style</a:t>
            </a:r>
          </a:p>
        </p:txBody>
      </p:sp>
      <p:sp>
        <p:nvSpPr>
          <p:cNvPr id="8" name="Slide Number Placeholder 6">
            <a:extLst>
              <a:ext uri="{FF2B5EF4-FFF2-40B4-BE49-F238E27FC236}">
                <a16:creationId xmlns:a16="http://schemas.microsoft.com/office/drawing/2014/main" id="{03F2541D-2FCE-31F0-ABA8-0D07CD75552B}"/>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Tree>
    <p:extLst>
      <p:ext uri="{BB962C8B-B14F-4D97-AF65-F5344CB8AC3E}">
        <p14:creationId xmlns:p14="http://schemas.microsoft.com/office/powerpoint/2010/main" val="2289342721"/>
      </p:ext>
    </p:extLst>
  </p:cSld>
  <p:clrMapOvr>
    <a:masterClrMapping/>
  </p:clrMapOvr>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obj">
  <p:cSld name="Title with Bullets">
    <p:spTree>
      <p:nvGrpSpPr>
        <p:cNvPr id="1" name=""/>
        <p:cNvGrpSpPr/>
        <p:nvPr/>
      </p:nvGrpSpPr>
      <p:grpSpPr>
        <a:xfrm>
          <a:off x="0" y="0"/>
          <a:ext cx="0" cy="0"/>
          <a:chOff x="0" y="0"/>
          <a:chExt cx="0" cy="0"/>
        </a:xfrm>
      </p:grpSpPr>
      <p:sp>
        <p:nvSpPr>
          <p:cNvPr id="4" name="Red 3">
            <a:extLst>
              <a:ext uri="{FF2B5EF4-FFF2-40B4-BE49-F238E27FC236}">
                <a16:creationId xmlns:a16="http://schemas.microsoft.com/office/drawing/2014/main" id="{A836C3DE-E012-B7CB-39F3-4F6445511518}"/>
              </a:ext>
            </a:extLst>
          </p:cNvPr>
          <p:cNvSpPr/>
          <p:nvPr userDrawn="1"/>
        </p:nvSpPr>
        <p:spPr>
          <a:xfrm>
            <a:off x="0" y="0"/>
            <a:ext cx="429923" cy="6858000"/>
          </a:xfrm>
          <a:prstGeom prst="rect">
            <a:avLst/>
          </a:prstGeom>
          <a:solidFill>
            <a:srgbClr val="B9010E"/>
          </a:solidFill>
          <a:ln w="12700">
            <a:miter lim="400000"/>
          </a:ln>
        </p:spPr>
        <p:txBody>
          <a:bodyPr lIns="25397" tIns="25397" rIns="25397" bIns="25397" anchor="ctr"/>
          <a:lstStyle/>
          <a:p>
            <a:pPr marL="0" marR="0" lvl="0" indent="0" algn="ctr" defTabSz="914400" eaLnBrk="1" fontAlgn="auto" latinLnBrk="0" hangingPunct="1">
              <a:lnSpc>
                <a:spcPct val="100000"/>
              </a:lnSpc>
              <a:spcBef>
                <a:spcPts val="0"/>
              </a:spcBef>
              <a:spcAft>
                <a:spcPts val="0"/>
              </a:spcAft>
              <a:buClrTx/>
              <a:buSzTx/>
              <a:buFontTx/>
              <a:buNone/>
              <a:tabLst/>
              <a:defRPr sz="3600">
                <a:solidFill>
                  <a:srgbClr val="FFFFFF"/>
                </a:solidFill>
                <a:latin typeface="Inter Regular ExtraLight"/>
                <a:ea typeface="Inter Regular ExtraLight"/>
                <a:cs typeface="Inter Regular ExtraLight"/>
                <a:sym typeface="Inter Regular ExtraLight"/>
              </a:defRPr>
            </a:pPr>
            <a:endParaRPr kumimoji="0" sz="3600" b="0" i="0" u="none" strike="noStrike" kern="0" cap="none" spc="0" normalizeH="0" baseline="0" noProof="0">
              <a:ln>
                <a:noFill/>
              </a:ln>
              <a:solidFill>
                <a:srgbClr val="FFFFFF"/>
              </a:solidFill>
              <a:effectLst/>
              <a:uLnTx/>
              <a:uFillTx/>
              <a:latin typeface="+mj-lt"/>
              <a:ea typeface="Inter Light" panose="02000503000000020004" pitchFamily="2" charset="0"/>
              <a:cs typeface="Inter Regular ExtraLight"/>
              <a:sym typeface="Inter Regular ExtraLight"/>
            </a:endParaRPr>
          </a:p>
        </p:txBody>
      </p:sp>
      <p:sp>
        <p:nvSpPr>
          <p:cNvPr id="9" name="Red 2">
            <a:extLst>
              <a:ext uri="{FF2B5EF4-FFF2-40B4-BE49-F238E27FC236}">
                <a16:creationId xmlns:a16="http://schemas.microsoft.com/office/drawing/2014/main" id="{D050BBA6-ECE5-05A6-B266-396EC2587FFF}"/>
              </a:ext>
            </a:extLst>
          </p:cNvPr>
          <p:cNvSpPr/>
          <p:nvPr userDrawn="1"/>
        </p:nvSpPr>
        <p:spPr>
          <a:xfrm>
            <a:off x="0" y="1"/>
            <a:ext cx="429923" cy="1014111"/>
          </a:xfrm>
          <a:prstGeom prst="rect">
            <a:avLst/>
          </a:prstGeom>
          <a:solidFill>
            <a:srgbClr val="DC0000"/>
          </a:solidFill>
          <a:ln w="12700">
            <a:miter lim="400000"/>
          </a:ln>
        </p:spPr>
        <p:txBody>
          <a:bodyPr lIns="25397" tIns="25397" rIns="25397" bIns="25397" anchor="ctr"/>
          <a:lstStyle/>
          <a:p>
            <a:pPr marL="0" marR="0" lvl="0" indent="0" algn="ctr" defTabSz="914400" eaLnBrk="1" fontAlgn="auto" latinLnBrk="0" hangingPunct="1">
              <a:lnSpc>
                <a:spcPct val="100000"/>
              </a:lnSpc>
              <a:spcBef>
                <a:spcPts val="0"/>
              </a:spcBef>
              <a:spcAft>
                <a:spcPts val="0"/>
              </a:spcAft>
              <a:buClrTx/>
              <a:buSzTx/>
              <a:buFontTx/>
              <a:buNone/>
              <a:tabLst/>
              <a:defRPr sz="3600">
                <a:solidFill>
                  <a:srgbClr val="FFFFFF"/>
                </a:solidFill>
                <a:latin typeface="Inter Regular ExtraLight"/>
                <a:ea typeface="Inter Regular ExtraLight"/>
                <a:cs typeface="Inter Regular ExtraLight"/>
                <a:sym typeface="Inter Regular ExtraLight"/>
              </a:defRPr>
            </a:pPr>
            <a:endParaRPr kumimoji="0" sz="3600" b="0" i="0" u="none" strike="noStrike" kern="0" cap="none" spc="0" normalizeH="0" baseline="0" noProof="0">
              <a:ln>
                <a:noFill/>
              </a:ln>
              <a:solidFill>
                <a:srgbClr val="FFFFFF"/>
              </a:solidFill>
              <a:effectLst/>
              <a:uLnTx/>
              <a:uFillTx/>
              <a:latin typeface="+mj-lt"/>
              <a:ea typeface="Inter Light" panose="02000503000000020004" pitchFamily="2" charset="0"/>
              <a:cs typeface="Inter Regular ExtraLight"/>
              <a:sym typeface="Inter Regular ExtraLight"/>
            </a:endParaRPr>
          </a:p>
        </p:txBody>
      </p:sp>
      <p:sp>
        <p:nvSpPr>
          <p:cNvPr id="2" name="Title 1">
            <a:extLst>
              <a:ext uri="{FF2B5EF4-FFF2-40B4-BE49-F238E27FC236}">
                <a16:creationId xmlns:a16="http://schemas.microsoft.com/office/drawing/2014/main" id="{43C2E0CF-948C-FC37-27A7-1A42C43A1F41}"/>
              </a:ext>
            </a:extLst>
          </p:cNvPr>
          <p:cNvSpPr>
            <a:spLocks noGrp="1"/>
          </p:cNvSpPr>
          <p:nvPr>
            <p:ph type="title"/>
          </p:nvPr>
        </p:nvSpPr>
        <p:spPr/>
        <p:txBody>
          <a:bodyPr/>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6D443D1B-24FD-19B8-2783-C5449863D3CD}"/>
              </a:ext>
            </a:extLst>
          </p:cNvPr>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4">
            <a:extLst>
              <a:ext uri="{FF2B5EF4-FFF2-40B4-BE49-F238E27FC236}">
                <a16:creationId xmlns:a16="http://schemas.microsoft.com/office/drawing/2014/main" id="{3FB0A1F2-5A17-116C-FA73-C5C023048447}"/>
              </a:ext>
            </a:extLst>
          </p:cNvPr>
          <p:cNvSpPr txBox="1">
            <a:spLocks/>
          </p:cNvSpPr>
          <p:nvPr userDrawn="1"/>
        </p:nvSpPr>
        <p:spPr>
          <a:xfrm>
            <a:off x="0" y="6558189"/>
            <a:ext cx="432054" cy="182880"/>
          </a:xfrm>
          <a:prstGeom prst="rect">
            <a:avLst/>
          </a:prstGeom>
        </p:spPr>
        <p:txBody>
          <a:bodyPr vert="horz" lIns="0" tIns="45720" rIns="0" bIns="45720" rtlCol="0" anchor="ctr"/>
          <a:lstStyle>
            <a:defPPr>
              <a:defRPr lang="en-US"/>
            </a:defPPr>
            <a:lvl1pPr marL="0" algn="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7915F22-A628-4E8E-9DBD-986B65DD8195}" type="slidenum">
              <a:rPr kumimoji="0" lang="en-US" sz="700" b="0" i="0" u="none" strike="noStrike" kern="1200" cap="none" spc="0" normalizeH="0" baseline="0" noProof="0" smtClean="0">
                <a:ln>
                  <a:noFill/>
                </a:ln>
                <a:solidFill>
                  <a:schemeClr val="bg1"/>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chemeClr val="bg1"/>
              </a:solidFill>
              <a:effectLst/>
              <a:uLnTx/>
              <a:uFillTx/>
              <a:latin typeface="Arial" panose="020B0604020202020204"/>
              <a:ea typeface="+mn-ea"/>
              <a:cs typeface="+mn-cs"/>
            </a:endParaRPr>
          </a:p>
        </p:txBody>
      </p:sp>
    </p:spTree>
    <p:extLst>
      <p:ext uri="{BB962C8B-B14F-4D97-AF65-F5344CB8AC3E}">
        <p14:creationId xmlns:p14="http://schemas.microsoft.com/office/powerpoint/2010/main" val="27398494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Image 1/2 (White)">
    <p:bg>
      <p:bgPr>
        <a:solidFill>
          <a:schemeClr val="bg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A6993D94-3F3C-E22E-C28F-A8763106B48C}"/>
              </a:ext>
            </a:extLst>
          </p:cNvPr>
          <p:cNvSpPr>
            <a:spLocks noGrp="1"/>
          </p:cNvSpPr>
          <p:nvPr>
            <p:ph type="pic" sz="quarter" idx="10"/>
          </p:nvPr>
        </p:nvSpPr>
        <p:spPr>
          <a:xfrm>
            <a:off x="6858000" y="0"/>
            <a:ext cx="6858000" cy="6858000"/>
          </a:xfrm>
          <a:solidFill>
            <a:srgbClr val="828282"/>
          </a:solidFill>
        </p:spPr>
        <p:txBody>
          <a:bodyPr/>
          <a:lstStyle/>
          <a:p>
            <a:r>
              <a:rPr lang="en-US"/>
              <a:t>Click icon to add picture</a:t>
            </a:r>
          </a:p>
        </p:txBody>
      </p:sp>
      <p:sp>
        <p:nvSpPr>
          <p:cNvPr id="7" name="Content Placeholder 2">
            <a:extLst>
              <a:ext uri="{FF2B5EF4-FFF2-40B4-BE49-F238E27FC236}">
                <a16:creationId xmlns:a16="http://schemas.microsoft.com/office/drawing/2014/main" id="{7859951E-7AF8-3E3F-4B52-A1E0A0E51928}"/>
              </a:ext>
            </a:extLst>
          </p:cNvPr>
          <p:cNvSpPr>
            <a:spLocks noGrp="1"/>
          </p:cNvSpPr>
          <p:nvPr>
            <p:ph sz="half" idx="1"/>
          </p:nvPr>
        </p:nvSpPr>
        <p:spPr>
          <a:xfrm>
            <a:off x="762001" y="2052000"/>
            <a:ext cx="5018088" cy="4044000"/>
          </a:xfrm>
        </p:spPr>
        <p:txBody>
          <a:bodyPr lIns="0" tIns="91440" bIns="91440">
            <a:normAutofit/>
          </a:bodyPr>
          <a:lstStyle>
            <a:lvl1pPr>
              <a:defRPr sz="2000">
                <a:solidFill>
                  <a:schemeClr val="tx1"/>
                </a:solidFill>
              </a:defRPr>
            </a:lvl1pPr>
            <a:lvl2pPr>
              <a:buClr>
                <a:schemeClr val="tx1"/>
              </a:buClr>
              <a:defRPr sz="1600">
                <a:solidFill>
                  <a:schemeClr val="tx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p:txBody>
      </p:sp>
      <p:sp>
        <p:nvSpPr>
          <p:cNvPr id="8" name="Title Placeholder 1">
            <a:extLst>
              <a:ext uri="{FF2B5EF4-FFF2-40B4-BE49-F238E27FC236}">
                <a16:creationId xmlns:a16="http://schemas.microsoft.com/office/drawing/2014/main" id="{D95FB09C-8B9A-30D6-810D-FDC0E69F5648}"/>
              </a:ext>
            </a:extLst>
          </p:cNvPr>
          <p:cNvSpPr>
            <a:spLocks noGrp="1"/>
          </p:cNvSpPr>
          <p:nvPr>
            <p:ph type="title"/>
          </p:nvPr>
        </p:nvSpPr>
        <p:spPr>
          <a:xfrm>
            <a:off x="762000" y="329514"/>
            <a:ext cx="5018087" cy="779842"/>
          </a:xfrm>
          <a:prstGeom prst="rect">
            <a:avLst/>
          </a:prstGeom>
        </p:spPr>
        <p:txBody>
          <a:bodyPr vert="horz" lIns="0" tIns="91440" rIns="91440" bIns="91440" rtlCol="0" anchor="t" anchorCtr="0">
            <a:noAutofit/>
          </a:bodyPr>
          <a:lstStyle>
            <a:lvl1pPr>
              <a:defRPr lang="en-US" sz="3400" b="0" i="0" kern="1200" dirty="0">
                <a:solidFill>
                  <a:schemeClr val="tx1"/>
                </a:solidFill>
                <a:latin typeface="Aptos Light" panose="020B0004020202020204" pitchFamily="34" charset="0"/>
                <a:ea typeface="Inter Medium" panose="02000503000000020004" pitchFamily="2" charset="0"/>
                <a:cs typeface="+mj-cs"/>
              </a:defRPr>
            </a:lvl1pPr>
          </a:lstStyle>
          <a:p>
            <a:r>
              <a:rPr lang="en-US"/>
              <a:t>Click to edit Master title style</a:t>
            </a:r>
          </a:p>
        </p:txBody>
      </p:sp>
      <p:sp>
        <p:nvSpPr>
          <p:cNvPr id="4" name="Slide Number Placeholder 6">
            <a:extLst>
              <a:ext uri="{FF2B5EF4-FFF2-40B4-BE49-F238E27FC236}">
                <a16:creationId xmlns:a16="http://schemas.microsoft.com/office/drawing/2014/main" id="{C514B7E8-9FFA-149D-E14D-EB81D3D73867}"/>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Tree>
    <p:extLst>
      <p:ext uri="{BB962C8B-B14F-4D97-AF65-F5344CB8AC3E}">
        <p14:creationId xmlns:p14="http://schemas.microsoft.com/office/powerpoint/2010/main" val="2542086071"/>
      </p:ext>
    </p:extLst>
  </p:cSld>
  <p:clrMapOvr>
    <a:masterClrMapping/>
  </p:clrMapOvr>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Thank you (Ciena Red))">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84BACC4-75FC-5237-096C-D1DAFE69EDE7}"/>
              </a:ext>
            </a:extLst>
          </p:cNvPr>
          <p:cNvGrpSpPr/>
          <p:nvPr userDrawn="1"/>
        </p:nvGrpSpPr>
        <p:grpSpPr>
          <a:xfrm>
            <a:off x="0" y="0"/>
            <a:ext cx="381000" cy="6858000"/>
            <a:chOff x="0" y="0"/>
            <a:chExt cx="381000" cy="6858000"/>
          </a:xfrm>
        </p:grpSpPr>
        <p:sp>
          <p:nvSpPr>
            <p:cNvPr id="5" name="Rectangle 4">
              <a:extLst>
                <a:ext uri="{FF2B5EF4-FFF2-40B4-BE49-F238E27FC236}">
                  <a16:creationId xmlns:a16="http://schemas.microsoft.com/office/drawing/2014/main" id="{38F989EF-F675-9402-1741-C7B38923DD2D}"/>
                </a:ext>
              </a:extLst>
            </p:cNvPr>
            <p:cNvSpPr/>
            <p:nvPr userDrawn="1"/>
          </p:nvSpPr>
          <p:spPr>
            <a:xfrm>
              <a:off x="0" y="1136822"/>
              <a:ext cx="381000" cy="5721178"/>
            </a:xfrm>
            <a:prstGeom prst="rect">
              <a:avLst/>
            </a:prstGeom>
            <a:solidFill>
              <a:srgbClr val="B9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8" name="Rectangle 7">
              <a:extLst>
                <a:ext uri="{FF2B5EF4-FFF2-40B4-BE49-F238E27FC236}">
                  <a16:creationId xmlns:a16="http://schemas.microsoft.com/office/drawing/2014/main" id="{6E1C8765-0E3F-75D0-34AB-EF953C926514}"/>
                </a:ext>
              </a:extLst>
            </p:cNvPr>
            <p:cNvSpPr/>
            <p:nvPr userDrawn="1"/>
          </p:nvSpPr>
          <p:spPr>
            <a:xfrm>
              <a:off x="0" y="0"/>
              <a:ext cx="381000" cy="381000"/>
            </a:xfrm>
            <a:prstGeom prst="rect">
              <a:avLst/>
            </a:prstGeom>
            <a:solidFill>
              <a:srgbClr val="5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0" name="Rectangle 9">
              <a:extLst>
                <a:ext uri="{FF2B5EF4-FFF2-40B4-BE49-F238E27FC236}">
                  <a16:creationId xmlns:a16="http://schemas.microsoft.com/office/drawing/2014/main" id="{DB1FFD29-8F8A-23A7-C734-930050687C81}"/>
                </a:ext>
              </a:extLst>
            </p:cNvPr>
            <p:cNvSpPr/>
            <p:nvPr userDrawn="1"/>
          </p:nvSpPr>
          <p:spPr>
            <a:xfrm>
              <a:off x="0" y="381000"/>
              <a:ext cx="381000" cy="381000"/>
            </a:xfrm>
            <a:prstGeom prst="rect">
              <a:avLst/>
            </a:prstGeom>
            <a:solidFill>
              <a:srgbClr val="7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11" name="Rectangle 10">
              <a:extLst>
                <a:ext uri="{FF2B5EF4-FFF2-40B4-BE49-F238E27FC236}">
                  <a16:creationId xmlns:a16="http://schemas.microsoft.com/office/drawing/2014/main" id="{38C13DEC-B4D5-D43C-D615-6BEE8047184A}"/>
                </a:ext>
              </a:extLst>
            </p:cNvPr>
            <p:cNvSpPr/>
            <p:nvPr userDrawn="1"/>
          </p:nvSpPr>
          <p:spPr>
            <a:xfrm>
              <a:off x="0" y="762000"/>
              <a:ext cx="381000" cy="381000"/>
            </a:xfrm>
            <a:prstGeom prst="rect">
              <a:avLst/>
            </a:prstGeom>
            <a:solidFill>
              <a:srgbClr val="960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grpSp>
      <p:sp>
        <p:nvSpPr>
          <p:cNvPr id="2" name="Slide Number Placeholder 4">
            <a:extLst>
              <a:ext uri="{FF2B5EF4-FFF2-40B4-BE49-F238E27FC236}">
                <a16:creationId xmlns:a16="http://schemas.microsoft.com/office/drawing/2014/main" id="{A3092F81-90EB-4AC0-B8BE-0E50524F15A9}"/>
              </a:ext>
            </a:extLst>
          </p:cNvPr>
          <p:cNvSpPr>
            <a:spLocks noGrp="1"/>
          </p:cNvSpPr>
          <p:nvPr>
            <p:ph type="sldNum" sz="quarter" idx="12"/>
          </p:nvPr>
        </p:nvSpPr>
        <p:spPr>
          <a:xfrm>
            <a:off x="0" y="6492875"/>
            <a:ext cx="381000" cy="365125"/>
          </a:xfrm>
          <a:prstGeom prst="rect">
            <a:avLst/>
          </a:prstGeom>
        </p:spPr>
        <p:txBody>
          <a:bodyPr lIns="91440" tIns="91440" bIns="91440"/>
          <a:lstStyle>
            <a:lvl1pPr algn="ctr">
              <a:defRPr/>
            </a:lvl1pPr>
          </a:lstStyle>
          <a:p>
            <a:fld id="{58C6886B-EF46-4342-BAF8-0CFF5EB43B5E}" type="slidenum">
              <a:rPr lang="en-US" smtClean="0"/>
              <a:pPr/>
              <a:t>‹#›</a:t>
            </a:fld>
            <a:endParaRPr lang="en-US"/>
          </a:p>
        </p:txBody>
      </p:sp>
    </p:spTree>
    <p:extLst>
      <p:ext uri="{BB962C8B-B14F-4D97-AF65-F5344CB8AC3E}">
        <p14:creationId xmlns:p14="http://schemas.microsoft.com/office/powerpoint/2010/main" val="4067549060"/>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827951F-06A0-19B8-1CBD-202F3389BDB6}"/>
              </a:ext>
            </a:extLst>
          </p:cNvPr>
          <p:cNvSpPr>
            <a:spLocks noGrp="1"/>
          </p:cNvSpPr>
          <p:nvPr>
            <p:ph type="sldNum" sz="quarter" idx="12"/>
          </p:nvPr>
        </p:nvSpPr>
        <p:spPr>
          <a:xfrm>
            <a:off x="0" y="6492875"/>
            <a:ext cx="381000" cy="365125"/>
          </a:xfrm>
          <a:prstGeom prst="rect">
            <a:avLst/>
          </a:prstGeom>
        </p:spPr>
        <p:txBody>
          <a:bodyPr vert="horz" lIns="91440" tIns="91440" rIns="91440" bIns="91440" rtlCol="0" anchor="ctr"/>
          <a:lstStyle>
            <a:defPPr>
              <a:defRPr lang="en-US"/>
            </a:defPPr>
            <a:lvl1pPr marL="0" algn="ctr" defTabSz="914400" rtl="0" eaLnBrk="1" latinLnBrk="0" hangingPunct="1">
              <a:defRPr sz="700" b="0" i="0" kern="1200">
                <a:solidFill>
                  <a:schemeClr val="bg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C6886B-EF46-4342-BAF8-0CFF5EB43B5E}" type="slidenum">
              <a:rPr lang="en-US" smtClean="0"/>
              <a:pPr/>
              <a:t>‹#›</a:t>
            </a:fld>
            <a:endParaRPr lang="en-US"/>
          </a:p>
        </p:txBody>
      </p:sp>
      <p:sp>
        <p:nvSpPr>
          <p:cNvPr id="12" name="Title Placeholder 1">
            <a:extLst>
              <a:ext uri="{FF2B5EF4-FFF2-40B4-BE49-F238E27FC236}">
                <a16:creationId xmlns:a16="http://schemas.microsoft.com/office/drawing/2014/main" id="{3A1A4D75-43EC-5495-5018-9F786CC3E913}"/>
              </a:ext>
            </a:extLst>
          </p:cNvPr>
          <p:cNvSpPr>
            <a:spLocks noGrp="1"/>
          </p:cNvSpPr>
          <p:nvPr>
            <p:ph type="title"/>
          </p:nvPr>
        </p:nvSpPr>
        <p:spPr>
          <a:xfrm>
            <a:off x="762000" y="329514"/>
            <a:ext cx="12563475" cy="731520"/>
          </a:xfrm>
          <a:prstGeom prst="rect">
            <a:avLst/>
          </a:prstGeom>
        </p:spPr>
        <p:txBody>
          <a:bodyPr vert="horz" lIns="0" tIns="91440" rIns="91440" bIns="91440" rtlCol="0" anchor="t" anchorCtr="0">
            <a:noAutofit/>
          </a:bodyPr>
          <a:lstStyle/>
          <a:p>
            <a:r>
              <a:rPr lang="en-US"/>
              <a:t>Click to edit Master title style</a:t>
            </a:r>
          </a:p>
        </p:txBody>
      </p:sp>
      <p:sp>
        <p:nvSpPr>
          <p:cNvPr id="4" name="Content Placeholder 1">
            <a:extLst>
              <a:ext uri="{FF2B5EF4-FFF2-40B4-BE49-F238E27FC236}">
                <a16:creationId xmlns:a16="http://schemas.microsoft.com/office/drawing/2014/main" id="{2650C330-59E4-D388-30FD-09F786A37196}"/>
              </a:ext>
            </a:extLst>
          </p:cNvPr>
          <p:cNvSpPr>
            <a:spLocks noGrp="1"/>
          </p:cNvSpPr>
          <p:nvPr>
            <p:ph sz="quarter" idx="21" hasCustomPrompt="1"/>
          </p:nvPr>
        </p:nvSpPr>
        <p:spPr>
          <a:xfrm>
            <a:off x="761999" y="1483105"/>
            <a:ext cx="6091238" cy="397823"/>
          </a:xfrm>
        </p:spPr>
        <p:txBody>
          <a:bodyPr anchor="b" anchorCtr="0"/>
          <a:lstStyle>
            <a:lvl1pPr>
              <a:lnSpc>
                <a:spcPct val="90000"/>
              </a:lnSpc>
              <a:defRPr sz="2000" b="1" i="0">
                <a:solidFill>
                  <a:schemeClr val="accent1"/>
                </a:solidFill>
                <a:latin typeface="Aptos" panose="020B0004020202020204" pitchFamily="34" charset="0"/>
              </a:defRPr>
            </a:lvl1pPr>
          </a:lstStyle>
          <a:p>
            <a:pPr lvl="0"/>
            <a:r>
              <a:rPr lang="en-US"/>
              <a:t>Header 20pt. Aptos Bold</a:t>
            </a:r>
          </a:p>
        </p:txBody>
      </p:sp>
      <p:sp>
        <p:nvSpPr>
          <p:cNvPr id="8" name="Text Placeholder 13">
            <a:extLst>
              <a:ext uri="{FF2B5EF4-FFF2-40B4-BE49-F238E27FC236}">
                <a16:creationId xmlns:a16="http://schemas.microsoft.com/office/drawing/2014/main" id="{514D4C09-87B7-76E1-847F-F673224CD46E}"/>
              </a:ext>
            </a:extLst>
          </p:cNvPr>
          <p:cNvSpPr>
            <a:spLocks noGrp="1"/>
          </p:cNvSpPr>
          <p:nvPr>
            <p:ph type="body" sz="quarter" idx="25"/>
          </p:nvPr>
        </p:nvSpPr>
        <p:spPr>
          <a:xfrm>
            <a:off x="762000" y="2040743"/>
            <a:ext cx="6091238" cy="4055257"/>
          </a:xfrm>
        </p:spPr>
        <p:txBody>
          <a:bodyPr/>
          <a:lstStyle>
            <a:lvl1pPr marL="0" indent="0">
              <a:buClr>
                <a:schemeClr val="tx1"/>
              </a:buClr>
              <a:buFont typeface="Wingdings" panose="05000000000000000000" pitchFamily="2" charset="2"/>
              <a:buNone/>
              <a:defRPr sz="1800">
                <a:latin typeface="Aptos" panose="020B0004020202020204" pitchFamily="34" charset="0"/>
              </a:defRPr>
            </a:lvl1pPr>
            <a:lvl2pPr>
              <a:buClr>
                <a:schemeClr val="tx1"/>
              </a:buClr>
              <a:defRPr sz="1600">
                <a:latin typeface="Aptos" panose="020B0004020202020204" pitchFamily="34" charset="0"/>
              </a:defRPr>
            </a:lvl2pPr>
            <a:lvl3pPr>
              <a:buClr>
                <a:schemeClr val="tx1"/>
              </a:buClr>
              <a:defRPr sz="1400">
                <a:latin typeface="Aptos" panose="020B0004020202020204" pitchFamily="34" charset="0"/>
              </a:defRPr>
            </a:lvl3pPr>
            <a:lvl4pPr>
              <a:buClr>
                <a:schemeClr val="tx1"/>
              </a:buClr>
              <a:defRPr sz="1200">
                <a:latin typeface="Aptos" panose="020B0004020202020204" pitchFamily="34" charset="0"/>
              </a:defRPr>
            </a:lvl4pPr>
            <a:lvl5pPr>
              <a:buClr>
                <a:schemeClr val="tx1"/>
              </a:buClr>
              <a:defRPr sz="12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a:extLst>
              <a:ext uri="{FF2B5EF4-FFF2-40B4-BE49-F238E27FC236}">
                <a16:creationId xmlns:a16="http://schemas.microsoft.com/office/drawing/2014/main" id="{EF303609-4EE9-B10A-A621-4F0BF607F53D}"/>
              </a:ext>
            </a:extLst>
          </p:cNvPr>
          <p:cNvSpPr>
            <a:spLocks noGrp="1"/>
          </p:cNvSpPr>
          <p:nvPr>
            <p:ph sz="quarter" idx="26" hasCustomPrompt="1"/>
          </p:nvPr>
        </p:nvSpPr>
        <p:spPr>
          <a:xfrm>
            <a:off x="7239000" y="1483105"/>
            <a:ext cx="6086475" cy="397823"/>
          </a:xfrm>
        </p:spPr>
        <p:txBody>
          <a:bodyPr anchor="b" anchorCtr="0"/>
          <a:lstStyle>
            <a:lvl1pPr>
              <a:lnSpc>
                <a:spcPct val="90000"/>
              </a:lnSpc>
              <a:defRPr sz="2000" b="1" i="0">
                <a:solidFill>
                  <a:schemeClr val="accent1"/>
                </a:solidFill>
                <a:latin typeface="Aptos" panose="020B0004020202020204" pitchFamily="34" charset="0"/>
              </a:defRPr>
            </a:lvl1pPr>
          </a:lstStyle>
          <a:p>
            <a:pPr lvl="0"/>
            <a:r>
              <a:rPr lang="en-US"/>
              <a:t>Header 20pt. Aptos Bold</a:t>
            </a:r>
          </a:p>
        </p:txBody>
      </p:sp>
      <p:sp>
        <p:nvSpPr>
          <p:cNvPr id="5" name="Text Placeholder 13">
            <a:extLst>
              <a:ext uri="{FF2B5EF4-FFF2-40B4-BE49-F238E27FC236}">
                <a16:creationId xmlns:a16="http://schemas.microsoft.com/office/drawing/2014/main" id="{05C87F47-3493-EDDF-3AC9-46047C878BFA}"/>
              </a:ext>
            </a:extLst>
          </p:cNvPr>
          <p:cNvSpPr>
            <a:spLocks noGrp="1"/>
          </p:cNvSpPr>
          <p:nvPr>
            <p:ph type="body" sz="quarter" idx="27"/>
          </p:nvPr>
        </p:nvSpPr>
        <p:spPr>
          <a:xfrm>
            <a:off x="7239001" y="2040743"/>
            <a:ext cx="6086474" cy="4055257"/>
          </a:xfrm>
        </p:spPr>
        <p:txBody>
          <a:bodyPr/>
          <a:lstStyle>
            <a:lvl1pPr marL="0" indent="0">
              <a:buClr>
                <a:schemeClr val="tx1"/>
              </a:buClr>
              <a:buFont typeface="Wingdings" panose="05000000000000000000" pitchFamily="2" charset="2"/>
              <a:buNone/>
              <a:defRPr sz="1800">
                <a:latin typeface="Aptos" panose="020B0004020202020204" pitchFamily="34" charset="0"/>
              </a:defRPr>
            </a:lvl1pPr>
            <a:lvl2pPr>
              <a:buClr>
                <a:schemeClr val="tx1"/>
              </a:buClr>
              <a:defRPr sz="1600">
                <a:latin typeface="Aptos" panose="020B0004020202020204" pitchFamily="34" charset="0"/>
              </a:defRPr>
            </a:lvl2pPr>
            <a:lvl3pPr>
              <a:buClr>
                <a:schemeClr val="tx1"/>
              </a:buClr>
              <a:defRPr sz="1400">
                <a:latin typeface="Aptos" panose="020B0004020202020204" pitchFamily="34" charset="0"/>
              </a:defRPr>
            </a:lvl3pPr>
            <a:lvl4pPr>
              <a:buClr>
                <a:schemeClr val="tx1"/>
              </a:buClr>
              <a:defRPr sz="1200">
                <a:latin typeface="Aptos" panose="020B0004020202020204" pitchFamily="34" charset="0"/>
              </a:defRPr>
            </a:lvl4pPr>
            <a:lvl5pPr>
              <a:buClr>
                <a:schemeClr val="tx1"/>
              </a:buClr>
              <a:defRPr sz="12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45918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2" Type="http://schemas.openxmlformats.org/officeDocument/2006/relationships/slideLayout" Target="../slideLayouts/slideLayout33.xml"/><Relationship Id="rId16" Type="http://schemas.openxmlformats.org/officeDocument/2006/relationships/theme" Target="../theme/theme2.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slideLayout" Target="../slideLayouts/slideLayout72.xml"/><Relationship Id="rId3" Type="http://schemas.openxmlformats.org/officeDocument/2006/relationships/slideLayout" Target="../slideLayouts/slideLayout49.xml"/><Relationship Id="rId21" Type="http://schemas.openxmlformats.org/officeDocument/2006/relationships/slideLayout" Target="../slideLayouts/slideLayout67.xml"/><Relationship Id="rId34" Type="http://schemas.openxmlformats.org/officeDocument/2006/relationships/theme" Target="../theme/theme3.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slideLayout" Target="../slideLayouts/slideLayout71.xml"/><Relationship Id="rId33" Type="http://schemas.openxmlformats.org/officeDocument/2006/relationships/slideLayout" Target="../slideLayouts/slideLayout79.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29" Type="http://schemas.openxmlformats.org/officeDocument/2006/relationships/slideLayout" Target="../slideLayouts/slideLayout75.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slideLayout" Target="../slideLayouts/slideLayout70.xml"/><Relationship Id="rId32" Type="http://schemas.openxmlformats.org/officeDocument/2006/relationships/slideLayout" Target="../slideLayouts/slideLayout78.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28" Type="http://schemas.openxmlformats.org/officeDocument/2006/relationships/slideLayout" Target="../slideLayouts/slideLayout74.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31" Type="http://schemas.openxmlformats.org/officeDocument/2006/relationships/slideLayout" Target="../slideLayouts/slideLayout77.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slideLayout" Target="../slideLayouts/slideLayout73.xml"/><Relationship Id="rId30" Type="http://schemas.openxmlformats.org/officeDocument/2006/relationships/slideLayout" Target="../slideLayouts/slideLayout76.xml"/><Relationship Id="rId8"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20574" y="644663"/>
            <a:ext cx="13501791" cy="1088358"/>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64300" y="104577"/>
            <a:ext cx="5441493" cy="365125"/>
          </a:xfrm>
          <a:prstGeom prst="rect">
            <a:avLst/>
          </a:prstGeom>
        </p:spPr>
        <p:txBody>
          <a:bodyPr vert="horz" lIns="91440" tIns="45720" rIns="91440" bIns="45720" rtlCol="0" anchor="t"/>
          <a:lstStyle>
            <a:lvl1pPr algn="l" rtl="0">
              <a:lnSpc>
                <a:spcPct val="80000"/>
              </a:lnSpc>
              <a:defRPr sz="2000">
                <a:solidFill>
                  <a:schemeClr val="tx1"/>
                </a:solidFill>
                <a:latin typeface="+mn-lt"/>
              </a:defRPr>
            </a:lvl1pPr>
          </a:lstStyle>
          <a:p>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6313" y="110365"/>
            <a:ext cx="5936459" cy="365125"/>
          </a:xfrm>
          <a:prstGeom prst="rect">
            <a:avLst/>
          </a:prstGeom>
        </p:spPr>
        <p:txBody>
          <a:bodyPr vert="horz" lIns="91440" tIns="45720" rIns="91440" bIns="45720" rtlCol="0" anchor="t"/>
          <a:lstStyle>
            <a:lvl1pPr algn="l" rtl="0">
              <a:lnSpc>
                <a:spcPct val="80000"/>
              </a:lnSpc>
              <a:defRPr sz="200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3233142" y="110365"/>
            <a:ext cx="482858" cy="365125"/>
          </a:xfrm>
          <a:prstGeom prst="rect">
            <a:avLst/>
          </a:prstGeom>
        </p:spPr>
        <p:txBody>
          <a:bodyPr vert="horz" lIns="91440" tIns="45720" rIns="91440" bIns="45720" rtlCol="0" anchor="t"/>
          <a:lstStyle>
            <a:lvl1pPr algn="r" rtl="0">
              <a:lnSpc>
                <a:spcPct val="80000"/>
              </a:lnSpc>
              <a:defRPr sz="2000">
                <a:solidFill>
                  <a:schemeClr val="tx1"/>
                </a:solidFill>
                <a:latin typeface="+mn-lt"/>
              </a:defRPr>
            </a:lvl1pPr>
          </a:lstStyle>
          <a:p>
            <a:fld id="{CC057153-B650-4DEB-B370-79DDCFDCE934}" type="slidenum">
              <a:rPr lang="en-US" dirty="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2"/>
            <a:ext cx="13501791"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822488"/>
      </p:ext>
    </p:extLst>
  </p:cSld>
  <p:clrMap bg1="lt1" tx1="dk1" bg2="lt2" tx2="dk2" accent1="accent1" accent2="accent2" accent3="accent3" accent4="accent4" accent5="accent5" accent6="accent6" hlink="hlink" folHlink="folHlink"/>
  <p:sldLayoutIdLst>
    <p:sldLayoutId id="2147483993" r:id="rId1"/>
    <p:sldLayoutId id="2147483994" r:id="rId2"/>
    <p:sldLayoutId id="2147483995" r:id="rId3"/>
    <p:sldLayoutId id="2147483996" r:id="rId4"/>
    <p:sldLayoutId id="2147483997" r:id="rId5"/>
    <p:sldLayoutId id="2147483998" r:id="rId6"/>
    <p:sldLayoutId id="2147483999" r:id="rId7"/>
    <p:sldLayoutId id="2147484000" r:id="rId8"/>
    <p:sldLayoutId id="2147484001" r:id="rId9"/>
    <p:sldLayoutId id="2147484002" r:id="rId10"/>
    <p:sldLayoutId id="2147484003" r:id="rId11"/>
    <p:sldLayoutId id="2147484004" r:id="rId12"/>
    <p:sldLayoutId id="2147484005" r:id="rId13"/>
    <p:sldLayoutId id="2147484006" r:id="rId14"/>
    <p:sldLayoutId id="2147484007" r:id="rId15"/>
    <p:sldLayoutId id="2147484008" r:id="rId16"/>
    <p:sldLayoutId id="2147484009" r:id="rId17"/>
    <p:sldLayoutId id="2147484010" r:id="rId18"/>
    <p:sldLayoutId id="2147484011" r:id="rId19"/>
    <p:sldLayoutId id="2147484012" r:id="rId20"/>
    <p:sldLayoutId id="2147484013" r:id="rId21"/>
    <p:sldLayoutId id="2147484014" r:id="rId22"/>
    <p:sldLayoutId id="2147484015" r:id="rId23"/>
    <p:sldLayoutId id="2147484016" r:id="rId24"/>
    <p:sldLayoutId id="2147484017" r:id="rId25"/>
    <p:sldLayoutId id="2147484018" r:id="rId26"/>
    <p:sldLayoutId id="2147484019" r:id="rId27"/>
    <p:sldLayoutId id="2147484020" r:id="rId28"/>
    <p:sldLayoutId id="2147484022" r:id="rId29"/>
    <p:sldLayoutId id="2147484023" r:id="rId30"/>
    <p:sldLayoutId id="2147484024" r:id="rId3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4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0C1457D-EE86-4D82-60A9-D431CE5D7D11}"/>
              </a:ext>
            </a:extLst>
          </p:cNvPr>
          <p:cNvGrpSpPr/>
          <p:nvPr userDrawn="1"/>
        </p:nvGrpSpPr>
        <p:grpSpPr>
          <a:xfrm>
            <a:off x="0" y="0"/>
            <a:ext cx="381000" cy="6858000"/>
            <a:chOff x="0" y="0"/>
            <a:chExt cx="381000" cy="6858000"/>
          </a:xfrm>
        </p:grpSpPr>
        <p:sp>
          <p:nvSpPr>
            <p:cNvPr id="5" name="Rectangle 4">
              <a:extLst>
                <a:ext uri="{FF2B5EF4-FFF2-40B4-BE49-F238E27FC236}">
                  <a16:creationId xmlns:a16="http://schemas.microsoft.com/office/drawing/2014/main" id="{0AEC34B1-CF34-2686-DCD4-46FF7FAFEAC5}"/>
                </a:ext>
              </a:extLst>
            </p:cNvPr>
            <p:cNvSpPr/>
            <p:nvPr userDrawn="1"/>
          </p:nvSpPr>
          <p:spPr>
            <a:xfrm>
              <a:off x="0" y="1136822"/>
              <a:ext cx="381000" cy="5721178"/>
            </a:xfrm>
            <a:prstGeom prst="rect">
              <a:avLst/>
            </a:prstGeom>
            <a:solidFill>
              <a:srgbClr val="DC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6" name="Rectangle 5">
              <a:extLst>
                <a:ext uri="{FF2B5EF4-FFF2-40B4-BE49-F238E27FC236}">
                  <a16:creationId xmlns:a16="http://schemas.microsoft.com/office/drawing/2014/main" id="{634088F9-F391-15F5-D444-707A9C5A9EFB}"/>
                </a:ext>
              </a:extLst>
            </p:cNvPr>
            <p:cNvSpPr/>
            <p:nvPr userDrawn="1"/>
          </p:nvSpPr>
          <p:spPr>
            <a:xfrm>
              <a:off x="0" y="0"/>
              <a:ext cx="381000" cy="381000"/>
            </a:xfrm>
            <a:prstGeom prst="rect">
              <a:avLst/>
            </a:prstGeom>
            <a:solidFill>
              <a:srgbClr val="7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7" name="Rectangle 6">
              <a:extLst>
                <a:ext uri="{FF2B5EF4-FFF2-40B4-BE49-F238E27FC236}">
                  <a16:creationId xmlns:a16="http://schemas.microsoft.com/office/drawing/2014/main" id="{22806618-F5D3-DBB4-D7D3-F40E57854E6F}"/>
                </a:ext>
              </a:extLst>
            </p:cNvPr>
            <p:cNvSpPr/>
            <p:nvPr userDrawn="1"/>
          </p:nvSpPr>
          <p:spPr>
            <a:xfrm>
              <a:off x="0" y="381000"/>
              <a:ext cx="381000" cy="381000"/>
            </a:xfrm>
            <a:prstGeom prst="rect">
              <a:avLst/>
            </a:prstGeom>
            <a:solidFill>
              <a:srgbClr val="960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sp>
          <p:nvSpPr>
            <p:cNvPr id="8" name="Rectangle 7">
              <a:extLst>
                <a:ext uri="{FF2B5EF4-FFF2-40B4-BE49-F238E27FC236}">
                  <a16:creationId xmlns:a16="http://schemas.microsoft.com/office/drawing/2014/main" id="{ABB73ABF-F461-6F04-7BDF-7112FE3BA148}"/>
                </a:ext>
              </a:extLst>
            </p:cNvPr>
            <p:cNvSpPr/>
            <p:nvPr userDrawn="1"/>
          </p:nvSpPr>
          <p:spPr>
            <a:xfrm>
              <a:off x="0" y="762000"/>
              <a:ext cx="381000" cy="381000"/>
            </a:xfrm>
            <a:prstGeom prst="rect">
              <a:avLst/>
            </a:prstGeom>
            <a:solidFill>
              <a:srgbClr val="B9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ptos" panose="020B0004020202020204" pitchFamily="34" charset="0"/>
              </a:endParaRPr>
            </a:p>
          </p:txBody>
        </p:sp>
      </p:grpSp>
      <p:sp>
        <p:nvSpPr>
          <p:cNvPr id="9" name="Title Placeholder 1">
            <a:extLst>
              <a:ext uri="{FF2B5EF4-FFF2-40B4-BE49-F238E27FC236}">
                <a16:creationId xmlns:a16="http://schemas.microsoft.com/office/drawing/2014/main" id="{EBB48A49-8EE2-0C46-7330-F2BCBC46F113}"/>
              </a:ext>
            </a:extLst>
          </p:cNvPr>
          <p:cNvSpPr>
            <a:spLocks noGrp="1"/>
          </p:cNvSpPr>
          <p:nvPr>
            <p:ph type="title"/>
          </p:nvPr>
        </p:nvSpPr>
        <p:spPr>
          <a:xfrm>
            <a:off x="762000" y="329514"/>
            <a:ext cx="12573000" cy="731520"/>
          </a:xfrm>
          <a:prstGeom prst="rect">
            <a:avLst/>
          </a:prstGeom>
        </p:spPr>
        <p:txBody>
          <a:bodyPr vert="horz" lIns="0" tIns="91440" rIns="91440" bIns="91440" rtlCol="0" anchor="t" anchorCtr="0">
            <a:noAutofit/>
          </a:bodyPr>
          <a:lstStyle/>
          <a:p>
            <a:r>
              <a:rPr lang="en-US"/>
              <a:t>Click to edit Master title style</a:t>
            </a:r>
          </a:p>
        </p:txBody>
      </p:sp>
      <p:sp>
        <p:nvSpPr>
          <p:cNvPr id="10" name="Text Placeholder 2">
            <a:extLst>
              <a:ext uri="{FF2B5EF4-FFF2-40B4-BE49-F238E27FC236}">
                <a16:creationId xmlns:a16="http://schemas.microsoft.com/office/drawing/2014/main" id="{16D2DF6F-60B1-B124-FD39-9C1F6D18C835}"/>
              </a:ext>
            </a:extLst>
          </p:cNvPr>
          <p:cNvSpPr>
            <a:spLocks noGrp="1"/>
          </p:cNvSpPr>
          <p:nvPr>
            <p:ph type="body" idx="1"/>
          </p:nvPr>
        </p:nvSpPr>
        <p:spPr>
          <a:xfrm>
            <a:off x="762001" y="1825625"/>
            <a:ext cx="11498262" cy="4270375"/>
          </a:xfrm>
          <a:prstGeom prst="rect">
            <a:avLst/>
          </a:prstGeom>
        </p:spPr>
        <p:txBody>
          <a:bodyPr vert="horz" lIns="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1AA22849-753B-F15D-C500-5E93A1E2EE43}"/>
              </a:ext>
            </a:extLst>
          </p:cNvPr>
          <p:cNvSpPr>
            <a:spLocks noGrp="1"/>
          </p:cNvSpPr>
          <p:nvPr>
            <p:ph type="sldNum" sz="quarter" idx="4"/>
          </p:nvPr>
        </p:nvSpPr>
        <p:spPr>
          <a:xfrm>
            <a:off x="0" y="6492875"/>
            <a:ext cx="381000" cy="365125"/>
          </a:xfrm>
          <a:prstGeom prst="rect">
            <a:avLst/>
          </a:prstGeom>
        </p:spPr>
        <p:txBody>
          <a:bodyPr vert="horz" lIns="91440" tIns="91440" rIns="91440" bIns="91440" rtlCol="0" anchor="ctr"/>
          <a:lstStyle>
            <a:lvl1pPr algn="ctr">
              <a:defRPr sz="700" b="0" i="0">
                <a:solidFill>
                  <a:schemeClr val="bg1"/>
                </a:solidFill>
                <a:latin typeface="Aptos" panose="020B0004020202020204" pitchFamily="34" charset="0"/>
              </a:defRPr>
            </a:lvl1pPr>
          </a:lstStyle>
          <a:p>
            <a:fld id="{58C6886B-EF46-4342-BAF8-0CFF5EB43B5E}" type="slidenum">
              <a:rPr lang="en-US" smtClean="0"/>
              <a:pPr/>
              <a:t>‹#›</a:t>
            </a:fld>
            <a:endParaRPr lang="en-US"/>
          </a:p>
        </p:txBody>
      </p:sp>
    </p:spTree>
    <p:extLst>
      <p:ext uri="{BB962C8B-B14F-4D97-AF65-F5344CB8AC3E}">
        <p14:creationId xmlns:p14="http://schemas.microsoft.com/office/powerpoint/2010/main" val="1782652736"/>
      </p:ext>
    </p:extLst>
  </p:cSld>
  <p:clrMap bg1="lt1" tx1="dk1" bg2="lt2" tx2="dk2" accent1="accent1" accent2="accent2" accent3="accent3" accent4="accent4" accent5="accent5" accent6="accent6" hlink="hlink" folHlink="folHlink"/>
  <p:sldLayoutIdLst>
    <p:sldLayoutId id="2147483734" r:id="rId1"/>
    <p:sldLayoutId id="2147483739" r:id="rId2"/>
    <p:sldLayoutId id="2147483740" r:id="rId3"/>
    <p:sldLayoutId id="2147483741" r:id="rId4"/>
    <p:sldLayoutId id="2147483742" r:id="rId5"/>
    <p:sldLayoutId id="2147483743" r:id="rId6"/>
    <p:sldLayoutId id="2147483744" r:id="rId7"/>
    <p:sldLayoutId id="2147483774" r:id="rId8"/>
    <p:sldLayoutId id="2147483775" r:id="rId9"/>
    <p:sldLayoutId id="2147483776" r:id="rId10"/>
    <p:sldLayoutId id="2147483777" r:id="rId11"/>
    <p:sldLayoutId id="2147483778" r:id="rId12"/>
    <p:sldLayoutId id="2147483796" r:id="rId13"/>
    <p:sldLayoutId id="2147483797" r:id="rId14"/>
    <p:sldLayoutId id="2147483798" r:id="rId15"/>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11" rtl="0" eaLnBrk="1" latinLnBrk="0" hangingPunct="1">
        <a:lnSpc>
          <a:spcPct val="90000"/>
        </a:lnSpc>
        <a:spcBef>
          <a:spcPct val="0"/>
        </a:spcBef>
        <a:buClr>
          <a:schemeClr val="tx1"/>
        </a:buClr>
        <a:buNone/>
        <a:defRPr sz="3400" b="0" i="0" kern="1200">
          <a:solidFill>
            <a:schemeClr val="tx1"/>
          </a:solidFill>
          <a:latin typeface="Aptos Light" panose="020B0004020202020204" pitchFamily="34" charset="0"/>
          <a:ea typeface="Inter Medium" panose="02000503000000020004" pitchFamily="2" charset="0"/>
          <a:cs typeface="+mj-cs"/>
        </a:defRPr>
      </a:lvl1pPr>
    </p:titleStyle>
    <p:bodyStyle>
      <a:lvl1pPr marL="0" indent="0" algn="l" defTabSz="914411" rtl="0" eaLnBrk="1" latinLnBrk="0" hangingPunct="1">
        <a:lnSpc>
          <a:spcPct val="90000"/>
        </a:lnSpc>
        <a:spcBef>
          <a:spcPts val="1000"/>
        </a:spcBef>
        <a:buClr>
          <a:schemeClr val="tx1"/>
        </a:buClr>
        <a:buFont typeface="Wingdings" pitchFamily="2" charset="2"/>
        <a:buNone/>
        <a:defRPr sz="2400" b="0" i="0" kern="1200">
          <a:solidFill>
            <a:schemeClr val="tx1"/>
          </a:solidFill>
          <a:latin typeface="Aptos" panose="020B0004020202020204" pitchFamily="34" charset="0"/>
          <a:ea typeface="+mn-ea"/>
          <a:cs typeface="+mn-cs"/>
        </a:defRPr>
      </a:lvl1pPr>
      <a:lvl2pPr marL="512769" indent="-284166" algn="l" defTabSz="914411" rtl="0" eaLnBrk="1" latinLnBrk="0" hangingPunct="1">
        <a:lnSpc>
          <a:spcPct val="90000"/>
        </a:lnSpc>
        <a:spcBef>
          <a:spcPts val="500"/>
        </a:spcBef>
        <a:buClr>
          <a:schemeClr val="tx1"/>
        </a:buClr>
        <a:buFont typeface="Wingdings" pitchFamily="2" charset="2"/>
        <a:buChar char="§"/>
        <a:defRPr sz="2000" b="0" i="0" kern="1200">
          <a:solidFill>
            <a:schemeClr val="tx1"/>
          </a:solidFill>
          <a:latin typeface="Aptos" panose="020B0004020202020204" pitchFamily="34" charset="0"/>
          <a:ea typeface="+mn-ea"/>
          <a:cs typeface="+mn-cs"/>
        </a:defRPr>
      </a:lvl2pPr>
      <a:lvl3pPr marL="803285" indent="-290517" algn="l" defTabSz="914411" rtl="0" eaLnBrk="1" latinLnBrk="0" hangingPunct="1">
        <a:lnSpc>
          <a:spcPct val="90000"/>
        </a:lnSpc>
        <a:spcBef>
          <a:spcPts val="500"/>
        </a:spcBef>
        <a:buClr>
          <a:schemeClr val="tx1"/>
        </a:buClr>
        <a:buFont typeface="Wingdings" pitchFamily="2" charset="2"/>
        <a:buChar char="§"/>
        <a:defRPr sz="1800" b="0" i="0" kern="1200">
          <a:solidFill>
            <a:schemeClr val="tx1"/>
          </a:solidFill>
          <a:latin typeface="Aptos" panose="020B0004020202020204" pitchFamily="34" charset="0"/>
          <a:ea typeface="+mn-ea"/>
          <a:cs typeface="+mn-cs"/>
        </a:defRPr>
      </a:lvl3pPr>
      <a:lvl4pPr marL="1087452" indent="-284166" algn="l" defTabSz="914411" rtl="0" eaLnBrk="1" latinLnBrk="0" hangingPunct="1">
        <a:lnSpc>
          <a:spcPct val="90000"/>
        </a:lnSpc>
        <a:spcBef>
          <a:spcPts val="500"/>
        </a:spcBef>
        <a:buClr>
          <a:schemeClr val="tx1"/>
        </a:buClr>
        <a:buFont typeface="Wingdings" pitchFamily="2" charset="2"/>
        <a:buChar char="§"/>
        <a:defRPr sz="1600" b="0" i="0" kern="1200">
          <a:solidFill>
            <a:schemeClr val="tx1"/>
          </a:solidFill>
          <a:latin typeface="Aptos" panose="020B0004020202020204" pitchFamily="34" charset="0"/>
          <a:ea typeface="+mn-ea"/>
          <a:cs typeface="+mn-cs"/>
        </a:defRPr>
      </a:lvl4pPr>
      <a:lvl5pPr marL="1371617" indent="-284166" algn="l" defTabSz="914411" rtl="0" eaLnBrk="1" latinLnBrk="0" hangingPunct="1">
        <a:lnSpc>
          <a:spcPct val="90000"/>
        </a:lnSpc>
        <a:spcBef>
          <a:spcPts val="500"/>
        </a:spcBef>
        <a:buClr>
          <a:schemeClr val="tx1"/>
        </a:buClr>
        <a:buFont typeface="Wingdings" pitchFamily="2" charset="2"/>
        <a:buChar char="§"/>
        <a:defRPr sz="1600" b="0" i="0" kern="1200">
          <a:solidFill>
            <a:schemeClr val="tx1"/>
          </a:solidFill>
          <a:latin typeface="Aptos" panose="020B0004020202020204" pitchFamily="34" charset="0"/>
          <a:ea typeface="+mn-ea"/>
          <a:cs typeface="+mn-cs"/>
        </a:defRPr>
      </a:lvl5pPr>
      <a:lvl6pPr marL="2514631"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9"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40" userDrawn="1">
          <p15:clr>
            <a:srgbClr val="F26B43"/>
          </p15:clr>
        </p15:guide>
        <p15:guide id="4" pos="480" userDrawn="1">
          <p15:clr>
            <a:srgbClr val="F26B43"/>
          </p15:clr>
        </p15:guide>
        <p15:guide id="27" orient="horz" pos="480" userDrawn="1">
          <p15:clr>
            <a:srgbClr val="F26B43"/>
          </p15:clr>
        </p15:guide>
        <p15:guide id="31" orient="horz" pos="3840" userDrawn="1">
          <p15:clr>
            <a:srgbClr val="F26B43"/>
          </p15:clr>
        </p15:guide>
        <p15:guide id="32" orient="horz" pos="4080" userDrawn="1">
          <p15:clr>
            <a:srgbClr val="F26B43"/>
          </p15:clr>
        </p15:guide>
        <p15:guide id="33" pos="917" userDrawn="1">
          <p15:clr>
            <a:srgbClr val="F26B43"/>
          </p15:clr>
        </p15:guide>
        <p15:guide id="34" pos="1152" userDrawn="1">
          <p15:clr>
            <a:srgbClr val="F26B43"/>
          </p15:clr>
        </p15:guide>
        <p15:guide id="35" pos="1594" userDrawn="1">
          <p15:clr>
            <a:srgbClr val="F26B43"/>
          </p15:clr>
        </p15:guide>
        <p15:guide id="36" pos="1834" userDrawn="1">
          <p15:clr>
            <a:srgbClr val="F26B43"/>
          </p15:clr>
        </p15:guide>
        <p15:guide id="37" pos="2280" userDrawn="1">
          <p15:clr>
            <a:srgbClr val="F26B43"/>
          </p15:clr>
        </p15:guide>
        <p15:guide id="38" pos="2511" userDrawn="1">
          <p15:clr>
            <a:srgbClr val="F26B43"/>
          </p15:clr>
        </p15:guide>
        <p15:guide id="39" pos="2952" userDrawn="1">
          <p15:clr>
            <a:srgbClr val="F26B43"/>
          </p15:clr>
        </p15:guide>
        <p15:guide id="40" pos="3199" userDrawn="1">
          <p15:clr>
            <a:srgbClr val="F26B43"/>
          </p15:clr>
        </p15:guide>
        <p15:guide id="41" pos="3641" userDrawn="1">
          <p15:clr>
            <a:srgbClr val="F26B43"/>
          </p15:clr>
        </p15:guide>
        <p15:guide id="42" pos="3875" userDrawn="1">
          <p15:clr>
            <a:srgbClr val="F26B43"/>
          </p15:clr>
        </p15:guide>
        <p15:guide id="43" pos="4317" userDrawn="1">
          <p15:clr>
            <a:srgbClr val="F26B43"/>
          </p15:clr>
        </p15:guide>
        <p15:guide id="44" pos="4560" userDrawn="1">
          <p15:clr>
            <a:srgbClr val="F26B43"/>
          </p15:clr>
        </p15:guide>
        <p15:guide id="45" pos="5005" userDrawn="1">
          <p15:clr>
            <a:srgbClr val="F26B43"/>
          </p15:clr>
        </p15:guide>
        <p15:guide id="46" pos="5232" userDrawn="1">
          <p15:clr>
            <a:srgbClr val="F26B43"/>
          </p15:clr>
        </p15:guide>
        <p15:guide id="47" pos="5676" userDrawn="1">
          <p15:clr>
            <a:srgbClr val="F26B43"/>
          </p15:clr>
        </p15:guide>
        <p15:guide id="48" pos="5917" userDrawn="1">
          <p15:clr>
            <a:srgbClr val="F26B43"/>
          </p15:clr>
        </p15:guide>
        <p15:guide id="49" pos="6360" userDrawn="1">
          <p15:clr>
            <a:srgbClr val="F26B43"/>
          </p15:clr>
        </p15:guide>
        <p15:guide id="50" pos="6593" userDrawn="1">
          <p15:clr>
            <a:srgbClr val="F26B43"/>
          </p15:clr>
        </p15:guide>
        <p15:guide id="51" pos="7041" userDrawn="1">
          <p15:clr>
            <a:srgbClr val="F26B43"/>
          </p15:clr>
        </p15:guide>
        <p15:guide id="52" pos="7723" userDrawn="1">
          <p15:clr>
            <a:srgbClr val="F26B43"/>
          </p15:clr>
        </p15:guide>
        <p15:guide id="53" pos="7958" userDrawn="1">
          <p15:clr>
            <a:srgbClr val="F26B43"/>
          </p15:clr>
        </p15:guide>
        <p15:guide id="54" pos="8400" userDrawn="1">
          <p15:clr>
            <a:srgbClr val="F26B43"/>
          </p15:clr>
        </p15:guide>
        <p15:guide id="55" pos="7275"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20574" y="644663"/>
            <a:ext cx="13501791" cy="1088358"/>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64300" y="104577"/>
            <a:ext cx="5441493" cy="365125"/>
          </a:xfrm>
          <a:prstGeom prst="rect">
            <a:avLst/>
          </a:prstGeom>
        </p:spPr>
        <p:txBody>
          <a:bodyPr vert="horz" lIns="91440" tIns="45720" rIns="91440" bIns="45720" rtlCol="0" anchor="t"/>
          <a:lstStyle>
            <a:lvl1pPr algn="l" rtl="0">
              <a:lnSpc>
                <a:spcPct val="80000"/>
              </a:lnSpc>
              <a:defRPr sz="2000">
                <a:solidFill>
                  <a:schemeClr val="tx1"/>
                </a:solidFill>
                <a:latin typeface="+mn-lt"/>
              </a:defRPr>
            </a:lvl1pPr>
          </a:lstStyle>
          <a:p>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6313" y="110365"/>
            <a:ext cx="5936459" cy="365125"/>
          </a:xfrm>
          <a:prstGeom prst="rect">
            <a:avLst/>
          </a:prstGeom>
        </p:spPr>
        <p:txBody>
          <a:bodyPr vert="horz" lIns="91440" tIns="45720" rIns="91440" bIns="45720" rtlCol="0" anchor="t"/>
          <a:lstStyle>
            <a:lvl1pPr algn="l" rtl="0">
              <a:lnSpc>
                <a:spcPct val="80000"/>
              </a:lnSpc>
              <a:defRPr sz="200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3233142" y="110365"/>
            <a:ext cx="482858" cy="365125"/>
          </a:xfrm>
          <a:prstGeom prst="rect">
            <a:avLst/>
          </a:prstGeom>
        </p:spPr>
        <p:txBody>
          <a:bodyPr vert="horz" lIns="91440" tIns="45720" rIns="91440" bIns="45720" rtlCol="0" anchor="t"/>
          <a:lstStyle>
            <a:lvl1pPr algn="r" rtl="0">
              <a:lnSpc>
                <a:spcPct val="80000"/>
              </a:lnSpc>
              <a:defRPr sz="2000">
                <a:solidFill>
                  <a:schemeClr val="tx1"/>
                </a:solidFill>
                <a:latin typeface="+mn-lt"/>
              </a:defRPr>
            </a:lvl1pPr>
          </a:lstStyle>
          <a:p>
            <a:fld id="{CC057153-B650-4DEB-B370-79DDCFDCE934}" type="slidenum">
              <a:rPr lang="en-US" dirty="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2"/>
            <a:ext cx="13501791"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9707831"/>
      </p:ext>
    </p:extLst>
  </p:cSld>
  <p:clrMap bg1="lt1" tx1="dk1" bg2="lt2" tx2="dk2" accent1="accent1" accent2="accent2" accent3="accent3" accent4="accent4" accent5="accent5" accent6="accent6" hlink="hlink" folHlink="folHlink"/>
  <p:sldLayoutIdLst>
    <p:sldLayoutId id="2147484027" r:id="rId1"/>
    <p:sldLayoutId id="2147484028" r:id="rId2"/>
    <p:sldLayoutId id="2147484029" r:id="rId3"/>
    <p:sldLayoutId id="2147484030" r:id="rId4"/>
    <p:sldLayoutId id="2147484031" r:id="rId5"/>
    <p:sldLayoutId id="2147484032" r:id="rId6"/>
    <p:sldLayoutId id="2147484033" r:id="rId7"/>
    <p:sldLayoutId id="2147484034" r:id="rId8"/>
    <p:sldLayoutId id="2147484035" r:id="rId9"/>
    <p:sldLayoutId id="2147484036" r:id="rId10"/>
    <p:sldLayoutId id="2147484037" r:id="rId11"/>
    <p:sldLayoutId id="2147484038" r:id="rId12"/>
    <p:sldLayoutId id="2147484039" r:id="rId13"/>
    <p:sldLayoutId id="2147484040" r:id="rId14"/>
    <p:sldLayoutId id="2147484041" r:id="rId15"/>
    <p:sldLayoutId id="2147484042" r:id="rId16"/>
    <p:sldLayoutId id="2147484043" r:id="rId17"/>
    <p:sldLayoutId id="2147484044" r:id="rId18"/>
    <p:sldLayoutId id="2147484045" r:id="rId19"/>
    <p:sldLayoutId id="2147484046" r:id="rId20"/>
    <p:sldLayoutId id="2147484047" r:id="rId21"/>
    <p:sldLayoutId id="2147484048" r:id="rId22"/>
    <p:sldLayoutId id="2147484049" r:id="rId23"/>
    <p:sldLayoutId id="2147484050" r:id="rId24"/>
    <p:sldLayoutId id="2147484051" r:id="rId25"/>
    <p:sldLayoutId id="2147484052" r:id="rId26"/>
    <p:sldLayoutId id="2147484053" r:id="rId27"/>
    <p:sldLayoutId id="2147484054" r:id="rId28"/>
    <p:sldLayoutId id="2147484055" r:id="rId29"/>
    <p:sldLayoutId id="2147484056" r:id="rId30"/>
    <p:sldLayoutId id="2147484057" r:id="rId31"/>
    <p:sldLayoutId id="2147484058" r:id="rId32"/>
    <p:sldLayoutId id="2147484059" r:id="rId33"/>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432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github.com/sonic-net/SONiC/pull/2376" TargetMode="External"/><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5.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7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70.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151EDD-BE43-61B3-76EE-FA3B33B29056}"/>
              </a:ext>
            </a:extLst>
          </p:cNvPr>
          <p:cNvSpPr>
            <a:spLocks noGrp="1"/>
          </p:cNvSpPr>
          <p:nvPr>
            <p:ph type="title"/>
          </p:nvPr>
        </p:nvSpPr>
        <p:spPr>
          <a:xfrm>
            <a:off x="499137" y="2049040"/>
            <a:ext cx="12502134" cy="849793"/>
          </a:xfrm>
        </p:spPr>
        <p:txBody>
          <a:bodyPr>
            <a:normAutofit fontScale="90000"/>
          </a:bodyPr>
          <a:lstStyle/>
          <a:p>
            <a:r>
              <a:rPr lang="en-US" sz="4800">
                <a:latin typeface="Aptos"/>
              </a:rPr>
              <a:t>Dual Homed Passive Optical Network (PON) Gateway</a:t>
            </a:r>
            <a:br>
              <a:rPr lang="en-US">
                <a:latin typeface="Aptos"/>
              </a:rPr>
            </a:br>
            <a:br>
              <a:rPr lang="en-US">
                <a:latin typeface="Aptos"/>
              </a:rPr>
            </a:br>
            <a:r>
              <a:rPr lang="en-GB" sz="2400">
                <a:latin typeface="Aptos"/>
              </a:rPr>
              <a:t>The HLD is published and located at - </a:t>
            </a:r>
            <a:r>
              <a:rPr lang="en-GB" sz="2400">
                <a:latin typeface="Aptos"/>
                <a:hlinkClick r:id="rId2"/>
              </a:rPr>
              <a:t>https://github.com/sonic-net/SONiC/pull/2376</a:t>
            </a:r>
            <a:endParaRPr lang="en-US" sz="2400">
              <a:latin typeface="Aptos"/>
            </a:endParaRPr>
          </a:p>
          <a:p>
            <a:endParaRPr lang="en-US">
              <a:latin typeface="Aptos"/>
            </a:endParaRPr>
          </a:p>
        </p:txBody>
      </p:sp>
      <p:sp>
        <p:nvSpPr>
          <p:cNvPr id="8" name="Content Placeholder 7">
            <a:extLst>
              <a:ext uri="{FF2B5EF4-FFF2-40B4-BE49-F238E27FC236}">
                <a16:creationId xmlns:a16="http://schemas.microsoft.com/office/drawing/2014/main" id="{6A0CAC78-8902-3A49-5A1A-E9D1563C959A}"/>
              </a:ext>
            </a:extLst>
          </p:cNvPr>
          <p:cNvSpPr>
            <a:spLocks noGrp="1"/>
          </p:cNvSpPr>
          <p:nvPr>
            <p:ph idx="1"/>
          </p:nvPr>
        </p:nvSpPr>
        <p:spPr>
          <a:xfrm>
            <a:off x="590605" y="5569034"/>
            <a:ext cx="12406707" cy="402029"/>
          </a:xfrm>
        </p:spPr>
        <p:txBody>
          <a:bodyPr vert="horz" lIns="0" tIns="91440" rIns="91440" bIns="91440" rtlCol="0" anchor="t">
            <a:noAutofit/>
          </a:bodyPr>
          <a:lstStyle/>
          <a:p>
            <a:r>
              <a:rPr lang="en-US" b="1">
                <a:latin typeface="Aptos"/>
              </a:rPr>
              <a:t>Presenter : Anurag Prakash (Ciena), Gerald </a:t>
            </a:r>
            <a:r>
              <a:rPr lang="en-CA" b="1">
                <a:latin typeface="Aptos"/>
              </a:rPr>
              <a:t>Smallegange (Ciena)</a:t>
            </a:r>
          </a:p>
          <a:p>
            <a:endParaRPr lang="en-US" b="1">
              <a:latin typeface="Aptos"/>
            </a:endParaRPr>
          </a:p>
        </p:txBody>
      </p:sp>
    </p:spTree>
    <p:extLst>
      <p:ext uri="{BB962C8B-B14F-4D97-AF65-F5344CB8AC3E}">
        <p14:creationId xmlns:p14="http://schemas.microsoft.com/office/powerpoint/2010/main" val="1494420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37FAC1-A85D-3556-B114-AC45029E9638}"/>
              </a:ext>
            </a:extLst>
          </p:cNvPr>
          <p:cNvSpPr>
            <a:spLocks noGrp="1"/>
          </p:cNvSpPr>
          <p:nvPr>
            <p:ph sz="half" idx="1"/>
          </p:nvPr>
        </p:nvSpPr>
        <p:spPr>
          <a:xfrm>
            <a:off x="762000" y="1108472"/>
            <a:ext cx="9214930" cy="3900000"/>
          </a:xfrm>
        </p:spPr>
        <p:txBody>
          <a:bodyPr vert="horz" lIns="0" tIns="91440" rIns="91440" bIns="91440" numCol="2" spcCol="457200" rtlCol="0" anchor="t">
            <a:noAutofit/>
          </a:bodyPr>
          <a:lstStyle/>
          <a:p>
            <a:pPr marL="285750" indent="-285750">
              <a:spcBef>
                <a:spcPts val="900"/>
              </a:spcBef>
              <a:buFont typeface="Arial" panose="05000000000000000000" pitchFamily="2" charset="2"/>
              <a:buChar char="•"/>
            </a:pPr>
            <a:r>
              <a:rPr lang="en-GB" sz="2000"/>
              <a:t>Brief Overview of PON</a:t>
            </a:r>
            <a:endParaRPr lang="en-US"/>
          </a:p>
          <a:p>
            <a:pPr marL="285750" indent="-285750">
              <a:spcBef>
                <a:spcPts val="900"/>
              </a:spcBef>
              <a:buFont typeface="Arial" panose="05000000000000000000" pitchFamily="2" charset="2"/>
              <a:buChar char="•"/>
            </a:pPr>
            <a:r>
              <a:rPr lang="en-GB" sz="2000"/>
              <a:t>Physical Network Topology</a:t>
            </a:r>
            <a:endParaRPr lang="en-GB"/>
          </a:p>
          <a:p>
            <a:pPr marL="285750" indent="-285750" algn="l">
              <a:spcBef>
                <a:spcPts val="900"/>
              </a:spcBef>
              <a:buFont typeface="Arial" panose="05000000000000000000" pitchFamily="2" charset="2"/>
              <a:buChar char="•"/>
            </a:pPr>
            <a:r>
              <a:rPr lang="en-US" sz="2000" dirty="0" err="1">
                <a:latin typeface="Aptos"/>
              </a:rPr>
              <a:t>SONiC</a:t>
            </a:r>
            <a:r>
              <a:rPr lang="en-US" sz="2000" dirty="0">
                <a:latin typeface="Aptos"/>
              </a:rPr>
              <a:t>/Dual </a:t>
            </a:r>
            <a:r>
              <a:rPr lang="en-US" sz="2000" dirty="0" err="1">
                <a:latin typeface="Aptos"/>
              </a:rPr>
              <a:t>ToR</a:t>
            </a:r>
            <a:r>
              <a:rPr lang="en-US" sz="2000" dirty="0">
                <a:latin typeface="Aptos"/>
              </a:rPr>
              <a:t> Concepts</a:t>
            </a:r>
            <a:endParaRPr lang="en-GB" sz="2000" dirty="0">
              <a:latin typeface="Aptos"/>
            </a:endParaRPr>
          </a:p>
          <a:p>
            <a:pPr marL="285750" indent="-285750" algn="just">
              <a:buFont typeface="Arial" panose="05000000000000000000" pitchFamily="2" charset="2"/>
              <a:buChar char="•"/>
            </a:pPr>
            <a:r>
              <a:rPr lang="en-US" sz="2000">
                <a:latin typeface="Aptos"/>
              </a:rPr>
              <a:t>Dual Homed PON Gateway Solution</a:t>
            </a:r>
            <a:endParaRPr lang="en-US"/>
          </a:p>
          <a:p>
            <a:pPr marL="285750" indent="-285750" algn="l">
              <a:spcBef>
                <a:spcPts val="900"/>
              </a:spcBef>
              <a:buFont typeface="Arial,Sans-Serif" panose="05000000000000000000" pitchFamily="2" charset="2"/>
              <a:buChar char="•"/>
            </a:pPr>
            <a:r>
              <a:rPr lang="en-GB" sz="2000" dirty="0">
                <a:latin typeface="Aptos"/>
              </a:rPr>
              <a:t>Dual-</a:t>
            </a:r>
            <a:r>
              <a:rPr lang="en-GB" sz="2000" dirty="0" err="1">
                <a:latin typeface="Aptos"/>
              </a:rPr>
              <a:t>ToR</a:t>
            </a:r>
            <a:r>
              <a:rPr lang="en-GB" sz="2000" dirty="0">
                <a:latin typeface="Aptos"/>
              </a:rPr>
              <a:t> &amp; Dual Homed PON: Parallel Architecture Strategy</a:t>
            </a:r>
            <a:endParaRPr lang="en-US" sz="2000" dirty="0">
              <a:latin typeface="Aptos"/>
            </a:endParaRPr>
          </a:p>
          <a:p>
            <a:pPr marL="285750" indent="-285750" algn="l">
              <a:spcBef>
                <a:spcPts val="900"/>
              </a:spcBef>
              <a:buFont typeface="Arial" panose="05000000000000000000" pitchFamily="2" charset="2"/>
              <a:buChar char="•"/>
            </a:pPr>
            <a:r>
              <a:rPr lang="en-GB" sz="2000">
                <a:latin typeface="Aptos"/>
              </a:rPr>
              <a:t>High Level Architecture</a:t>
            </a:r>
            <a:endParaRPr lang="en-GB" sz="2000"/>
          </a:p>
          <a:p>
            <a:pPr marL="285750" indent="-285750" algn="l">
              <a:spcBef>
                <a:spcPts val="900"/>
              </a:spcBef>
              <a:buFont typeface="Arial" panose="05000000000000000000" pitchFamily="2" charset="2"/>
              <a:buChar char="•"/>
            </a:pPr>
            <a:r>
              <a:rPr lang="en-GB" sz="2000">
                <a:latin typeface="Aptos"/>
              </a:rPr>
              <a:t>PON Protection FSM</a:t>
            </a:r>
            <a:endParaRPr lang="en-GB" sz="2000"/>
          </a:p>
          <a:p>
            <a:pPr marL="285750" indent="-285750" algn="l">
              <a:spcBef>
                <a:spcPts val="900"/>
              </a:spcBef>
              <a:buFont typeface="Arial" panose="05000000000000000000" pitchFamily="2" charset="2"/>
              <a:buChar char="•"/>
            </a:pPr>
            <a:r>
              <a:rPr lang="en-GB" sz="2000">
                <a:latin typeface="Aptos"/>
              </a:rPr>
              <a:t>PON Protection Orchestrator </a:t>
            </a:r>
          </a:p>
          <a:p>
            <a:pPr marL="285750" indent="-285750" algn="l">
              <a:spcBef>
                <a:spcPts val="900"/>
              </a:spcBef>
              <a:buFont typeface="Arial" panose="05000000000000000000" pitchFamily="2" charset="2"/>
              <a:buChar char="•"/>
            </a:pPr>
            <a:r>
              <a:rPr lang="en-GB" sz="2000" dirty="0" err="1">
                <a:latin typeface="Aptos"/>
              </a:rPr>
              <a:t>IPinIP</a:t>
            </a:r>
            <a:r>
              <a:rPr lang="en-GB" sz="2000" dirty="0">
                <a:latin typeface="Aptos"/>
              </a:rPr>
              <a:t> Tunnel Programming</a:t>
            </a:r>
          </a:p>
          <a:p>
            <a:pPr marL="285750" indent="-285750" algn="l">
              <a:spcBef>
                <a:spcPts val="900"/>
              </a:spcBef>
              <a:buFont typeface="Arial" panose="05000000000000000000" pitchFamily="2" charset="2"/>
              <a:buChar char="•"/>
            </a:pPr>
            <a:r>
              <a:rPr lang="en-GB" sz="2000">
                <a:latin typeface="Aptos"/>
              </a:rPr>
              <a:t>REDIS DB Architecture</a:t>
            </a:r>
          </a:p>
          <a:p>
            <a:pPr marL="285750" indent="-285750" algn="l">
              <a:spcBef>
                <a:spcPts val="900"/>
              </a:spcBef>
              <a:buFont typeface="Arial" panose="05000000000000000000" pitchFamily="2" charset="2"/>
              <a:buChar char="•"/>
            </a:pPr>
            <a:r>
              <a:rPr lang="en-GB" sz="2000">
                <a:latin typeface="Aptos"/>
              </a:rPr>
              <a:t>Failover Sequence for OLT Fault</a:t>
            </a:r>
            <a:endParaRPr lang="en-GB" sz="2000"/>
          </a:p>
          <a:p>
            <a:pPr marL="285750" indent="-285750" algn="l">
              <a:spcBef>
                <a:spcPts val="900"/>
              </a:spcBef>
              <a:buFont typeface="Arial" panose="05000000000000000000" pitchFamily="2" charset="2"/>
              <a:buChar char="•"/>
            </a:pPr>
            <a:r>
              <a:rPr lang="en-GB" sz="2000">
                <a:latin typeface="Aptos"/>
              </a:rPr>
              <a:t>Traffic Shift Away (TSA)</a:t>
            </a:r>
          </a:p>
          <a:p>
            <a:pPr marL="285750" indent="-285750" algn="l">
              <a:spcBef>
                <a:spcPts val="900"/>
              </a:spcBef>
              <a:buFont typeface="Arial" panose="05000000000000000000" pitchFamily="2" charset="2"/>
              <a:buChar char="•"/>
            </a:pPr>
            <a:r>
              <a:rPr lang="en-GB" sz="2000">
                <a:latin typeface="Aptos"/>
              </a:rPr>
              <a:t>Memory Footprints</a:t>
            </a:r>
            <a:endParaRPr lang="en-GB" sz="2000"/>
          </a:p>
          <a:p>
            <a:pPr marL="285750" indent="-285750" algn="l">
              <a:spcBef>
                <a:spcPts val="900"/>
              </a:spcBef>
              <a:buFont typeface="Arial" panose="05000000000000000000" pitchFamily="2" charset="2"/>
              <a:buChar char="•"/>
            </a:pPr>
            <a:r>
              <a:rPr lang="en-GB" sz="2000">
                <a:latin typeface="Aptos"/>
              </a:rPr>
              <a:t>How to test?</a:t>
            </a:r>
          </a:p>
          <a:p>
            <a:pPr marL="285750" indent="-285750" algn="l">
              <a:spcBef>
                <a:spcPts val="900"/>
              </a:spcBef>
              <a:buFont typeface="Arial" panose="05000000000000000000" pitchFamily="2" charset="2"/>
              <a:buChar char="•"/>
            </a:pPr>
            <a:r>
              <a:rPr lang="en-GB" sz="2000">
                <a:latin typeface="Aptos"/>
              </a:rPr>
              <a:t>Troubleshooting</a:t>
            </a:r>
          </a:p>
          <a:p>
            <a:pPr marL="285750" indent="-285750" algn="l">
              <a:spcBef>
                <a:spcPts val="900"/>
              </a:spcBef>
              <a:buFont typeface="Arial" panose="05000000000000000000" pitchFamily="2" charset="2"/>
              <a:buChar char="•"/>
            </a:pPr>
            <a:r>
              <a:rPr lang="en-GB" sz="2000">
                <a:latin typeface="Aptos"/>
              </a:rPr>
              <a:t>Q&amp;A</a:t>
            </a:r>
            <a:endParaRPr lang="en-GB" sz="2000">
              <a:solidFill>
                <a:srgbClr val="000000"/>
              </a:solidFill>
              <a:latin typeface="Aptos"/>
              <a:ea typeface="+mn-lt"/>
              <a:cs typeface="+mn-lt"/>
            </a:endParaRPr>
          </a:p>
        </p:txBody>
      </p:sp>
      <p:sp>
        <p:nvSpPr>
          <p:cNvPr id="4" name="Title 3">
            <a:extLst>
              <a:ext uri="{FF2B5EF4-FFF2-40B4-BE49-F238E27FC236}">
                <a16:creationId xmlns:a16="http://schemas.microsoft.com/office/drawing/2014/main" id="{139757E9-0844-7024-F5BD-EA2F219E05CD}"/>
              </a:ext>
            </a:extLst>
          </p:cNvPr>
          <p:cNvSpPr>
            <a:spLocks noGrp="1"/>
          </p:cNvSpPr>
          <p:nvPr>
            <p:ph type="title"/>
          </p:nvPr>
        </p:nvSpPr>
        <p:spPr/>
        <p:txBody>
          <a:bodyPr/>
          <a:lstStyle/>
          <a:p>
            <a:r>
              <a:rPr lang="en-GB">
                <a:latin typeface="Aptos" panose="020B0004020202020204" pitchFamily="34" charset="0"/>
              </a:rPr>
              <a:t>Agenda</a:t>
            </a:r>
          </a:p>
        </p:txBody>
      </p:sp>
    </p:spTree>
    <p:extLst>
      <p:ext uri="{BB962C8B-B14F-4D97-AF65-F5344CB8AC3E}">
        <p14:creationId xmlns:p14="http://schemas.microsoft.com/office/powerpoint/2010/main" val="2875530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91318-A1F9-24DE-47E2-53B4521F4C7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F439FC-4E78-310E-B726-F301721963D6}"/>
              </a:ext>
            </a:extLst>
          </p:cNvPr>
          <p:cNvSpPr>
            <a:spLocks noGrp="1"/>
          </p:cNvSpPr>
          <p:nvPr>
            <p:ph type="title"/>
          </p:nvPr>
        </p:nvSpPr>
        <p:spPr/>
        <p:txBody>
          <a:bodyPr/>
          <a:lstStyle/>
          <a:p>
            <a:r>
              <a:rPr lang="en-GB">
                <a:latin typeface="Aptos"/>
              </a:rPr>
              <a:t>Brief Overview of PON</a:t>
            </a:r>
            <a:endParaRPr lang="en-GB">
              <a:latin typeface="Aptos" panose="020B0004020202020204" pitchFamily="34" charset="0"/>
            </a:endParaRPr>
          </a:p>
        </p:txBody>
      </p:sp>
      <p:pic>
        <p:nvPicPr>
          <p:cNvPr id="6" name="Picture 5">
            <a:extLst>
              <a:ext uri="{FF2B5EF4-FFF2-40B4-BE49-F238E27FC236}">
                <a16:creationId xmlns:a16="http://schemas.microsoft.com/office/drawing/2014/main" id="{C1DAE70A-4403-4E75-6B42-F42307A48BF7}"/>
              </a:ext>
            </a:extLst>
          </p:cNvPr>
          <p:cNvPicPr>
            <a:picLocks noChangeAspect="1"/>
          </p:cNvPicPr>
          <p:nvPr/>
        </p:nvPicPr>
        <p:blipFill>
          <a:blip r:embed="rId2"/>
          <a:stretch>
            <a:fillRect/>
          </a:stretch>
        </p:blipFill>
        <p:spPr>
          <a:xfrm>
            <a:off x="2720622" y="3062576"/>
            <a:ext cx="7663921" cy="3185438"/>
          </a:xfrm>
          <a:prstGeom prst="rect">
            <a:avLst/>
          </a:prstGeom>
        </p:spPr>
      </p:pic>
      <p:graphicFrame>
        <p:nvGraphicFramePr>
          <p:cNvPr id="10" name="Content Placeholder 9">
            <a:extLst>
              <a:ext uri="{FF2B5EF4-FFF2-40B4-BE49-F238E27FC236}">
                <a16:creationId xmlns:a16="http://schemas.microsoft.com/office/drawing/2014/main" id="{BBE08ACF-7292-1AF4-D6C8-3B66AD727D51}"/>
              </a:ext>
            </a:extLst>
          </p:cNvPr>
          <p:cNvGraphicFramePr>
            <a:graphicFrameLocks noGrp="1"/>
          </p:cNvGraphicFramePr>
          <p:nvPr>
            <p:ph sz="half" idx="1"/>
            <p:extLst>
              <p:ext uri="{D42A27DB-BD31-4B8C-83A1-F6EECF244321}">
                <p14:modId xmlns:p14="http://schemas.microsoft.com/office/powerpoint/2010/main" val="2614292139"/>
              </p:ext>
            </p:extLst>
          </p:nvPr>
        </p:nvGraphicFramePr>
        <p:xfrm>
          <a:off x="762000" y="1016072"/>
          <a:ext cx="11194011" cy="1970411"/>
        </p:xfrm>
        <a:graphic>
          <a:graphicData uri="http://schemas.openxmlformats.org/drawingml/2006/table">
            <a:tbl>
              <a:tblPr firstRow="1" bandRow="1">
                <a:tableStyleId>{5C22544A-7EE6-4342-B048-85BDC9FD1C3A}</a:tableStyleId>
              </a:tblPr>
              <a:tblGrid>
                <a:gridCol w="1491114">
                  <a:extLst>
                    <a:ext uri="{9D8B030D-6E8A-4147-A177-3AD203B41FA5}">
                      <a16:colId xmlns:a16="http://schemas.microsoft.com/office/drawing/2014/main" val="2038602419"/>
                    </a:ext>
                  </a:extLst>
                </a:gridCol>
                <a:gridCol w="9702897">
                  <a:extLst>
                    <a:ext uri="{9D8B030D-6E8A-4147-A177-3AD203B41FA5}">
                      <a16:colId xmlns:a16="http://schemas.microsoft.com/office/drawing/2014/main" val="1556530185"/>
                    </a:ext>
                  </a:extLst>
                </a:gridCol>
              </a:tblGrid>
              <a:tr h="389008">
                <a:tc>
                  <a:txBody>
                    <a:bodyPr/>
                    <a:lstStyle/>
                    <a:p>
                      <a:pPr algn="just"/>
                      <a:r>
                        <a:rPr lang="en-GB" sz="1400">
                          <a:latin typeface="Aptos"/>
                        </a:rPr>
                        <a:t>PON</a:t>
                      </a:r>
                      <a:endParaRPr lang="en-GB" sz="1400" dirty="0">
                        <a:latin typeface="Aptos"/>
                      </a:endParaRPr>
                    </a:p>
                  </a:txBody>
                  <a:tcPr/>
                </a:tc>
                <a:tc>
                  <a:txBody>
                    <a:bodyPr/>
                    <a:lstStyle/>
                    <a:p>
                      <a:pPr marL="0" lvl="0" indent="0" algn="just">
                        <a:lnSpc>
                          <a:spcPct val="100000"/>
                        </a:lnSpc>
                        <a:buNone/>
                      </a:pPr>
                      <a:r>
                        <a:rPr lang="en-GB" sz="1400" b="0" i="0" u="none" strike="noStrike" baseline="0" noProof="0">
                          <a:solidFill>
                            <a:srgbClr val="000000"/>
                          </a:solidFill>
                          <a:latin typeface="Aptos"/>
                        </a:rPr>
                        <a:t>Passive Optical Network.</a:t>
                      </a:r>
                      <a:endParaRPr lang="en-US" sz="1400">
                        <a:latin typeface="Aptos"/>
                      </a:endParaRPr>
                    </a:p>
                  </a:txBody>
                  <a:tcPr/>
                </a:tc>
                <a:extLst>
                  <a:ext uri="{0D108BD9-81ED-4DB2-BD59-A6C34878D82A}">
                    <a16:rowId xmlns:a16="http://schemas.microsoft.com/office/drawing/2014/main" val="802731981"/>
                  </a:ext>
                </a:extLst>
              </a:tr>
              <a:tr h="389008">
                <a:tc>
                  <a:txBody>
                    <a:bodyPr/>
                    <a:lstStyle/>
                    <a:p>
                      <a:pPr algn="just"/>
                      <a:r>
                        <a:rPr lang="en-GB" sz="1400">
                          <a:latin typeface="Aptos"/>
                        </a:rPr>
                        <a:t>OLT</a:t>
                      </a:r>
                      <a:endParaRPr lang="en-GB" sz="1400" dirty="0">
                        <a:latin typeface="Aptos"/>
                      </a:endParaRPr>
                    </a:p>
                  </a:txBody>
                  <a:tcPr/>
                </a:tc>
                <a:tc>
                  <a:txBody>
                    <a:bodyPr/>
                    <a:lstStyle/>
                    <a:p>
                      <a:pPr marL="0" lvl="0" indent="0" algn="just">
                        <a:lnSpc>
                          <a:spcPct val="100000"/>
                        </a:lnSpc>
                        <a:buNone/>
                      </a:pPr>
                      <a:r>
                        <a:rPr lang="en-GB" sz="1400" b="0" i="0" u="none" strike="noStrike" baseline="0" noProof="0">
                          <a:solidFill>
                            <a:srgbClr val="000000"/>
                          </a:solidFill>
                          <a:latin typeface="Aptos"/>
                        </a:rPr>
                        <a:t>Optical Line Terminal — the PON head-end device managed by this feature.</a:t>
                      </a:r>
                      <a:endParaRPr lang="en-US" sz="1400">
                        <a:latin typeface="Aptos"/>
                      </a:endParaRPr>
                    </a:p>
                  </a:txBody>
                  <a:tcPr/>
                </a:tc>
                <a:extLst>
                  <a:ext uri="{0D108BD9-81ED-4DB2-BD59-A6C34878D82A}">
                    <a16:rowId xmlns:a16="http://schemas.microsoft.com/office/drawing/2014/main" val="3591494046"/>
                  </a:ext>
                </a:extLst>
              </a:tr>
              <a:tr h="389008">
                <a:tc>
                  <a:txBody>
                    <a:bodyPr/>
                    <a:lstStyle/>
                    <a:p>
                      <a:pPr algn="just"/>
                      <a:r>
                        <a:rPr lang="en-GB" sz="1400">
                          <a:latin typeface="Aptos"/>
                        </a:rPr>
                        <a:t>OLT Interface</a:t>
                      </a:r>
                      <a:endParaRPr lang="en-GB" sz="1400" dirty="0">
                        <a:latin typeface="Aptos"/>
                      </a:endParaRPr>
                    </a:p>
                  </a:txBody>
                  <a:tcPr/>
                </a:tc>
                <a:tc>
                  <a:txBody>
                    <a:bodyPr/>
                    <a:lstStyle/>
                    <a:p>
                      <a:pPr marL="0" lvl="0" indent="0" algn="just">
                        <a:lnSpc>
                          <a:spcPct val="100000"/>
                        </a:lnSpc>
                        <a:buNone/>
                      </a:pPr>
                      <a:r>
                        <a:rPr lang="en-GB" sz="1400" b="0" i="0" u="none" strike="noStrike" baseline="0" noProof="0">
                          <a:solidFill>
                            <a:srgbClr val="000000"/>
                          </a:solidFill>
                          <a:latin typeface="Aptos"/>
                        </a:rPr>
                        <a:t>An optical interface associated with an OLT, which is connected to a set of downstream ONUs.</a:t>
                      </a:r>
                      <a:endParaRPr lang="en-US" sz="1400">
                        <a:latin typeface="Aptos"/>
                      </a:endParaRPr>
                    </a:p>
                  </a:txBody>
                  <a:tcPr/>
                </a:tc>
                <a:extLst>
                  <a:ext uri="{0D108BD9-81ED-4DB2-BD59-A6C34878D82A}">
                    <a16:rowId xmlns:a16="http://schemas.microsoft.com/office/drawing/2014/main" val="3653942302"/>
                  </a:ext>
                </a:extLst>
              </a:tr>
              <a:tr h="414379">
                <a:tc>
                  <a:txBody>
                    <a:bodyPr/>
                    <a:lstStyle/>
                    <a:p>
                      <a:pPr algn="just"/>
                      <a:r>
                        <a:rPr lang="en-GB" sz="1400">
                          <a:latin typeface="Aptos"/>
                        </a:rPr>
                        <a:t>OLT Plug</a:t>
                      </a:r>
                      <a:endParaRPr lang="en-GB" sz="1400" dirty="0">
                        <a:latin typeface="Aptos"/>
                      </a:endParaRPr>
                    </a:p>
                  </a:txBody>
                  <a:tcPr/>
                </a:tc>
                <a:tc>
                  <a:txBody>
                    <a:bodyPr/>
                    <a:lstStyle/>
                    <a:p>
                      <a:pPr marL="0" lvl="0" indent="0" algn="just">
                        <a:lnSpc>
                          <a:spcPct val="100000"/>
                        </a:lnSpc>
                        <a:buNone/>
                      </a:pPr>
                      <a:r>
                        <a:rPr lang="en-GB" sz="1400" b="0" i="0" u="none" strike="noStrike" baseline="0" noProof="0" dirty="0">
                          <a:solidFill>
                            <a:srgbClr val="000000"/>
                          </a:solidFill>
                          <a:latin typeface="Aptos"/>
                        </a:rPr>
                        <a:t>a micro-OLT (</a:t>
                      </a:r>
                      <a:r>
                        <a:rPr lang="en-GB" sz="1400" b="0" i="0" u="none" strike="noStrike" baseline="0" noProof="0" dirty="0" err="1">
                          <a:solidFill>
                            <a:srgbClr val="000000"/>
                          </a:solidFill>
                          <a:latin typeface="Aptos"/>
                        </a:rPr>
                        <a:t>uOLT</a:t>
                      </a:r>
                      <a:r>
                        <a:rPr lang="en-GB" sz="1400" b="0" i="0" u="none" strike="noStrike" baseline="0" noProof="0" dirty="0">
                          <a:solidFill>
                            <a:srgbClr val="000000"/>
                          </a:solidFill>
                          <a:latin typeface="Aptos"/>
                        </a:rPr>
                        <a:t>) — a small form factor optical plug that combines the OLT function and the OLT interface into one device.</a:t>
                      </a:r>
                      <a:endParaRPr lang="en-US" sz="1400" dirty="0">
                        <a:latin typeface="Aptos"/>
                      </a:endParaRPr>
                    </a:p>
                  </a:txBody>
                  <a:tcPr/>
                </a:tc>
                <a:extLst>
                  <a:ext uri="{0D108BD9-81ED-4DB2-BD59-A6C34878D82A}">
                    <a16:rowId xmlns:a16="http://schemas.microsoft.com/office/drawing/2014/main" val="3610471353"/>
                  </a:ext>
                </a:extLst>
              </a:tr>
              <a:tr h="389008">
                <a:tc>
                  <a:txBody>
                    <a:bodyPr/>
                    <a:lstStyle/>
                    <a:p>
                      <a:pPr lvl="0" algn="just">
                        <a:buNone/>
                      </a:pPr>
                      <a:r>
                        <a:rPr lang="en-GB" sz="1400">
                          <a:latin typeface="Aptos"/>
                        </a:rPr>
                        <a:t>ONU</a:t>
                      </a:r>
                      <a:endParaRPr lang="en-GB" sz="1400" dirty="0">
                        <a:latin typeface="Aptos"/>
                      </a:endParaRPr>
                    </a:p>
                  </a:txBody>
                  <a:tcPr/>
                </a:tc>
                <a:tc>
                  <a:txBody>
                    <a:bodyPr/>
                    <a:lstStyle/>
                    <a:p>
                      <a:pPr marL="0" lvl="0" indent="0" algn="just">
                        <a:lnSpc>
                          <a:spcPct val="100000"/>
                        </a:lnSpc>
                        <a:buNone/>
                      </a:pPr>
                      <a:r>
                        <a:rPr lang="en-GB" sz="1400" b="0" i="0" u="none" strike="noStrike" baseline="0" noProof="0">
                          <a:solidFill>
                            <a:srgbClr val="000000"/>
                          </a:solidFill>
                          <a:latin typeface="Aptos"/>
                        </a:rPr>
                        <a:t>Optical Network Unit — a PON subscriber-side endpoint.</a:t>
                      </a:r>
                      <a:endParaRPr lang="en-US" sz="1400">
                        <a:latin typeface="Aptos"/>
                      </a:endParaRPr>
                    </a:p>
                  </a:txBody>
                  <a:tcPr/>
                </a:tc>
                <a:extLst>
                  <a:ext uri="{0D108BD9-81ED-4DB2-BD59-A6C34878D82A}">
                    <a16:rowId xmlns:a16="http://schemas.microsoft.com/office/drawing/2014/main" val="3226055273"/>
                  </a:ext>
                </a:extLst>
              </a:tr>
            </a:tbl>
          </a:graphicData>
        </a:graphic>
      </p:graphicFrame>
    </p:spTree>
    <p:extLst>
      <p:ext uri="{BB962C8B-B14F-4D97-AF65-F5344CB8AC3E}">
        <p14:creationId xmlns:p14="http://schemas.microsoft.com/office/powerpoint/2010/main" val="2290602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488B7A-792B-73CF-2FA0-D78338975098}"/>
              </a:ext>
            </a:extLst>
          </p:cNvPr>
          <p:cNvSpPr txBox="1"/>
          <p:nvPr/>
        </p:nvSpPr>
        <p:spPr>
          <a:xfrm>
            <a:off x="336666" y="1045776"/>
            <a:ext cx="6444343" cy="5755422"/>
          </a:xfrm>
          <a:prstGeom prst="rect">
            <a:avLst/>
          </a:prstGeom>
          <a:noFill/>
        </p:spPr>
        <p:txBody>
          <a:bodyPr wrap="square" lIns="91440" tIns="45720" rIns="91440" bIns="4572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1. An OLT interface will be deployed on each of the Gateway Routers</a:t>
            </a:r>
            <a:endParaRPr kumimoji="0" lang="en-US" sz="1400" b="0" i="0" u="none" strike="noStrike" kern="1200" cap="none" spc="0" normalizeH="0" baseline="0" noProof="0">
              <a:ln>
                <a:noFill/>
              </a:ln>
              <a:solidFill>
                <a:srgbClr val="000000"/>
              </a:solidFill>
              <a:effectLst/>
              <a:uLnTx/>
              <a:uFillTx/>
              <a:latin typeface="Aptos"/>
              <a:ea typeface="+mn-ea"/>
              <a:cs typeface="+mn-cs"/>
            </a:endParaRP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The OLT Interface on Gateway-A will be in active mode. The associated Ethernet interface will be UP.</a:t>
            </a: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The OLT Interface on Gateway-B will be in standby mode. The associated Ethernet interface will be UP.</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2. Gateway Configuration</a:t>
            </a: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Both OLT interfaces will have the same VLAN and Virtual MAC configuration.</a:t>
            </a: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Both Gateways will advertise the same IPv4, and/or IPv6 addresses associated with the OLT interfaces/VLAN interfaces to upstream routers.</a:t>
            </a: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Upstream routers will receive two available next hops to reach servers/devices.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3. Downstream Traffic (Gateway to Server/Device)</a:t>
            </a: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Upstream routers distribute traffic to both Gateway Routers.</a:t>
            </a: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Gateway-A with the Active OLT interface forwards all traffic to the downstream servers/devices directly over the OLT Interface.</a:t>
            </a: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Gateway-B with the standby OLT interface forwards all traffic destined to the downstream servers/devices using a </a:t>
            </a:r>
            <a:r>
              <a:rPr kumimoji="0" lang="en-CA" sz="1400" b="0" i="0" u="none" strike="noStrike" kern="1200" cap="none" spc="0" normalizeH="0" baseline="0" noProof="0" err="1">
                <a:ln>
                  <a:noFill/>
                </a:ln>
                <a:solidFill>
                  <a:srgbClr val="000000"/>
                </a:solidFill>
                <a:effectLst/>
                <a:uLnTx/>
                <a:uFillTx/>
                <a:latin typeface="Aptos"/>
                <a:ea typeface="+mn-ea"/>
                <a:cs typeface="+mn-cs"/>
              </a:rPr>
              <a:t>IPinIP</a:t>
            </a:r>
            <a:r>
              <a:rPr kumimoji="0" lang="en-CA" sz="1400" b="0" i="0" u="none" strike="noStrike" kern="1200" cap="none" spc="0" normalizeH="0" baseline="0" noProof="0">
                <a:ln>
                  <a:noFill/>
                </a:ln>
                <a:solidFill>
                  <a:srgbClr val="000000"/>
                </a:solidFill>
                <a:effectLst/>
                <a:uLnTx/>
                <a:uFillTx/>
                <a:latin typeface="Aptos"/>
                <a:ea typeface="+mn-ea"/>
                <a:cs typeface="+mn-cs"/>
              </a:rPr>
              <a:t> tunnel towards Gateway-A with the active OLT interface.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4. Upstream Traffic (Server/Device to OLT interface)</a:t>
            </a: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Servers send traffic upstream to the ONU.</a:t>
            </a: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The active OLT interface grants upstream timeslots to the ONUs</a:t>
            </a: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OLT interface in a standby by state will not grant upstream timeslots.</a:t>
            </a:r>
          </a:p>
          <a:p>
            <a:pPr marL="5143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400" b="0" i="0" u="none" strike="noStrike" kern="1200" cap="none" spc="0" normalizeH="0" baseline="0" noProof="0">
                <a:ln>
                  <a:noFill/>
                </a:ln>
                <a:solidFill>
                  <a:srgbClr val="000000"/>
                </a:solidFill>
                <a:effectLst/>
                <a:uLnTx/>
                <a:uFillTx/>
                <a:latin typeface="Aptos"/>
                <a:ea typeface="+mn-ea"/>
                <a:cs typeface="+mn-cs"/>
              </a:rPr>
              <a:t>Upstream traffic from ONUs is therefore only received on the active OLT interface.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00000"/>
              </a:solidFill>
              <a:effectLst/>
              <a:uLnTx/>
              <a:uFillTx/>
              <a:latin typeface="Aptos"/>
              <a:ea typeface="+mn-ea"/>
              <a:cs typeface="+mn-cs"/>
            </a:endParaRPr>
          </a:p>
        </p:txBody>
      </p:sp>
      <p:sp>
        <p:nvSpPr>
          <p:cNvPr id="3" name="Rectangle 2">
            <a:extLst>
              <a:ext uri="{FF2B5EF4-FFF2-40B4-BE49-F238E27FC236}">
                <a16:creationId xmlns:a16="http://schemas.microsoft.com/office/drawing/2014/main" id="{D27619AC-1AD8-17DE-8F7F-9BA394434839}"/>
              </a:ext>
            </a:extLst>
          </p:cNvPr>
          <p:cNvSpPr/>
          <p:nvPr/>
        </p:nvSpPr>
        <p:spPr>
          <a:xfrm>
            <a:off x="10296425" y="3787506"/>
            <a:ext cx="429690" cy="2801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5" name="Picture 4">
            <a:extLst>
              <a:ext uri="{FF2B5EF4-FFF2-40B4-BE49-F238E27FC236}">
                <a16:creationId xmlns:a16="http://schemas.microsoft.com/office/drawing/2014/main" id="{9D59312E-6AB8-B156-73FD-5014B82CB3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07928" y="594296"/>
            <a:ext cx="684530" cy="684530"/>
          </a:xfrm>
          <a:prstGeom prst="rect">
            <a:avLst/>
          </a:prstGeom>
        </p:spPr>
      </p:pic>
      <p:pic>
        <p:nvPicPr>
          <p:cNvPr id="6" name="Picture 5">
            <a:extLst>
              <a:ext uri="{FF2B5EF4-FFF2-40B4-BE49-F238E27FC236}">
                <a16:creationId xmlns:a16="http://schemas.microsoft.com/office/drawing/2014/main" id="{A9D84E98-CC96-EF2D-07D9-5BD576555E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68100" y="594296"/>
            <a:ext cx="684530" cy="684530"/>
          </a:xfrm>
          <a:prstGeom prst="rect">
            <a:avLst/>
          </a:prstGeom>
        </p:spPr>
      </p:pic>
      <p:pic>
        <p:nvPicPr>
          <p:cNvPr id="7" name="Picture 6">
            <a:extLst>
              <a:ext uri="{FF2B5EF4-FFF2-40B4-BE49-F238E27FC236}">
                <a16:creationId xmlns:a16="http://schemas.microsoft.com/office/drawing/2014/main" id="{77520213-1F9A-74C5-B7D2-BAAF5BD7DD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07928" y="2067217"/>
            <a:ext cx="684530" cy="684530"/>
          </a:xfrm>
          <a:prstGeom prst="rect">
            <a:avLst/>
          </a:prstGeom>
        </p:spPr>
      </p:pic>
      <p:pic>
        <p:nvPicPr>
          <p:cNvPr id="8" name="Picture 7">
            <a:extLst>
              <a:ext uri="{FF2B5EF4-FFF2-40B4-BE49-F238E27FC236}">
                <a16:creationId xmlns:a16="http://schemas.microsoft.com/office/drawing/2014/main" id="{A8BAD436-8B37-00DC-DB38-0A727103CC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68100" y="2067217"/>
            <a:ext cx="684530" cy="684530"/>
          </a:xfrm>
          <a:prstGeom prst="rect">
            <a:avLst/>
          </a:prstGeom>
        </p:spPr>
      </p:pic>
      <p:cxnSp>
        <p:nvCxnSpPr>
          <p:cNvPr id="9" name="Straight Connector 8">
            <a:extLst>
              <a:ext uri="{FF2B5EF4-FFF2-40B4-BE49-F238E27FC236}">
                <a16:creationId xmlns:a16="http://schemas.microsoft.com/office/drawing/2014/main" id="{9C33BD5C-9388-6C05-A468-54110D9B6A3A}"/>
              </a:ext>
            </a:extLst>
          </p:cNvPr>
          <p:cNvCxnSpPr>
            <a:stCxn id="5" idx="3"/>
            <a:endCxn id="8" idx="1"/>
          </p:cNvCxnSpPr>
          <p:nvPr/>
        </p:nvCxnSpPr>
        <p:spPr>
          <a:xfrm>
            <a:off x="9592458" y="936561"/>
            <a:ext cx="1775642" cy="14729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6C97DF-E655-B699-5271-DAC3DCBCD3BF}"/>
              </a:ext>
            </a:extLst>
          </p:cNvPr>
          <p:cNvCxnSpPr>
            <a:cxnSpLocks/>
            <a:stCxn id="7" idx="3"/>
            <a:endCxn id="6" idx="1"/>
          </p:cNvCxnSpPr>
          <p:nvPr/>
        </p:nvCxnSpPr>
        <p:spPr>
          <a:xfrm flipV="1">
            <a:off x="9592458" y="936561"/>
            <a:ext cx="1775642" cy="14729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77D54F-F4B3-4669-D75F-FD111DF55CFD}"/>
              </a:ext>
            </a:extLst>
          </p:cNvPr>
          <p:cNvCxnSpPr>
            <a:cxnSpLocks/>
            <a:stCxn id="5" idx="2"/>
            <a:endCxn id="7" idx="0"/>
          </p:cNvCxnSpPr>
          <p:nvPr/>
        </p:nvCxnSpPr>
        <p:spPr>
          <a:xfrm>
            <a:off x="9250193" y="1278826"/>
            <a:ext cx="0" cy="788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9565D14-96A9-F624-3754-B74A19EB6F0D}"/>
              </a:ext>
            </a:extLst>
          </p:cNvPr>
          <p:cNvCxnSpPr>
            <a:cxnSpLocks/>
            <a:stCxn id="8" idx="0"/>
            <a:endCxn id="6" idx="2"/>
          </p:cNvCxnSpPr>
          <p:nvPr/>
        </p:nvCxnSpPr>
        <p:spPr>
          <a:xfrm flipV="1">
            <a:off x="11710365" y="1278826"/>
            <a:ext cx="0" cy="788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B141F60F-EFEF-198E-7064-3E88C0548E36}"/>
              </a:ext>
            </a:extLst>
          </p:cNvPr>
          <p:cNvSpPr/>
          <p:nvPr/>
        </p:nvSpPr>
        <p:spPr>
          <a:xfrm>
            <a:off x="8754893" y="2940572"/>
            <a:ext cx="990600" cy="9144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Neue Haas Grotesk Text Pro"/>
                <a:ea typeface="+mn-ea"/>
                <a:cs typeface="+mn-cs"/>
              </a:rPr>
              <a:t>OLT-A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Neue Haas Grotesk Text Pro"/>
                <a:ea typeface="+mn-ea"/>
                <a:cs typeface="+mn-cs"/>
              </a:rPr>
              <a:t>Active</a:t>
            </a:r>
          </a:p>
        </p:txBody>
      </p:sp>
      <p:cxnSp>
        <p:nvCxnSpPr>
          <p:cNvPr id="14" name="Straight Arrow Connector 13">
            <a:extLst>
              <a:ext uri="{FF2B5EF4-FFF2-40B4-BE49-F238E27FC236}">
                <a16:creationId xmlns:a16="http://schemas.microsoft.com/office/drawing/2014/main" id="{79C75C8E-2B4B-47ED-DE05-7BADDE9203A5}"/>
              </a:ext>
            </a:extLst>
          </p:cNvPr>
          <p:cNvCxnSpPr>
            <a:stCxn id="7" idx="2"/>
            <a:endCxn id="13" idx="0"/>
          </p:cNvCxnSpPr>
          <p:nvPr/>
        </p:nvCxnSpPr>
        <p:spPr>
          <a:xfrm>
            <a:off x="9250193" y="2751747"/>
            <a:ext cx="0" cy="188825"/>
          </a:xfrm>
          <a:prstGeom prst="straightConnector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675BE66F-10EF-35B5-641D-0FFD4C4FAEF4}"/>
              </a:ext>
            </a:extLst>
          </p:cNvPr>
          <p:cNvSpPr/>
          <p:nvPr/>
        </p:nvSpPr>
        <p:spPr>
          <a:xfrm>
            <a:off x="11215065" y="2940572"/>
            <a:ext cx="990600" cy="9144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Neue Haas Grotesk Text Pro"/>
                <a:ea typeface="+mn-ea"/>
                <a:cs typeface="+mn-cs"/>
              </a:rPr>
              <a:t>OLT-B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Neue Haas Grotesk Text Pro"/>
                <a:ea typeface="+mn-ea"/>
                <a:cs typeface="+mn-cs"/>
              </a:rPr>
              <a:t>Standby</a:t>
            </a:r>
          </a:p>
        </p:txBody>
      </p:sp>
      <p:cxnSp>
        <p:nvCxnSpPr>
          <p:cNvPr id="16" name="Straight Arrow Connector 15">
            <a:extLst>
              <a:ext uri="{FF2B5EF4-FFF2-40B4-BE49-F238E27FC236}">
                <a16:creationId xmlns:a16="http://schemas.microsoft.com/office/drawing/2014/main" id="{E915A8F5-29CA-3E79-E730-411E7679572B}"/>
              </a:ext>
            </a:extLst>
          </p:cNvPr>
          <p:cNvCxnSpPr>
            <a:cxnSpLocks/>
            <a:stCxn id="8" idx="2"/>
            <a:endCxn id="15" idx="0"/>
          </p:cNvCxnSpPr>
          <p:nvPr/>
        </p:nvCxnSpPr>
        <p:spPr>
          <a:xfrm>
            <a:off x="11710365" y="2751747"/>
            <a:ext cx="0" cy="188825"/>
          </a:xfrm>
          <a:prstGeom prst="straightConnector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929F5EDC-4FED-6BA5-7292-799E5CD68753}"/>
              </a:ext>
            </a:extLst>
          </p:cNvPr>
          <p:cNvCxnSpPr>
            <a:cxnSpLocks/>
            <a:stCxn id="13" idx="4"/>
            <a:endCxn id="15" idx="4"/>
          </p:cNvCxnSpPr>
          <p:nvPr/>
        </p:nvCxnSpPr>
        <p:spPr>
          <a:xfrm rot="16200000" flipH="1">
            <a:off x="10480279" y="2624886"/>
            <a:ext cx="12700" cy="2460172"/>
          </a:xfrm>
          <a:prstGeom prst="bentConnector3">
            <a:avLst>
              <a:gd name="adj1" fmla="val 180000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62069341-425D-F22B-A9F5-F2A8A2BF4BD3}"/>
              </a:ext>
            </a:extLst>
          </p:cNvPr>
          <p:cNvSpPr/>
          <p:nvPr/>
        </p:nvSpPr>
        <p:spPr>
          <a:xfrm>
            <a:off x="8450728" y="4692630"/>
            <a:ext cx="914400" cy="58702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Neue Haas Grotesk Text Pro"/>
                <a:ea typeface="+mn-ea"/>
                <a:cs typeface="+mn-cs"/>
              </a:rPr>
              <a:t>ONU-1</a:t>
            </a:r>
          </a:p>
        </p:txBody>
      </p:sp>
      <p:sp>
        <p:nvSpPr>
          <p:cNvPr id="19" name="Rectangle: Rounded Corners 18">
            <a:extLst>
              <a:ext uri="{FF2B5EF4-FFF2-40B4-BE49-F238E27FC236}">
                <a16:creationId xmlns:a16="http://schemas.microsoft.com/office/drawing/2014/main" id="{A40B1EAF-218B-964F-9DE0-E259DCA7C526}"/>
              </a:ext>
            </a:extLst>
          </p:cNvPr>
          <p:cNvSpPr/>
          <p:nvPr/>
        </p:nvSpPr>
        <p:spPr>
          <a:xfrm>
            <a:off x="10059358" y="4692630"/>
            <a:ext cx="914400" cy="58702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Neue Haas Grotesk Text Pro"/>
                <a:ea typeface="+mn-ea"/>
                <a:cs typeface="+mn-cs"/>
              </a:rPr>
              <a:t>ONU-2</a:t>
            </a:r>
          </a:p>
        </p:txBody>
      </p:sp>
      <p:sp>
        <p:nvSpPr>
          <p:cNvPr id="20" name="Rectangle: Rounded Corners 19">
            <a:extLst>
              <a:ext uri="{FF2B5EF4-FFF2-40B4-BE49-F238E27FC236}">
                <a16:creationId xmlns:a16="http://schemas.microsoft.com/office/drawing/2014/main" id="{20E76D83-17AB-204A-84CC-C2DBAA007001}"/>
              </a:ext>
            </a:extLst>
          </p:cNvPr>
          <p:cNvSpPr/>
          <p:nvPr/>
        </p:nvSpPr>
        <p:spPr>
          <a:xfrm>
            <a:off x="11679393" y="4692630"/>
            <a:ext cx="914400" cy="58702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Neue Haas Grotesk Text Pro"/>
                <a:ea typeface="+mn-ea"/>
                <a:cs typeface="+mn-cs"/>
              </a:rPr>
              <a:t>ONU-N</a:t>
            </a:r>
          </a:p>
        </p:txBody>
      </p:sp>
      <p:cxnSp>
        <p:nvCxnSpPr>
          <p:cNvPr id="21" name="Straight Arrow Connector 20">
            <a:extLst>
              <a:ext uri="{FF2B5EF4-FFF2-40B4-BE49-F238E27FC236}">
                <a16:creationId xmlns:a16="http://schemas.microsoft.com/office/drawing/2014/main" id="{22173891-8145-45AF-06F3-E323462A77E7}"/>
              </a:ext>
            </a:extLst>
          </p:cNvPr>
          <p:cNvCxnSpPr>
            <a:cxnSpLocks/>
            <a:stCxn id="3" idx="2"/>
            <a:endCxn id="19" idx="0"/>
          </p:cNvCxnSpPr>
          <p:nvPr/>
        </p:nvCxnSpPr>
        <p:spPr>
          <a:xfrm>
            <a:off x="10511270" y="4067611"/>
            <a:ext cx="5288" cy="62501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C160A3E8-B5B8-7998-2CF9-C4003A78A163}"/>
              </a:ext>
            </a:extLst>
          </p:cNvPr>
          <p:cNvCxnSpPr>
            <a:cxnSpLocks/>
            <a:stCxn id="18" idx="0"/>
            <a:endCxn id="3" idx="2"/>
          </p:cNvCxnSpPr>
          <p:nvPr/>
        </p:nvCxnSpPr>
        <p:spPr>
          <a:xfrm rot="5400000" flipH="1" flipV="1">
            <a:off x="9397090" y="3578450"/>
            <a:ext cx="625019" cy="1603342"/>
          </a:xfrm>
          <a:prstGeom prst="bentConnector3">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383BB990-FF44-23BE-2751-E5BA483672FA}"/>
              </a:ext>
            </a:extLst>
          </p:cNvPr>
          <p:cNvCxnSpPr>
            <a:cxnSpLocks/>
            <a:stCxn id="20" idx="0"/>
            <a:endCxn id="3" idx="2"/>
          </p:cNvCxnSpPr>
          <p:nvPr/>
        </p:nvCxnSpPr>
        <p:spPr>
          <a:xfrm rot="16200000" flipV="1">
            <a:off x="11011423" y="3567459"/>
            <a:ext cx="625019" cy="1625323"/>
          </a:xfrm>
          <a:prstGeom prst="bentConnector3">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75982A6-9805-19DD-401A-8CF9FD3086CD}"/>
              </a:ext>
            </a:extLst>
          </p:cNvPr>
          <p:cNvSpPr txBox="1"/>
          <p:nvPr/>
        </p:nvSpPr>
        <p:spPr>
          <a:xfrm>
            <a:off x="11124999" y="4759917"/>
            <a:ext cx="348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grpSp>
        <p:nvGrpSpPr>
          <p:cNvPr id="25" name="Group 24">
            <a:extLst>
              <a:ext uri="{FF2B5EF4-FFF2-40B4-BE49-F238E27FC236}">
                <a16:creationId xmlns:a16="http://schemas.microsoft.com/office/drawing/2014/main" id="{500742B5-A3CB-0F78-EB57-8518ACF0CC34}"/>
              </a:ext>
            </a:extLst>
          </p:cNvPr>
          <p:cNvGrpSpPr/>
          <p:nvPr/>
        </p:nvGrpSpPr>
        <p:grpSpPr>
          <a:xfrm>
            <a:off x="8412629" y="5292878"/>
            <a:ext cx="347133" cy="947821"/>
            <a:chOff x="8197182" y="5418121"/>
            <a:chExt cx="347133" cy="947821"/>
          </a:xfrm>
        </p:grpSpPr>
        <p:grpSp>
          <p:nvGrpSpPr>
            <p:cNvPr id="26" name="Group 25">
              <a:extLst>
                <a:ext uri="{FF2B5EF4-FFF2-40B4-BE49-F238E27FC236}">
                  <a16:creationId xmlns:a16="http://schemas.microsoft.com/office/drawing/2014/main" id="{8DDACF65-B5D9-4874-3A7D-91FD07044D75}"/>
                </a:ext>
              </a:extLst>
            </p:cNvPr>
            <p:cNvGrpSpPr/>
            <p:nvPr/>
          </p:nvGrpSpPr>
          <p:grpSpPr>
            <a:xfrm>
              <a:off x="8197182" y="5756342"/>
              <a:ext cx="347133" cy="609600"/>
              <a:chOff x="6451600" y="4943545"/>
              <a:chExt cx="347133" cy="609600"/>
            </a:xfrm>
          </p:grpSpPr>
          <p:sp>
            <p:nvSpPr>
              <p:cNvPr id="28" name="Rectangle 27">
                <a:extLst>
                  <a:ext uri="{FF2B5EF4-FFF2-40B4-BE49-F238E27FC236}">
                    <a16:creationId xmlns:a16="http://schemas.microsoft.com/office/drawing/2014/main" id="{2B0B381E-3EF2-29BB-1CE7-D8AB740AC316}"/>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29" name="Group 28">
                <a:extLst>
                  <a:ext uri="{FF2B5EF4-FFF2-40B4-BE49-F238E27FC236}">
                    <a16:creationId xmlns:a16="http://schemas.microsoft.com/office/drawing/2014/main" id="{AF359400-A558-8B42-1A1B-9C50D08B116A}"/>
                  </a:ext>
                </a:extLst>
              </p:cNvPr>
              <p:cNvGrpSpPr/>
              <p:nvPr/>
            </p:nvGrpSpPr>
            <p:grpSpPr>
              <a:xfrm>
                <a:off x="6499231" y="5022567"/>
                <a:ext cx="251871" cy="158491"/>
                <a:chOff x="6493933" y="5022567"/>
                <a:chExt cx="270933" cy="253998"/>
              </a:xfrm>
            </p:grpSpPr>
            <p:cxnSp>
              <p:nvCxnSpPr>
                <p:cNvPr id="30" name="Straight Connector 29">
                  <a:extLst>
                    <a:ext uri="{FF2B5EF4-FFF2-40B4-BE49-F238E27FC236}">
                      <a16:creationId xmlns:a16="http://schemas.microsoft.com/office/drawing/2014/main" id="{86233F26-1ED7-2D3D-E7EB-F95C43CA8F9C}"/>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18A7BA0-2453-2152-3F3A-D961ED926E93}"/>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39E108F-1D8C-E841-26CC-090A78800DBA}"/>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4C91551-316D-4A7C-FF10-2045933DB743}"/>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7" name="Straight Connector 26">
              <a:extLst>
                <a:ext uri="{FF2B5EF4-FFF2-40B4-BE49-F238E27FC236}">
                  <a16:creationId xmlns:a16="http://schemas.microsoft.com/office/drawing/2014/main" id="{818D636F-1A6B-306A-38A1-5FE14E6E30AE}"/>
                </a:ext>
              </a:extLst>
            </p:cNvPr>
            <p:cNvCxnSpPr>
              <a:cxnSpLocks/>
              <a:stCxn id="28" idx="0"/>
            </p:cNvCxnSpPr>
            <p:nvPr/>
          </p:nvCxnSpPr>
          <p:spPr>
            <a:xfrm flipV="1">
              <a:off x="8370749" y="5418121"/>
              <a:ext cx="0" cy="33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DD60A31E-0B14-FCBE-0326-FE2D9C579A56}"/>
              </a:ext>
            </a:extLst>
          </p:cNvPr>
          <p:cNvGrpSpPr/>
          <p:nvPr/>
        </p:nvGrpSpPr>
        <p:grpSpPr>
          <a:xfrm>
            <a:off x="9073034" y="5292878"/>
            <a:ext cx="347133" cy="947821"/>
            <a:chOff x="8857587" y="5423764"/>
            <a:chExt cx="347133" cy="947821"/>
          </a:xfrm>
        </p:grpSpPr>
        <p:grpSp>
          <p:nvGrpSpPr>
            <p:cNvPr id="35" name="Group 34">
              <a:extLst>
                <a:ext uri="{FF2B5EF4-FFF2-40B4-BE49-F238E27FC236}">
                  <a16:creationId xmlns:a16="http://schemas.microsoft.com/office/drawing/2014/main" id="{9E8FC9D6-BD77-7FF8-935E-92E48AFCB077}"/>
                </a:ext>
              </a:extLst>
            </p:cNvPr>
            <p:cNvGrpSpPr/>
            <p:nvPr/>
          </p:nvGrpSpPr>
          <p:grpSpPr>
            <a:xfrm>
              <a:off x="8857587" y="5761985"/>
              <a:ext cx="347133" cy="609600"/>
              <a:chOff x="6451600" y="4943545"/>
              <a:chExt cx="347133" cy="609600"/>
            </a:xfrm>
          </p:grpSpPr>
          <p:sp>
            <p:nvSpPr>
              <p:cNvPr id="37" name="Rectangle 36">
                <a:extLst>
                  <a:ext uri="{FF2B5EF4-FFF2-40B4-BE49-F238E27FC236}">
                    <a16:creationId xmlns:a16="http://schemas.microsoft.com/office/drawing/2014/main" id="{3E7F4A70-CE81-B166-0A9D-33B83A835E6D}"/>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8" name="Group 37">
                <a:extLst>
                  <a:ext uri="{FF2B5EF4-FFF2-40B4-BE49-F238E27FC236}">
                    <a16:creationId xmlns:a16="http://schemas.microsoft.com/office/drawing/2014/main" id="{8212BA1A-91FE-0AE2-58B9-E40A0A15D495}"/>
                  </a:ext>
                </a:extLst>
              </p:cNvPr>
              <p:cNvGrpSpPr/>
              <p:nvPr/>
            </p:nvGrpSpPr>
            <p:grpSpPr>
              <a:xfrm>
                <a:off x="6499231" y="5022567"/>
                <a:ext cx="251871" cy="158491"/>
                <a:chOff x="6493933" y="5022567"/>
                <a:chExt cx="270933" cy="253998"/>
              </a:xfrm>
            </p:grpSpPr>
            <p:cxnSp>
              <p:nvCxnSpPr>
                <p:cNvPr id="39" name="Straight Connector 38">
                  <a:extLst>
                    <a:ext uri="{FF2B5EF4-FFF2-40B4-BE49-F238E27FC236}">
                      <a16:creationId xmlns:a16="http://schemas.microsoft.com/office/drawing/2014/main" id="{DFB59E0F-6F93-91ED-08EE-1D78BF549381}"/>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C2DA19A-0FE6-2125-61EF-0B9A60F3B62F}"/>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CF2DD8E-05CC-F91F-A70E-9A1480B8CC97}"/>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BCD523F-B8AF-8D68-8C28-D8FA8044DF73}"/>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6" name="Straight Connector 35">
              <a:extLst>
                <a:ext uri="{FF2B5EF4-FFF2-40B4-BE49-F238E27FC236}">
                  <a16:creationId xmlns:a16="http://schemas.microsoft.com/office/drawing/2014/main" id="{71805716-4F5E-48B8-8265-A0B22B60EB76}"/>
                </a:ext>
              </a:extLst>
            </p:cNvPr>
            <p:cNvCxnSpPr>
              <a:cxnSpLocks/>
              <a:stCxn id="37" idx="0"/>
            </p:cNvCxnSpPr>
            <p:nvPr/>
          </p:nvCxnSpPr>
          <p:spPr>
            <a:xfrm flipV="1">
              <a:off x="9031154" y="5423764"/>
              <a:ext cx="0" cy="33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D1CB5D22-ED1F-9133-F53A-BC3DA19FD14E}"/>
              </a:ext>
            </a:extLst>
          </p:cNvPr>
          <p:cNvGrpSpPr/>
          <p:nvPr/>
        </p:nvGrpSpPr>
        <p:grpSpPr>
          <a:xfrm>
            <a:off x="9993073" y="5292878"/>
            <a:ext cx="347133" cy="947821"/>
            <a:chOff x="8197182" y="5418121"/>
            <a:chExt cx="347133" cy="947821"/>
          </a:xfrm>
        </p:grpSpPr>
        <p:grpSp>
          <p:nvGrpSpPr>
            <p:cNvPr id="44" name="Group 43">
              <a:extLst>
                <a:ext uri="{FF2B5EF4-FFF2-40B4-BE49-F238E27FC236}">
                  <a16:creationId xmlns:a16="http://schemas.microsoft.com/office/drawing/2014/main" id="{77FC841D-7707-65ED-DD0C-AC1FC861CCFE}"/>
                </a:ext>
              </a:extLst>
            </p:cNvPr>
            <p:cNvGrpSpPr/>
            <p:nvPr/>
          </p:nvGrpSpPr>
          <p:grpSpPr>
            <a:xfrm>
              <a:off x="8197182" y="5756342"/>
              <a:ext cx="347133" cy="609600"/>
              <a:chOff x="6451600" y="4943545"/>
              <a:chExt cx="347133" cy="609600"/>
            </a:xfrm>
          </p:grpSpPr>
          <p:sp>
            <p:nvSpPr>
              <p:cNvPr id="46" name="Rectangle 45">
                <a:extLst>
                  <a:ext uri="{FF2B5EF4-FFF2-40B4-BE49-F238E27FC236}">
                    <a16:creationId xmlns:a16="http://schemas.microsoft.com/office/drawing/2014/main" id="{E663642C-03DD-DC35-DAF5-FF601F8E156A}"/>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47" name="Group 46">
                <a:extLst>
                  <a:ext uri="{FF2B5EF4-FFF2-40B4-BE49-F238E27FC236}">
                    <a16:creationId xmlns:a16="http://schemas.microsoft.com/office/drawing/2014/main" id="{C8E437E3-8CF2-9BC7-8734-64FFD5748739}"/>
                  </a:ext>
                </a:extLst>
              </p:cNvPr>
              <p:cNvGrpSpPr/>
              <p:nvPr/>
            </p:nvGrpSpPr>
            <p:grpSpPr>
              <a:xfrm>
                <a:off x="6499231" y="5022567"/>
                <a:ext cx="251871" cy="158491"/>
                <a:chOff x="6493933" y="5022567"/>
                <a:chExt cx="270933" cy="253998"/>
              </a:xfrm>
            </p:grpSpPr>
            <p:cxnSp>
              <p:nvCxnSpPr>
                <p:cNvPr id="48" name="Straight Connector 47">
                  <a:extLst>
                    <a:ext uri="{FF2B5EF4-FFF2-40B4-BE49-F238E27FC236}">
                      <a16:creationId xmlns:a16="http://schemas.microsoft.com/office/drawing/2014/main" id="{79CE1458-1C3C-8BA6-50E2-720246653F71}"/>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8D9EC27-880B-04ED-79FD-C222FDE45B0C}"/>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9A8946-DA51-EF05-E364-17E517FE1FC6}"/>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B84F948-8E5D-7E79-B5DC-1D6836C70FDF}"/>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45" name="Straight Connector 44">
              <a:extLst>
                <a:ext uri="{FF2B5EF4-FFF2-40B4-BE49-F238E27FC236}">
                  <a16:creationId xmlns:a16="http://schemas.microsoft.com/office/drawing/2014/main" id="{C29797AD-3230-3D97-57D0-80B15F58BD73}"/>
                </a:ext>
              </a:extLst>
            </p:cNvPr>
            <p:cNvCxnSpPr>
              <a:cxnSpLocks/>
              <a:stCxn id="46" idx="0"/>
            </p:cNvCxnSpPr>
            <p:nvPr/>
          </p:nvCxnSpPr>
          <p:spPr>
            <a:xfrm flipV="1">
              <a:off x="8370749" y="5418121"/>
              <a:ext cx="0" cy="33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22F3D117-4375-5B94-3F08-ECDFC415C3A7}"/>
              </a:ext>
            </a:extLst>
          </p:cNvPr>
          <p:cNvGrpSpPr/>
          <p:nvPr/>
        </p:nvGrpSpPr>
        <p:grpSpPr>
          <a:xfrm>
            <a:off x="10653478" y="5292878"/>
            <a:ext cx="347133" cy="947821"/>
            <a:chOff x="8857587" y="5423764"/>
            <a:chExt cx="347133" cy="947821"/>
          </a:xfrm>
        </p:grpSpPr>
        <p:grpSp>
          <p:nvGrpSpPr>
            <p:cNvPr id="53" name="Group 52">
              <a:extLst>
                <a:ext uri="{FF2B5EF4-FFF2-40B4-BE49-F238E27FC236}">
                  <a16:creationId xmlns:a16="http://schemas.microsoft.com/office/drawing/2014/main" id="{D0FCB2CD-A4D0-40A9-EDC6-82EAB95DFB9A}"/>
                </a:ext>
              </a:extLst>
            </p:cNvPr>
            <p:cNvGrpSpPr/>
            <p:nvPr/>
          </p:nvGrpSpPr>
          <p:grpSpPr>
            <a:xfrm>
              <a:off x="8857587" y="5761985"/>
              <a:ext cx="347133" cy="609600"/>
              <a:chOff x="6451600" y="4943545"/>
              <a:chExt cx="347133" cy="609600"/>
            </a:xfrm>
          </p:grpSpPr>
          <p:sp>
            <p:nvSpPr>
              <p:cNvPr id="55" name="Rectangle 54">
                <a:extLst>
                  <a:ext uri="{FF2B5EF4-FFF2-40B4-BE49-F238E27FC236}">
                    <a16:creationId xmlns:a16="http://schemas.microsoft.com/office/drawing/2014/main" id="{C78C4479-AAF5-879A-484C-208D0F7E46DB}"/>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56" name="Group 55">
                <a:extLst>
                  <a:ext uri="{FF2B5EF4-FFF2-40B4-BE49-F238E27FC236}">
                    <a16:creationId xmlns:a16="http://schemas.microsoft.com/office/drawing/2014/main" id="{446D7511-55BD-3914-8AD7-903420A7F37D}"/>
                  </a:ext>
                </a:extLst>
              </p:cNvPr>
              <p:cNvGrpSpPr/>
              <p:nvPr/>
            </p:nvGrpSpPr>
            <p:grpSpPr>
              <a:xfrm>
                <a:off x="6499231" y="5022567"/>
                <a:ext cx="251871" cy="158491"/>
                <a:chOff x="6493933" y="5022567"/>
                <a:chExt cx="270933" cy="253998"/>
              </a:xfrm>
            </p:grpSpPr>
            <p:cxnSp>
              <p:nvCxnSpPr>
                <p:cNvPr id="57" name="Straight Connector 56">
                  <a:extLst>
                    <a:ext uri="{FF2B5EF4-FFF2-40B4-BE49-F238E27FC236}">
                      <a16:creationId xmlns:a16="http://schemas.microsoft.com/office/drawing/2014/main" id="{EAA1B903-1102-BDDB-9178-30447335FEF3}"/>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8A95381-2F01-429D-AFB5-B046C1817662}"/>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82514A3-E7CC-EF4E-345C-AAC5B8F599D9}"/>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130191A-C16F-2ABE-1DD6-6B08FF5E2D67}"/>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54" name="Straight Connector 53">
              <a:extLst>
                <a:ext uri="{FF2B5EF4-FFF2-40B4-BE49-F238E27FC236}">
                  <a16:creationId xmlns:a16="http://schemas.microsoft.com/office/drawing/2014/main" id="{1E5F1CAB-53D1-9936-0EF1-B34F565C33E9}"/>
                </a:ext>
              </a:extLst>
            </p:cNvPr>
            <p:cNvCxnSpPr>
              <a:cxnSpLocks/>
              <a:stCxn id="55" idx="0"/>
            </p:cNvCxnSpPr>
            <p:nvPr/>
          </p:nvCxnSpPr>
          <p:spPr>
            <a:xfrm flipV="1">
              <a:off x="9031154" y="5423764"/>
              <a:ext cx="0" cy="33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2121C834-4E23-384E-E393-764630EEC85F}"/>
              </a:ext>
            </a:extLst>
          </p:cNvPr>
          <p:cNvGrpSpPr/>
          <p:nvPr/>
        </p:nvGrpSpPr>
        <p:grpSpPr>
          <a:xfrm>
            <a:off x="11661015" y="5292878"/>
            <a:ext cx="347133" cy="947821"/>
            <a:chOff x="8197182" y="5418121"/>
            <a:chExt cx="347133" cy="947821"/>
          </a:xfrm>
        </p:grpSpPr>
        <p:grpSp>
          <p:nvGrpSpPr>
            <p:cNvPr id="62" name="Group 61">
              <a:extLst>
                <a:ext uri="{FF2B5EF4-FFF2-40B4-BE49-F238E27FC236}">
                  <a16:creationId xmlns:a16="http://schemas.microsoft.com/office/drawing/2014/main" id="{572B8D21-4A67-E115-2791-061896A7CE52}"/>
                </a:ext>
              </a:extLst>
            </p:cNvPr>
            <p:cNvGrpSpPr/>
            <p:nvPr/>
          </p:nvGrpSpPr>
          <p:grpSpPr>
            <a:xfrm>
              <a:off x="8197182" y="5756342"/>
              <a:ext cx="347133" cy="609600"/>
              <a:chOff x="6451600" y="4943545"/>
              <a:chExt cx="347133" cy="609600"/>
            </a:xfrm>
          </p:grpSpPr>
          <p:sp>
            <p:nvSpPr>
              <p:cNvPr id="64" name="Rectangle 63">
                <a:extLst>
                  <a:ext uri="{FF2B5EF4-FFF2-40B4-BE49-F238E27FC236}">
                    <a16:creationId xmlns:a16="http://schemas.microsoft.com/office/drawing/2014/main" id="{25F90473-F956-133A-98C1-9ED6CAB3C8ED}"/>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65" name="Group 64">
                <a:extLst>
                  <a:ext uri="{FF2B5EF4-FFF2-40B4-BE49-F238E27FC236}">
                    <a16:creationId xmlns:a16="http://schemas.microsoft.com/office/drawing/2014/main" id="{9092D2C4-E19E-29A8-38E8-F9AAC5EADFB1}"/>
                  </a:ext>
                </a:extLst>
              </p:cNvPr>
              <p:cNvGrpSpPr/>
              <p:nvPr/>
            </p:nvGrpSpPr>
            <p:grpSpPr>
              <a:xfrm>
                <a:off x="6499231" y="5022567"/>
                <a:ext cx="251871" cy="158491"/>
                <a:chOff x="6493933" y="5022567"/>
                <a:chExt cx="270933" cy="253998"/>
              </a:xfrm>
            </p:grpSpPr>
            <p:cxnSp>
              <p:nvCxnSpPr>
                <p:cNvPr id="66" name="Straight Connector 65">
                  <a:extLst>
                    <a:ext uri="{FF2B5EF4-FFF2-40B4-BE49-F238E27FC236}">
                      <a16:creationId xmlns:a16="http://schemas.microsoft.com/office/drawing/2014/main" id="{E62BE69C-DEE1-614B-2CB7-9FF3F15688B5}"/>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E1A8A47-22FF-91B7-CCE8-BC54014E564E}"/>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33FD587-AD32-70B2-4085-CD5256253E13}"/>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7057F59-D971-3A11-A5AD-E6BC1F3DDD3C}"/>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63" name="Straight Connector 62">
              <a:extLst>
                <a:ext uri="{FF2B5EF4-FFF2-40B4-BE49-F238E27FC236}">
                  <a16:creationId xmlns:a16="http://schemas.microsoft.com/office/drawing/2014/main" id="{9D3B0CD2-1479-EB1D-E143-4FC603236CA9}"/>
                </a:ext>
              </a:extLst>
            </p:cNvPr>
            <p:cNvCxnSpPr>
              <a:cxnSpLocks/>
              <a:stCxn id="64" idx="0"/>
            </p:cNvCxnSpPr>
            <p:nvPr/>
          </p:nvCxnSpPr>
          <p:spPr>
            <a:xfrm flipV="1">
              <a:off x="8370749" y="5418121"/>
              <a:ext cx="0" cy="33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EE71C998-17D5-4F43-CE45-C7F8DC5A8BC0}"/>
              </a:ext>
            </a:extLst>
          </p:cNvPr>
          <p:cNvGrpSpPr/>
          <p:nvPr/>
        </p:nvGrpSpPr>
        <p:grpSpPr>
          <a:xfrm>
            <a:off x="12321420" y="5292878"/>
            <a:ext cx="347133" cy="947821"/>
            <a:chOff x="8857587" y="5423764"/>
            <a:chExt cx="347133" cy="947821"/>
          </a:xfrm>
        </p:grpSpPr>
        <p:grpSp>
          <p:nvGrpSpPr>
            <p:cNvPr id="71" name="Group 70">
              <a:extLst>
                <a:ext uri="{FF2B5EF4-FFF2-40B4-BE49-F238E27FC236}">
                  <a16:creationId xmlns:a16="http://schemas.microsoft.com/office/drawing/2014/main" id="{1DE65C21-ED7F-9E39-90DA-60B5FB7BB088}"/>
                </a:ext>
              </a:extLst>
            </p:cNvPr>
            <p:cNvGrpSpPr/>
            <p:nvPr/>
          </p:nvGrpSpPr>
          <p:grpSpPr>
            <a:xfrm>
              <a:off x="8857587" y="5761985"/>
              <a:ext cx="347133" cy="609600"/>
              <a:chOff x="6451600" y="4943545"/>
              <a:chExt cx="347133" cy="609600"/>
            </a:xfrm>
          </p:grpSpPr>
          <p:sp>
            <p:nvSpPr>
              <p:cNvPr id="73" name="Rectangle 72">
                <a:extLst>
                  <a:ext uri="{FF2B5EF4-FFF2-40B4-BE49-F238E27FC236}">
                    <a16:creationId xmlns:a16="http://schemas.microsoft.com/office/drawing/2014/main" id="{2AA996DE-46E4-F625-77AB-FC32B50E9DB9}"/>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74" name="Group 73">
                <a:extLst>
                  <a:ext uri="{FF2B5EF4-FFF2-40B4-BE49-F238E27FC236}">
                    <a16:creationId xmlns:a16="http://schemas.microsoft.com/office/drawing/2014/main" id="{B6B1C401-F3E0-713F-4608-1C059DEB3945}"/>
                  </a:ext>
                </a:extLst>
              </p:cNvPr>
              <p:cNvGrpSpPr/>
              <p:nvPr/>
            </p:nvGrpSpPr>
            <p:grpSpPr>
              <a:xfrm>
                <a:off x="6499231" y="5022567"/>
                <a:ext cx="251871" cy="158491"/>
                <a:chOff x="6493933" y="5022567"/>
                <a:chExt cx="270933" cy="253998"/>
              </a:xfrm>
            </p:grpSpPr>
            <p:cxnSp>
              <p:nvCxnSpPr>
                <p:cNvPr id="75" name="Straight Connector 74">
                  <a:extLst>
                    <a:ext uri="{FF2B5EF4-FFF2-40B4-BE49-F238E27FC236}">
                      <a16:creationId xmlns:a16="http://schemas.microsoft.com/office/drawing/2014/main" id="{1E73A3C1-31F4-B057-0756-8B76366340B7}"/>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A6500AD-AA0C-D83C-4931-FB738B6D11BD}"/>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CFD989C-CC1E-18B4-7309-FA4E652BD451}"/>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2F853AD-5874-5EB0-016E-804098BB3F16}"/>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72" name="Straight Connector 71">
              <a:extLst>
                <a:ext uri="{FF2B5EF4-FFF2-40B4-BE49-F238E27FC236}">
                  <a16:creationId xmlns:a16="http://schemas.microsoft.com/office/drawing/2014/main" id="{9F7D7D21-E168-11F8-4454-D1EC5FC6A6F3}"/>
                </a:ext>
              </a:extLst>
            </p:cNvPr>
            <p:cNvCxnSpPr>
              <a:cxnSpLocks/>
              <a:stCxn id="73" idx="0"/>
            </p:cNvCxnSpPr>
            <p:nvPr/>
          </p:nvCxnSpPr>
          <p:spPr>
            <a:xfrm flipV="1">
              <a:off x="9031154" y="5423764"/>
              <a:ext cx="0" cy="33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9" name="TextBox 78">
            <a:extLst>
              <a:ext uri="{FF2B5EF4-FFF2-40B4-BE49-F238E27FC236}">
                <a16:creationId xmlns:a16="http://schemas.microsoft.com/office/drawing/2014/main" id="{2E53F22A-0D36-CEC4-98C8-A5C8C6BA2E42}"/>
              </a:ext>
            </a:extLst>
          </p:cNvPr>
          <p:cNvSpPr txBox="1"/>
          <p:nvPr/>
        </p:nvSpPr>
        <p:spPr>
          <a:xfrm>
            <a:off x="8729646" y="5692237"/>
            <a:ext cx="348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80" name="TextBox 79">
            <a:extLst>
              <a:ext uri="{FF2B5EF4-FFF2-40B4-BE49-F238E27FC236}">
                <a16:creationId xmlns:a16="http://schemas.microsoft.com/office/drawing/2014/main" id="{D1C73E76-6EB7-B44D-D17B-AA6A0BA041A6}"/>
              </a:ext>
            </a:extLst>
          </p:cNvPr>
          <p:cNvSpPr txBox="1"/>
          <p:nvPr/>
        </p:nvSpPr>
        <p:spPr>
          <a:xfrm>
            <a:off x="10330478" y="5692237"/>
            <a:ext cx="348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81" name="TextBox 80">
            <a:extLst>
              <a:ext uri="{FF2B5EF4-FFF2-40B4-BE49-F238E27FC236}">
                <a16:creationId xmlns:a16="http://schemas.microsoft.com/office/drawing/2014/main" id="{52380F0C-83A0-578B-00AE-7C93C318E89D}"/>
              </a:ext>
            </a:extLst>
          </p:cNvPr>
          <p:cNvSpPr txBox="1"/>
          <p:nvPr/>
        </p:nvSpPr>
        <p:spPr>
          <a:xfrm>
            <a:off x="11998420" y="5692237"/>
            <a:ext cx="348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82" name="TextBox 81">
            <a:extLst>
              <a:ext uri="{FF2B5EF4-FFF2-40B4-BE49-F238E27FC236}">
                <a16:creationId xmlns:a16="http://schemas.microsoft.com/office/drawing/2014/main" id="{A1F2B411-1663-C462-9FA8-043361E084EB}"/>
              </a:ext>
            </a:extLst>
          </p:cNvPr>
          <p:cNvSpPr txBox="1"/>
          <p:nvPr/>
        </p:nvSpPr>
        <p:spPr>
          <a:xfrm>
            <a:off x="8153301" y="6307004"/>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83" name="TextBox 82">
            <a:extLst>
              <a:ext uri="{FF2B5EF4-FFF2-40B4-BE49-F238E27FC236}">
                <a16:creationId xmlns:a16="http://schemas.microsoft.com/office/drawing/2014/main" id="{9358677A-6633-F5A5-7DC1-E3CA740FF9E0}"/>
              </a:ext>
            </a:extLst>
          </p:cNvPr>
          <p:cNvSpPr txBox="1"/>
          <p:nvPr/>
        </p:nvSpPr>
        <p:spPr>
          <a:xfrm>
            <a:off x="8903732" y="6307004"/>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84" name="TextBox 83">
            <a:extLst>
              <a:ext uri="{FF2B5EF4-FFF2-40B4-BE49-F238E27FC236}">
                <a16:creationId xmlns:a16="http://schemas.microsoft.com/office/drawing/2014/main" id="{1A3E7627-9EC4-8FEF-C220-0757A9AF5BC2}"/>
              </a:ext>
            </a:extLst>
          </p:cNvPr>
          <p:cNvSpPr txBox="1"/>
          <p:nvPr/>
        </p:nvSpPr>
        <p:spPr>
          <a:xfrm>
            <a:off x="9760839" y="6307004"/>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85" name="TextBox 84">
            <a:extLst>
              <a:ext uri="{FF2B5EF4-FFF2-40B4-BE49-F238E27FC236}">
                <a16:creationId xmlns:a16="http://schemas.microsoft.com/office/drawing/2014/main" id="{12206A12-1893-640F-548E-360F38BEB29F}"/>
              </a:ext>
            </a:extLst>
          </p:cNvPr>
          <p:cNvSpPr txBox="1"/>
          <p:nvPr/>
        </p:nvSpPr>
        <p:spPr>
          <a:xfrm>
            <a:off x="10511270" y="6307004"/>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86" name="TextBox 85">
            <a:extLst>
              <a:ext uri="{FF2B5EF4-FFF2-40B4-BE49-F238E27FC236}">
                <a16:creationId xmlns:a16="http://schemas.microsoft.com/office/drawing/2014/main" id="{2ADC7F30-D2E0-F8EC-72DE-5DA0054C4474}"/>
              </a:ext>
            </a:extLst>
          </p:cNvPr>
          <p:cNvSpPr txBox="1"/>
          <p:nvPr/>
        </p:nvSpPr>
        <p:spPr>
          <a:xfrm>
            <a:off x="11461813" y="6307004"/>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87" name="TextBox 86">
            <a:extLst>
              <a:ext uri="{FF2B5EF4-FFF2-40B4-BE49-F238E27FC236}">
                <a16:creationId xmlns:a16="http://schemas.microsoft.com/office/drawing/2014/main" id="{F96CB84D-7093-7655-E5D6-D7C8FA19FB11}"/>
              </a:ext>
            </a:extLst>
          </p:cNvPr>
          <p:cNvSpPr txBox="1"/>
          <p:nvPr/>
        </p:nvSpPr>
        <p:spPr>
          <a:xfrm>
            <a:off x="12212244" y="6307004"/>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88" name="TextBox 87">
            <a:extLst>
              <a:ext uri="{FF2B5EF4-FFF2-40B4-BE49-F238E27FC236}">
                <a16:creationId xmlns:a16="http://schemas.microsoft.com/office/drawing/2014/main" id="{C6386BC0-79BF-4DFB-3C37-07B13167F6A4}"/>
              </a:ext>
            </a:extLst>
          </p:cNvPr>
          <p:cNvSpPr txBox="1"/>
          <p:nvPr/>
        </p:nvSpPr>
        <p:spPr>
          <a:xfrm>
            <a:off x="10381358" y="4135032"/>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Splitter</a:t>
            </a:r>
          </a:p>
        </p:txBody>
      </p:sp>
      <p:sp>
        <p:nvSpPr>
          <p:cNvPr id="89" name="TextBox 88">
            <a:extLst>
              <a:ext uri="{FF2B5EF4-FFF2-40B4-BE49-F238E27FC236}">
                <a16:creationId xmlns:a16="http://schemas.microsoft.com/office/drawing/2014/main" id="{A763DB62-6794-3FAD-765A-4BD4AEED0250}"/>
              </a:ext>
            </a:extLst>
          </p:cNvPr>
          <p:cNvSpPr txBox="1"/>
          <p:nvPr/>
        </p:nvSpPr>
        <p:spPr>
          <a:xfrm>
            <a:off x="10093848" y="3645675"/>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PON Fiber</a:t>
            </a:r>
          </a:p>
        </p:txBody>
      </p:sp>
      <p:sp>
        <p:nvSpPr>
          <p:cNvPr id="90" name="TextBox 89">
            <a:extLst>
              <a:ext uri="{FF2B5EF4-FFF2-40B4-BE49-F238E27FC236}">
                <a16:creationId xmlns:a16="http://schemas.microsoft.com/office/drawing/2014/main" id="{0EC79180-E489-6DF3-22D7-A9E662DD03A4}"/>
              </a:ext>
            </a:extLst>
          </p:cNvPr>
          <p:cNvSpPr txBox="1"/>
          <p:nvPr/>
        </p:nvSpPr>
        <p:spPr>
          <a:xfrm>
            <a:off x="7912543" y="2326359"/>
            <a:ext cx="1003855"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Gateway (G-A)</a:t>
            </a:r>
          </a:p>
        </p:txBody>
      </p:sp>
      <p:sp>
        <p:nvSpPr>
          <p:cNvPr id="91" name="TextBox 90">
            <a:extLst>
              <a:ext uri="{FF2B5EF4-FFF2-40B4-BE49-F238E27FC236}">
                <a16:creationId xmlns:a16="http://schemas.microsoft.com/office/drawing/2014/main" id="{4B5655CE-1A1E-1CE9-C0B5-6A0E6AF287F2}"/>
              </a:ext>
            </a:extLst>
          </p:cNvPr>
          <p:cNvSpPr txBox="1"/>
          <p:nvPr/>
        </p:nvSpPr>
        <p:spPr>
          <a:xfrm>
            <a:off x="12044160" y="2326359"/>
            <a:ext cx="1003855"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Gateway (G-B)</a:t>
            </a:r>
          </a:p>
        </p:txBody>
      </p:sp>
      <p:sp>
        <p:nvSpPr>
          <p:cNvPr id="93" name="Arrow: Down 92">
            <a:extLst>
              <a:ext uri="{FF2B5EF4-FFF2-40B4-BE49-F238E27FC236}">
                <a16:creationId xmlns:a16="http://schemas.microsoft.com/office/drawing/2014/main" id="{1E7CBF64-2FBC-B54D-8587-43C2FC2A7B21}"/>
              </a:ext>
            </a:extLst>
          </p:cNvPr>
          <p:cNvSpPr/>
          <p:nvPr/>
        </p:nvSpPr>
        <p:spPr>
          <a:xfrm>
            <a:off x="8944834" y="1323106"/>
            <a:ext cx="207207" cy="663052"/>
          </a:xfrm>
          <a:prstGeom prst="downArrow">
            <a:avLst/>
          </a:prstGeom>
          <a:solidFill>
            <a:srgbClr val="CC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94" name="Arrow: Down 93">
            <a:extLst>
              <a:ext uri="{FF2B5EF4-FFF2-40B4-BE49-F238E27FC236}">
                <a16:creationId xmlns:a16="http://schemas.microsoft.com/office/drawing/2014/main" id="{D00891C9-52A4-0FCE-5990-76BA532635F5}"/>
              </a:ext>
            </a:extLst>
          </p:cNvPr>
          <p:cNvSpPr/>
          <p:nvPr/>
        </p:nvSpPr>
        <p:spPr>
          <a:xfrm>
            <a:off x="8258968" y="2846159"/>
            <a:ext cx="217694" cy="1550040"/>
          </a:xfrm>
          <a:prstGeom prst="downArrow">
            <a:avLst/>
          </a:prstGeom>
          <a:solidFill>
            <a:srgbClr val="CC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95" name="Arrow: Down 94">
            <a:extLst>
              <a:ext uri="{FF2B5EF4-FFF2-40B4-BE49-F238E27FC236}">
                <a16:creationId xmlns:a16="http://schemas.microsoft.com/office/drawing/2014/main" id="{1E5D7624-9851-D761-6086-3ACD50A23A65}"/>
              </a:ext>
            </a:extLst>
          </p:cNvPr>
          <p:cNvSpPr/>
          <p:nvPr/>
        </p:nvSpPr>
        <p:spPr>
          <a:xfrm flipV="1">
            <a:off x="8499446" y="2817453"/>
            <a:ext cx="217694" cy="1550040"/>
          </a:xfrm>
          <a:prstGeom prst="down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96" name="Arrow: Down 95">
            <a:extLst>
              <a:ext uri="{FF2B5EF4-FFF2-40B4-BE49-F238E27FC236}">
                <a16:creationId xmlns:a16="http://schemas.microsoft.com/office/drawing/2014/main" id="{5E376340-F072-D8E4-D8BA-B470CE0A7F91}"/>
              </a:ext>
            </a:extLst>
          </p:cNvPr>
          <p:cNvSpPr/>
          <p:nvPr/>
        </p:nvSpPr>
        <p:spPr>
          <a:xfrm flipV="1">
            <a:off x="9317722" y="1290575"/>
            <a:ext cx="207207" cy="663052"/>
          </a:xfrm>
          <a:prstGeom prst="down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97" name="Arrow: Down 96">
            <a:extLst>
              <a:ext uri="{FF2B5EF4-FFF2-40B4-BE49-F238E27FC236}">
                <a16:creationId xmlns:a16="http://schemas.microsoft.com/office/drawing/2014/main" id="{7D6EAD3C-012B-7E0F-FBED-A33B95801B9F}"/>
              </a:ext>
            </a:extLst>
          </p:cNvPr>
          <p:cNvSpPr/>
          <p:nvPr/>
        </p:nvSpPr>
        <p:spPr>
          <a:xfrm rot="5400000">
            <a:off x="10352960" y="1510915"/>
            <a:ext cx="205437" cy="1824842"/>
          </a:xfrm>
          <a:prstGeom prst="downArrow">
            <a:avLst/>
          </a:prstGeom>
          <a:solidFill>
            <a:srgbClr val="CC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98" name="TextBox 97">
            <a:extLst>
              <a:ext uri="{FF2B5EF4-FFF2-40B4-BE49-F238E27FC236}">
                <a16:creationId xmlns:a16="http://schemas.microsoft.com/office/drawing/2014/main" id="{BE4A0C2F-2207-11FB-3ADC-E8955E6F0E77}"/>
              </a:ext>
            </a:extLst>
          </p:cNvPr>
          <p:cNvSpPr txBox="1"/>
          <p:nvPr/>
        </p:nvSpPr>
        <p:spPr>
          <a:xfrm>
            <a:off x="9969903" y="2320492"/>
            <a:ext cx="1003855"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err="1">
                <a:ln>
                  <a:noFill/>
                </a:ln>
                <a:solidFill>
                  <a:srgbClr val="000000"/>
                </a:solidFill>
                <a:effectLst/>
                <a:uLnTx/>
                <a:uFillTx/>
                <a:latin typeface="Neue Haas Grotesk Text Pro"/>
                <a:ea typeface="+mn-ea"/>
                <a:cs typeface="+mn-cs"/>
              </a:rPr>
              <a:t>IPinIP</a:t>
            </a: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 Tunnel</a:t>
            </a:r>
          </a:p>
        </p:txBody>
      </p:sp>
      <p:sp>
        <p:nvSpPr>
          <p:cNvPr id="99" name="Arrow: Down 98">
            <a:extLst>
              <a:ext uri="{FF2B5EF4-FFF2-40B4-BE49-F238E27FC236}">
                <a16:creationId xmlns:a16="http://schemas.microsoft.com/office/drawing/2014/main" id="{EBAFA1D5-4BE9-2CCD-E688-A0150A8207E1}"/>
              </a:ext>
            </a:extLst>
          </p:cNvPr>
          <p:cNvSpPr/>
          <p:nvPr/>
        </p:nvSpPr>
        <p:spPr>
          <a:xfrm rot="3048975">
            <a:off x="10721397" y="838429"/>
            <a:ext cx="207207" cy="663052"/>
          </a:xfrm>
          <a:prstGeom prst="downArrow">
            <a:avLst/>
          </a:prstGeom>
          <a:solidFill>
            <a:srgbClr val="CC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00" name="Arrow: Down 99">
            <a:extLst>
              <a:ext uri="{FF2B5EF4-FFF2-40B4-BE49-F238E27FC236}">
                <a16:creationId xmlns:a16="http://schemas.microsoft.com/office/drawing/2014/main" id="{2C2645E8-5F19-F003-21F7-0AD73089F7C9}"/>
              </a:ext>
            </a:extLst>
          </p:cNvPr>
          <p:cNvSpPr/>
          <p:nvPr/>
        </p:nvSpPr>
        <p:spPr>
          <a:xfrm rot="18589391">
            <a:off x="10029152" y="838429"/>
            <a:ext cx="207207" cy="663052"/>
          </a:xfrm>
          <a:prstGeom prst="downArrow">
            <a:avLst/>
          </a:prstGeom>
          <a:solidFill>
            <a:srgbClr val="CC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01" name="Arrow: Down 100">
            <a:extLst>
              <a:ext uri="{FF2B5EF4-FFF2-40B4-BE49-F238E27FC236}">
                <a16:creationId xmlns:a16="http://schemas.microsoft.com/office/drawing/2014/main" id="{A346E209-C529-5982-299B-F99C04C0C34B}"/>
              </a:ext>
            </a:extLst>
          </p:cNvPr>
          <p:cNvSpPr/>
          <p:nvPr/>
        </p:nvSpPr>
        <p:spPr>
          <a:xfrm rot="3012471" flipV="1">
            <a:off x="9831118" y="1557024"/>
            <a:ext cx="207207" cy="663052"/>
          </a:xfrm>
          <a:prstGeom prst="down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02" name="Arrow: Down 101">
            <a:extLst>
              <a:ext uri="{FF2B5EF4-FFF2-40B4-BE49-F238E27FC236}">
                <a16:creationId xmlns:a16="http://schemas.microsoft.com/office/drawing/2014/main" id="{04171A4F-DD86-A808-3629-11122E618225}"/>
              </a:ext>
            </a:extLst>
          </p:cNvPr>
          <p:cNvSpPr/>
          <p:nvPr/>
        </p:nvSpPr>
        <p:spPr>
          <a:xfrm>
            <a:off x="11440862" y="1319635"/>
            <a:ext cx="207207" cy="663052"/>
          </a:xfrm>
          <a:prstGeom prst="downArrow">
            <a:avLst/>
          </a:prstGeom>
          <a:solidFill>
            <a:srgbClr val="CC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03" name="Arrow: Down 102">
            <a:extLst>
              <a:ext uri="{FF2B5EF4-FFF2-40B4-BE49-F238E27FC236}">
                <a16:creationId xmlns:a16="http://schemas.microsoft.com/office/drawing/2014/main" id="{56C2FEDE-4251-CD32-7C80-5F0CAF54B095}"/>
              </a:ext>
            </a:extLst>
          </p:cNvPr>
          <p:cNvSpPr/>
          <p:nvPr/>
        </p:nvSpPr>
        <p:spPr>
          <a:xfrm>
            <a:off x="8389573" y="5333962"/>
            <a:ext cx="154002" cy="230832"/>
          </a:xfrm>
          <a:prstGeom prst="downArrow">
            <a:avLst/>
          </a:prstGeom>
          <a:solidFill>
            <a:srgbClr val="CC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04" name="Arrow: Down 103">
            <a:extLst>
              <a:ext uri="{FF2B5EF4-FFF2-40B4-BE49-F238E27FC236}">
                <a16:creationId xmlns:a16="http://schemas.microsoft.com/office/drawing/2014/main" id="{F02DCD19-58DD-F768-B449-7C2601F01F36}"/>
              </a:ext>
            </a:extLst>
          </p:cNvPr>
          <p:cNvSpPr/>
          <p:nvPr/>
        </p:nvSpPr>
        <p:spPr>
          <a:xfrm flipV="1">
            <a:off x="8640139" y="5314506"/>
            <a:ext cx="154002" cy="230832"/>
          </a:xfrm>
          <a:prstGeom prst="down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05" name="Arrow: Down 104">
            <a:extLst>
              <a:ext uri="{FF2B5EF4-FFF2-40B4-BE49-F238E27FC236}">
                <a16:creationId xmlns:a16="http://schemas.microsoft.com/office/drawing/2014/main" id="{E98FF009-EC23-BAD6-F3A0-DE0C00191C79}"/>
              </a:ext>
            </a:extLst>
          </p:cNvPr>
          <p:cNvSpPr/>
          <p:nvPr/>
        </p:nvSpPr>
        <p:spPr>
          <a:xfrm rot="16200000">
            <a:off x="7715868" y="1183191"/>
            <a:ext cx="207208" cy="421975"/>
          </a:xfrm>
          <a:prstGeom prst="downArrow">
            <a:avLst/>
          </a:prstGeom>
          <a:solidFill>
            <a:srgbClr val="CC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06" name="Arrow: Down 105">
            <a:extLst>
              <a:ext uri="{FF2B5EF4-FFF2-40B4-BE49-F238E27FC236}">
                <a16:creationId xmlns:a16="http://schemas.microsoft.com/office/drawing/2014/main" id="{FF5074C7-F9DD-5590-AFB9-9383A0B8E7C2}"/>
              </a:ext>
            </a:extLst>
          </p:cNvPr>
          <p:cNvSpPr/>
          <p:nvPr/>
        </p:nvSpPr>
        <p:spPr>
          <a:xfrm rot="16200000">
            <a:off x="7715868" y="1442333"/>
            <a:ext cx="207208" cy="421975"/>
          </a:xfrm>
          <a:prstGeom prst="down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07" name="TextBox 106">
            <a:extLst>
              <a:ext uri="{FF2B5EF4-FFF2-40B4-BE49-F238E27FC236}">
                <a16:creationId xmlns:a16="http://schemas.microsoft.com/office/drawing/2014/main" id="{53ED076B-C549-3E79-B5D8-9185E680E5BF}"/>
              </a:ext>
            </a:extLst>
          </p:cNvPr>
          <p:cNvSpPr txBox="1"/>
          <p:nvPr/>
        </p:nvSpPr>
        <p:spPr>
          <a:xfrm>
            <a:off x="7955643" y="1194211"/>
            <a:ext cx="100385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Down Stream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Traffic</a:t>
            </a:r>
          </a:p>
        </p:txBody>
      </p:sp>
      <p:sp>
        <p:nvSpPr>
          <p:cNvPr id="108" name="TextBox 107">
            <a:extLst>
              <a:ext uri="{FF2B5EF4-FFF2-40B4-BE49-F238E27FC236}">
                <a16:creationId xmlns:a16="http://schemas.microsoft.com/office/drawing/2014/main" id="{CDB2D35F-53EA-941A-D990-37389CFE2E6E}"/>
              </a:ext>
            </a:extLst>
          </p:cNvPr>
          <p:cNvSpPr txBox="1"/>
          <p:nvPr/>
        </p:nvSpPr>
        <p:spPr>
          <a:xfrm>
            <a:off x="7944890" y="1530975"/>
            <a:ext cx="100385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Up Stream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Traffic</a:t>
            </a:r>
          </a:p>
        </p:txBody>
      </p:sp>
      <p:sp>
        <p:nvSpPr>
          <p:cNvPr id="109" name="TextBox 108">
            <a:extLst>
              <a:ext uri="{FF2B5EF4-FFF2-40B4-BE49-F238E27FC236}">
                <a16:creationId xmlns:a16="http://schemas.microsoft.com/office/drawing/2014/main" id="{6ABEA60B-722C-D506-4BBC-E13B919BB158}"/>
              </a:ext>
            </a:extLst>
          </p:cNvPr>
          <p:cNvSpPr txBox="1"/>
          <p:nvPr/>
        </p:nvSpPr>
        <p:spPr>
          <a:xfrm>
            <a:off x="10072177" y="3058653"/>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ODN</a:t>
            </a:r>
          </a:p>
        </p:txBody>
      </p:sp>
      <p:sp>
        <p:nvSpPr>
          <p:cNvPr id="110" name="TextBox 109">
            <a:extLst>
              <a:ext uri="{FF2B5EF4-FFF2-40B4-BE49-F238E27FC236}">
                <a16:creationId xmlns:a16="http://schemas.microsoft.com/office/drawing/2014/main" id="{7A8866BC-84AA-0948-A567-E97C0E5A17E9}"/>
              </a:ext>
            </a:extLst>
          </p:cNvPr>
          <p:cNvSpPr txBox="1"/>
          <p:nvPr/>
        </p:nvSpPr>
        <p:spPr>
          <a:xfrm>
            <a:off x="8865051" y="388704"/>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T1</a:t>
            </a:r>
          </a:p>
        </p:txBody>
      </p:sp>
      <p:sp>
        <p:nvSpPr>
          <p:cNvPr id="111" name="TextBox 110">
            <a:extLst>
              <a:ext uri="{FF2B5EF4-FFF2-40B4-BE49-F238E27FC236}">
                <a16:creationId xmlns:a16="http://schemas.microsoft.com/office/drawing/2014/main" id="{18FC56F4-26EA-3230-CDD0-6318D8B470DF}"/>
              </a:ext>
            </a:extLst>
          </p:cNvPr>
          <p:cNvSpPr txBox="1"/>
          <p:nvPr/>
        </p:nvSpPr>
        <p:spPr>
          <a:xfrm>
            <a:off x="11323932" y="388704"/>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T1</a:t>
            </a:r>
          </a:p>
        </p:txBody>
      </p:sp>
      <p:sp>
        <p:nvSpPr>
          <p:cNvPr id="114" name="Title 1">
            <a:extLst>
              <a:ext uri="{FF2B5EF4-FFF2-40B4-BE49-F238E27FC236}">
                <a16:creationId xmlns:a16="http://schemas.microsoft.com/office/drawing/2014/main" id="{6E0BBDD1-5A56-B6D2-01B3-75BAA95B9F5D}"/>
              </a:ext>
            </a:extLst>
          </p:cNvPr>
          <p:cNvSpPr txBox="1">
            <a:spLocks/>
          </p:cNvSpPr>
          <p:nvPr/>
        </p:nvSpPr>
        <p:spPr>
          <a:xfrm>
            <a:off x="319523" y="228405"/>
            <a:ext cx="12502134" cy="849793"/>
          </a:xfrm>
          <a:prstGeom prst="rect">
            <a:avLst/>
          </a:prstGeom>
        </p:spPr>
        <p:txBody>
          <a:bodyPr vert="horz" lIns="0" tIns="91440" rIns="91440" bIns="91440" rtlCol="0" anchor="t" anchorCtr="0">
            <a:normAutofit/>
          </a:bodyPr>
          <a:lstStyle>
            <a:lvl1pPr algn="l" defTabSz="914400" rtl="0" eaLnBrk="1" latinLnBrk="0" hangingPunct="1">
              <a:lnSpc>
                <a:spcPct val="80000"/>
              </a:lnSpc>
              <a:spcBef>
                <a:spcPct val="0"/>
              </a:spcBef>
              <a:buNone/>
              <a:defRPr lang="en-US" sz="3400" b="0" i="0" kern="1200" spc="-200" baseline="0" dirty="0">
                <a:solidFill>
                  <a:schemeClr val="tx1"/>
                </a:solidFill>
                <a:latin typeface="Aptos Light" panose="020B0004020202020204" pitchFamily="34" charset="0"/>
                <a:ea typeface="Inter Medium" panose="02000503000000020004" pitchFamily="2" charset="0"/>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CA" sz="3400" b="0" i="0" u="none" strike="noStrike" kern="1200" cap="none" spc="-200" normalizeH="0" baseline="0" noProof="0">
                <a:ln>
                  <a:noFill/>
                </a:ln>
                <a:solidFill>
                  <a:srgbClr val="000000"/>
                </a:solidFill>
                <a:effectLst/>
                <a:uLnTx/>
                <a:uFillTx/>
                <a:latin typeface="Aptos" panose="020B0004020202020204" pitchFamily="34" charset="0"/>
                <a:cs typeface="+mj-cs"/>
              </a:rPr>
              <a:t>Physical Network Topology</a:t>
            </a:r>
            <a:endParaRPr kumimoji="0" lang="en-US" sz="3400" b="0" i="0" u="none" strike="noStrike" kern="1200" cap="none" spc="-200" normalizeH="0" baseline="0" noProof="0">
              <a:ln>
                <a:noFill/>
              </a:ln>
              <a:solidFill>
                <a:srgbClr val="000000"/>
              </a:solidFill>
              <a:effectLst/>
              <a:uLnTx/>
              <a:uFillTx/>
              <a:latin typeface="Aptos" panose="020B0004020202020204" pitchFamily="34" charset="0"/>
              <a:cs typeface="+mj-cs"/>
            </a:endParaRPr>
          </a:p>
        </p:txBody>
      </p:sp>
    </p:spTree>
    <p:extLst>
      <p:ext uri="{BB962C8B-B14F-4D97-AF65-F5344CB8AC3E}">
        <p14:creationId xmlns:p14="http://schemas.microsoft.com/office/powerpoint/2010/main" val="376564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71BFB-732B-EA2A-4F0C-345473B661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EC2AE-1EBC-5D55-98B0-C37AC005C729}"/>
              </a:ext>
            </a:extLst>
          </p:cNvPr>
          <p:cNvSpPr>
            <a:spLocks noGrp="1"/>
          </p:cNvSpPr>
          <p:nvPr>
            <p:ph type="title"/>
          </p:nvPr>
        </p:nvSpPr>
        <p:spPr>
          <a:xfrm>
            <a:off x="319523" y="228405"/>
            <a:ext cx="12502134" cy="849793"/>
          </a:xfrm>
        </p:spPr>
        <p:txBody>
          <a:bodyPr>
            <a:normAutofit/>
          </a:bodyPr>
          <a:lstStyle/>
          <a:p>
            <a:r>
              <a:rPr lang="en-US" sz="3400">
                <a:latin typeface="Aptos" panose="020B0004020202020204" pitchFamily="34" charset="0"/>
              </a:rPr>
              <a:t>SONiC - Dual  ToR Concepts</a:t>
            </a:r>
          </a:p>
        </p:txBody>
      </p:sp>
      <p:sp>
        <p:nvSpPr>
          <p:cNvPr id="3" name="Content Placeholder 2">
            <a:extLst>
              <a:ext uri="{FF2B5EF4-FFF2-40B4-BE49-F238E27FC236}">
                <a16:creationId xmlns:a16="http://schemas.microsoft.com/office/drawing/2014/main" id="{35A686FD-FD08-0F87-89B8-8316F8593A14}"/>
              </a:ext>
            </a:extLst>
          </p:cNvPr>
          <p:cNvSpPr>
            <a:spLocks noGrp="1"/>
          </p:cNvSpPr>
          <p:nvPr>
            <p:ph idx="1"/>
          </p:nvPr>
        </p:nvSpPr>
        <p:spPr>
          <a:xfrm>
            <a:off x="253907" y="1840088"/>
            <a:ext cx="6406541" cy="4790567"/>
          </a:xfrm>
        </p:spPr>
        <p:txBody>
          <a:bodyPr vert="horz" lIns="0" tIns="45720" rIns="91440" bIns="45720" rtlCol="0" anchor="t">
            <a:noAutofit/>
          </a:bodyPr>
          <a:lstStyle/>
          <a:p>
            <a:pPr marL="514350" lvl="1" indent="-285750" algn="just">
              <a:buFont typeface="Wingdings" panose="05000000000000000000" pitchFamily="2" charset="2"/>
              <a:buChar char="q"/>
            </a:pPr>
            <a:r>
              <a:rPr lang="en-US" sz="1600">
                <a:latin typeface="Aptos"/>
              </a:rPr>
              <a:t>Mux Container: </a:t>
            </a:r>
          </a:p>
          <a:p>
            <a:pPr marL="803275" lvl="2" indent="-290195" algn="just">
              <a:buFont typeface="Arial" panose="020B0604020202020204" pitchFamily="34" charset="0"/>
              <a:buChar char="•"/>
            </a:pPr>
            <a:r>
              <a:rPr lang="en-US" sz="1600">
                <a:latin typeface="Aptos"/>
              </a:rPr>
              <a:t>Manages the hitless MUX hardware inside the smart Y-cable. It actively handles state convergence during failover conditions, dictating which </a:t>
            </a:r>
            <a:r>
              <a:rPr lang="en-US" sz="1600" err="1">
                <a:latin typeface="Aptos"/>
              </a:rPr>
              <a:t>ToR</a:t>
            </a:r>
            <a:r>
              <a:rPr lang="en-US" sz="1600">
                <a:latin typeface="Aptos"/>
              </a:rPr>
              <a:t> is active or standby for server connectivity</a:t>
            </a:r>
          </a:p>
          <a:p>
            <a:pPr marL="803275" lvl="2" indent="-290195" algn="just">
              <a:buFont typeface="Arial" panose="020B0604020202020204" pitchFamily="34" charset="0"/>
              <a:buChar char="•"/>
            </a:pPr>
            <a:r>
              <a:rPr lang="en-US" sz="1600" err="1">
                <a:latin typeface="Aptos"/>
              </a:rPr>
              <a:t>Linkmgrd</a:t>
            </a:r>
            <a:r>
              <a:rPr lang="en-US" sz="1600">
                <a:latin typeface="Aptos"/>
              </a:rPr>
              <a:t> continuously collects multiple underlying state metrics, including </a:t>
            </a:r>
            <a:r>
              <a:rPr lang="en-US" sz="1600" err="1">
                <a:latin typeface="Aptos"/>
              </a:rPr>
              <a:t>isthe</a:t>
            </a:r>
            <a:r>
              <a:rPr lang="en-US" sz="1600">
                <a:latin typeface="Aptos"/>
              </a:rPr>
              <a:t> physical Link state (Up/Down), the software link probing health (via ICMP heartbeats), and the actual hardware MUX state reported by the cable. </a:t>
            </a:r>
          </a:p>
          <a:p>
            <a:pPr marL="803275" lvl="2" indent="-290195" algn="just">
              <a:buFont typeface="Arial" panose="020B0604020202020204" pitchFamily="34" charset="0"/>
              <a:buChar char="•"/>
            </a:pPr>
            <a:r>
              <a:rPr lang="en-US" sz="1600">
                <a:latin typeface="Aptos"/>
              </a:rPr>
              <a:t>The ICMP probing function  removed since PON interface state is provided directly from the OLT.</a:t>
            </a:r>
          </a:p>
          <a:p>
            <a:pPr marL="514350" lvl="1" indent="-285750" algn="just">
              <a:buFont typeface="Wingdings" panose="05000000000000000000" pitchFamily="2" charset="2"/>
              <a:buChar char="q"/>
            </a:pPr>
            <a:r>
              <a:rPr lang="en-US" sz="1600">
                <a:latin typeface="Aptos"/>
              </a:rPr>
              <a:t>Orchestration Agent: </a:t>
            </a:r>
          </a:p>
          <a:p>
            <a:pPr marL="803275" lvl="2" indent="-290195" algn="just">
              <a:buFont typeface="Arial" panose="020B0604020202020204" pitchFamily="34" charset="0"/>
              <a:buChar char="•"/>
            </a:pPr>
            <a:r>
              <a:rPr lang="en-US" sz="1600">
                <a:latin typeface="Aptos"/>
              </a:rPr>
              <a:t>Coordinates the L3 tunnels established between the peered </a:t>
            </a:r>
            <a:r>
              <a:rPr lang="en-US" sz="1600" err="1">
                <a:latin typeface="Aptos"/>
              </a:rPr>
              <a:t>ToRs</a:t>
            </a:r>
            <a:r>
              <a:rPr lang="en-US" sz="1600">
                <a:latin typeface="Aptos"/>
              </a:rPr>
              <a:t>. It actively manages convergence by configuring Access Control Lists (ACLs) on the standby </a:t>
            </a:r>
            <a:r>
              <a:rPr lang="en-US" sz="1600" err="1">
                <a:latin typeface="Aptos"/>
              </a:rPr>
              <a:t>ToR</a:t>
            </a:r>
            <a:r>
              <a:rPr lang="en-US" sz="1600">
                <a:latin typeface="Aptos"/>
              </a:rPr>
              <a:t> and interacting with new SAI (Switch Abstraction Interface) APIs. </a:t>
            </a:r>
          </a:p>
          <a:p>
            <a:pPr marL="514350" lvl="1" indent="-285750" algn="just">
              <a:buFont typeface="Wingdings" panose="05000000000000000000" pitchFamily="2" charset="2"/>
              <a:buChar char="q"/>
            </a:pPr>
            <a:r>
              <a:rPr lang="en-US" sz="1600" err="1">
                <a:latin typeface="Aptos"/>
              </a:rPr>
              <a:t>SwSS</a:t>
            </a:r>
            <a:r>
              <a:rPr lang="en-US" sz="1600">
                <a:latin typeface="Aptos"/>
              </a:rPr>
              <a:t> (Switch State Service) Container</a:t>
            </a:r>
          </a:p>
          <a:p>
            <a:pPr marL="803275" lvl="2" indent="-290195" algn="just">
              <a:buFont typeface="Arial" panose="020B0604020202020204" pitchFamily="34" charset="0"/>
              <a:buChar char="•"/>
            </a:pPr>
            <a:r>
              <a:rPr lang="en-US" sz="1600">
                <a:latin typeface="Aptos"/>
              </a:rPr>
              <a:t>Acts as the messaging hub coordinating communication between network apps, the Redis database engine, and the underlying Linux kernel</a:t>
            </a:r>
          </a:p>
          <a:p>
            <a:pPr marL="514350" lvl="1" indent="-285750" algn="just">
              <a:buFont typeface="Wingdings" panose="05000000000000000000" pitchFamily="2" charset="2"/>
              <a:buChar char="q"/>
            </a:pPr>
            <a:endParaRPr lang="en-US" sz="1600">
              <a:latin typeface="Aptos"/>
            </a:endParaRPr>
          </a:p>
        </p:txBody>
      </p:sp>
      <p:sp>
        <p:nvSpPr>
          <p:cNvPr id="4" name="Content Placeholder 2">
            <a:extLst>
              <a:ext uri="{FF2B5EF4-FFF2-40B4-BE49-F238E27FC236}">
                <a16:creationId xmlns:a16="http://schemas.microsoft.com/office/drawing/2014/main" id="{166121EB-DDCC-E0F4-057B-76FF7A29CBEE}"/>
              </a:ext>
            </a:extLst>
          </p:cNvPr>
          <p:cNvSpPr txBox="1">
            <a:spLocks/>
          </p:cNvSpPr>
          <p:nvPr/>
        </p:nvSpPr>
        <p:spPr>
          <a:xfrm>
            <a:off x="7055552" y="1840088"/>
            <a:ext cx="6039559" cy="4628445"/>
          </a:xfrm>
          <a:prstGeom prst="rect">
            <a:avLst/>
          </a:prstGeom>
        </p:spPr>
        <p:txBody>
          <a:bodyPr vert="horz" lIns="0" tIns="45720" rIns="91440" bIns="45720" rtlCol="0" anchor="t">
            <a:noAutofit/>
          </a:bodyPr>
          <a:lst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marR="0" lvl="1" indent="-285750" algn="just" defTabSz="914400" rtl="0" eaLnBrk="1" fontAlgn="auto" latinLnBrk="0" hangingPunct="1">
              <a:lnSpc>
                <a:spcPct val="80000"/>
              </a:lnSpc>
              <a:spcBef>
                <a:spcPts val="100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err="1">
                <a:ln>
                  <a:noFill/>
                </a:ln>
                <a:solidFill>
                  <a:srgbClr val="000000"/>
                </a:solidFill>
                <a:effectLst/>
                <a:uLnTx/>
                <a:uFillTx/>
                <a:latin typeface="Aptos"/>
                <a:ea typeface="+mn-ea"/>
                <a:cs typeface="+mn-cs"/>
              </a:rPr>
              <a:t>SyncD</a:t>
            </a:r>
            <a:r>
              <a:rPr kumimoji="0" lang="en-US" sz="1600" b="0" i="0" u="none" strike="noStrike" kern="1200" cap="none" spc="0" normalizeH="0" baseline="0" noProof="0">
                <a:ln>
                  <a:noFill/>
                </a:ln>
                <a:solidFill>
                  <a:srgbClr val="000000"/>
                </a:solidFill>
                <a:effectLst/>
                <a:uLnTx/>
                <a:uFillTx/>
                <a:latin typeface="Aptos"/>
                <a:ea typeface="+mn-ea"/>
                <a:cs typeface="+mn-cs"/>
              </a:rPr>
              <a:t> Container</a:t>
            </a:r>
          </a:p>
          <a:p>
            <a:pPr marL="803275" marR="0" lvl="2" indent="-290195" algn="just"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Translates the switch state data from the central database (ASIC_DB) and pushes it to the physical hardware/ASIC via the Switch Abstraction Interface (SAI) to execute line-rate forwarding. </a:t>
            </a:r>
          </a:p>
          <a:p>
            <a:pPr marL="514350" marR="0" lvl="1" indent="-285750" algn="just" defTabSz="914400" rtl="0" eaLnBrk="1" fontAlgn="auto" latinLnBrk="0" hangingPunct="1">
              <a:lnSpc>
                <a:spcPct val="80000"/>
              </a:lnSpc>
              <a:spcBef>
                <a:spcPts val="100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BGP (FRR) Container</a:t>
            </a:r>
          </a:p>
          <a:p>
            <a:pPr marL="803275" marR="0" lvl="2" indent="-290195" algn="just"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Runs the routing stack. It handles control-plane routing, ensuring that upstream spine switches see both </a:t>
            </a:r>
            <a:r>
              <a:rPr kumimoji="0" lang="en-US" sz="1600" b="0" i="0" u="none" strike="noStrike" kern="1200" cap="none" spc="0" normalizeH="0" baseline="0" noProof="0" err="1">
                <a:ln>
                  <a:noFill/>
                </a:ln>
                <a:solidFill>
                  <a:srgbClr val="000000"/>
                </a:solidFill>
                <a:effectLst/>
                <a:uLnTx/>
                <a:uFillTx/>
                <a:latin typeface="Aptos"/>
                <a:ea typeface="+mn-ea"/>
                <a:cs typeface="+mn-cs"/>
              </a:rPr>
              <a:t>ToRs</a:t>
            </a:r>
            <a:r>
              <a:rPr kumimoji="0" lang="en-US" sz="1600" b="0" i="0" u="none" strike="noStrike" kern="1200" cap="none" spc="0" normalizeH="0" baseline="0" noProof="0">
                <a:ln>
                  <a:noFill/>
                </a:ln>
                <a:solidFill>
                  <a:srgbClr val="000000"/>
                </a:solidFill>
                <a:effectLst/>
                <a:uLnTx/>
                <a:uFillTx/>
                <a:latin typeface="Aptos"/>
                <a:ea typeface="+mn-ea"/>
                <a:cs typeface="+mn-cs"/>
              </a:rPr>
              <a:t> as valid, redundant next-hops to prevent network disruptions.</a:t>
            </a:r>
          </a:p>
          <a:p>
            <a:pPr marL="514350" marR="0" lvl="1" indent="-285750" algn="just" defTabSz="914400" rtl="0" eaLnBrk="1" fontAlgn="auto" latinLnBrk="0" hangingPunct="1">
              <a:lnSpc>
                <a:spcPct val="80000"/>
              </a:lnSpc>
              <a:spcBef>
                <a:spcPts val="100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Database Container</a:t>
            </a:r>
          </a:p>
          <a:p>
            <a:pPr marL="803275" marR="0" lvl="2" indent="-290195" algn="just"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In-memory Redis database that enables the core publisher/subscriber messaging paradigm across the NOS, keeping the containers decoupled yet perfectly synchronized</a:t>
            </a:r>
            <a:r>
              <a:rPr kumimoji="0" lang="en-US" sz="1400" b="0" i="0" u="none" strike="noStrike" kern="1200" cap="none" spc="0" normalizeH="0" baseline="0" noProof="0">
                <a:ln>
                  <a:noFill/>
                </a:ln>
                <a:solidFill>
                  <a:srgbClr val="000000"/>
                </a:solidFill>
                <a:effectLst/>
                <a:uLnTx/>
                <a:uFillTx/>
                <a:latin typeface="Aptos"/>
                <a:ea typeface="+mn-ea"/>
                <a:cs typeface="+mn-cs"/>
              </a:rPr>
              <a:t>.</a:t>
            </a:r>
          </a:p>
        </p:txBody>
      </p:sp>
      <p:sp>
        <p:nvSpPr>
          <p:cNvPr id="5" name="Content Placeholder 2">
            <a:extLst>
              <a:ext uri="{FF2B5EF4-FFF2-40B4-BE49-F238E27FC236}">
                <a16:creationId xmlns:a16="http://schemas.microsoft.com/office/drawing/2014/main" id="{F95C4E55-FF1E-28C6-9D62-1AD38F0DAE80}"/>
              </a:ext>
            </a:extLst>
          </p:cNvPr>
          <p:cNvSpPr txBox="1">
            <a:spLocks/>
          </p:cNvSpPr>
          <p:nvPr/>
        </p:nvSpPr>
        <p:spPr>
          <a:xfrm>
            <a:off x="456650" y="919656"/>
            <a:ext cx="11938549" cy="601576"/>
          </a:xfrm>
          <a:prstGeom prst="rect">
            <a:avLst/>
          </a:prstGeom>
        </p:spPr>
        <p:txBody>
          <a:bodyPr vert="horz" lIns="0" tIns="45720" rIns="91440" bIns="45720" rtlCol="0" anchor="t">
            <a:noAutofit/>
          </a:bodyPr>
          <a:lst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8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PON Dual Home Gateway leverages key concepts of the SONiC Architecture, the current Dual ToR solutions and incorporates the added advantages of leveraging a PON Active/Standby Transport to simplify the solution.</a:t>
            </a:r>
          </a:p>
          <a:p>
            <a:pPr marL="0" marR="0" lvl="0" indent="0" algn="just" defTabSz="914400" rtl="0" eaLnBrk="1" fontAlgn="auto" latinLnBrk="0" hangingPunct="1">
              <a:lnSpc>
                <a:spcPct val="8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SONiC/Dual ToR concepts:</a:t>
            </a:r>
          </a:p>
          <a:p>
            <a:pPr marL="0" marR="0" lvl="0" indent="0" algn="just" defTabSz="914400" rtl="0" eaLnBrk="1" fontAlgn="auto" latinLnBrk="0" hangingPunct="1">
              <a:lnSpc>
                <a:spcPct val="80000"/>
              </a:lnSpc>
              <a:spcBef>
                <a:spcPts val="1000"/>
              </a:spcBef>
              <a:spcAft>
                <a:spcPts val="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000000"/>
              </a:solidFill>
              <a:effectLst/>
              <a:uLnTx/>
              <a:uFillTx/>
              <a:latin typeface="Neue Haas Grotesk Text Pro"/>
              <a:ea typeface="+mn-ea"/>
              <a:cs typeface="+mn-cs"/>
            </a:endParaRPr>
          </a:p>
          <a:p>
            <a:pPr marL="514350" marR="0" lvl="1" indent="-285750" algn="just" defTabSz="914400" rtl="0" eaLnBrk="1" fontAlgn="auto" latinLnBrk="0" hangingPunct="1">
              <a:lnSpc>
                <a:spcPct val="80000"/>
              </a:lnSpc>
              <a:spcBef>
                <a:spcPts val="100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20325366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6440A-33D2-59EC-C467-7DD3B3BC35AC}"/>
            </a:ext>
          </a:extLst>
        </p:cNvPr>
        <p:cNvGrpSpPr/>
        <p:nvPr/>
      </p:nvGrpSpPr>
      <p:grpSpPr>
        <a:xfrm>
          <a:off x="0" y="0"/>
          <a:ext cx="0" cy="0"/>
          <a:chOff x="0" y="0"/>
          <a:chExt cx="0" cy="0"/>
        </a:xfrm>
      </p:grpSpPr>
      <p:sp>
        <p:nvSpPr>
          <p:cNvPr id="145" name="Cloud">
            <a:extLst>
              <a:ext uri="{FF2B5EF4-FFF2-40B4-BE49-F238E27FC236}">
                <a16:creationId xmlns:a16="http://schemas.microsoft.com/office/drawing/2014/main" id="{0DDD0461-1D1B-5D85-47B3-5A5502DDFE91}"/>
              </a:ext>
            </a:extLst>
          </p:cNvPr>
          <p:cNvSpPr>
            <a:spLocks noChangeAspect="1" noEditPoints="1" noChangeArrowheads="1"/>
          </p:cNvSpPr>
          <p:nvPr/>
        </p:nvSpPr>
        <p:spPr bwMode="auto">
          <a:xfrm>
            <a:off x="9074205" y="2824182"/>
            <a:ext cx="4026962" cy="3428054"/>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12700">
            <a:solidFill>
              <a:schemeClr val="bg1">
                <a:lumMod val="50000"/>
              </a:schemeClr>
            </a:solidFill>
            <a:miter lim="800000"/>
            <a:headEnd/>
            <a:tailEnd/>
          </a:ln>
          <a:effectLst>
            <a:glow rad="101600">
              <a:schemeClr val="accent1">
                <a:satMod val="175000"/>
                <a:alpha val="40000"/>
              </a:schemeClr>
            </a:glow>
          </a:effectLst>
        </p:spPr>
        <p:txBody>
          <a:bodyPr vert="horz" wrap="square" lIns="0" tIns="45708" rIns="0" bIns="45708"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000000"/>
              </a:solidFill>
              <a:effectLst/>
              <a:uLnTx/>
              <a:uFillTx/>
              <a:latin typeface="Aptos"/>
              <a:ea typeface="ＭＳ Ｐゴシック" pitchFamily="34" charset="-128"/>
              <a:cs typeface="Arial"/>
            </a:endParaRPr>
          </a:p>
        </p:txBody>
      </p:sp>
      <p:pic>
        <p:nvPicPr>
          <p:cNvPr id="151" name="Picture 150">
            <a:extLst>
              <a:ext uri="{FF2B5EF4-FFF2-40B4-BE49-F238E27FC236}">
                <a16:creationId xmlns:a16="http://schemas.microsoft.com/office/drawing/2014/main" id="{57567437-004B-9787-25F4-C0553AA118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45624" y="3177637"/>
            <a:ext cx="684530" cy="684530"/>
          </a:xfrm>
          <a:prstGeom prst="rect">
            <a:avLst/>
          </a:prstGeom>
        </p:spPr>
      </p:pic>
      <p:sp>
        <p:nvSpPr>
          <p:cNvPr id="381" name="AutoShape 38">
            <a:extLst>
              <a:ext uri="{FF2B5EF4-FFF2-40B4-BE49-F238E27FC236}">
                <a16:creationId xmlns:a16="http://schemas.microsoft.com/office/drawing/2014/main" id="{DC44A26B-6F73-ADF7-EC8B-9D3F0872E9B6}"/>
              </a:ext>
            </a:extLst>
          </p:cNvPr>
          <p:cNvSpPr>
            <a:spLocks noChangeArrowheads="1"/>
          </p:cNvSpPr>
          <p:nvPr/>
        </p:nvSpPr>
        <p:spPr bwMode="auto">
          <a:xfrm rot="5400000">
            <a:off x="9725264" y="3333920"/>
            <a:ext cx="531616" cy="341460"/>
          </a:xfrm>
          <a:prstGeom prst="can">
            <a:avLst>
              <a:gd name="adj" fmla="val 31653"/>
            </a:avLst>
          </a:prstGeom>
          <a:ln>
            <a:solidFill>
              <a:schemeClr val="tx1"/>
            </a:solidFill>
            <a:headEnd/>
            <a:tailEnd/>
          </a:ln>
        </p:spPr>
        <p:style>
          <a:lnRef idx="1">
            <a:schemeClr val="accent5"/>
          </a:lnRef>
          <a:fillRef idx="2">
            <a:schemeClr val="accent5"/>
          </a:fillRef>
          <a:effectRef idx="1">
            <a:schemeClr val="accent5"/>
          </a:effectRef>
          <a:fontRef idx="minor">
            <a:schemeClr val="dk1"/>
          </a:fontRef>
        </p:style>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3"/>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3"/>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3"/>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pic>
        <p:nvPicPr>
          <p:cNvPr id="153" name="Picture 152">
            <a:extLst>
              <a:ext uri="{FF2B5EF4-FFF2-40B4-BE49-F238E27FC236}">
                <a16:creationId xmlns:a16="http://schemas.microsoft.com/office/drawing/2014/main" id="{A243BEA1-E6F8-62A1-06B8-A67E55F692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45624" y="4942037"/>
            <a:ext cx="684530" cy="684530"/>
          </a:xfrm>
          <a:prstGeom prst="rect">
            <a:avLst/>
          </a:prstGeom>
        </p:spPr>
      </p:pic>
      <p:sp>
        <p:nvSpPr>
          <p:cNvPr id="46" name="Rectangle: Rounded Corners 45">
            <a:extLst>
              <a:ext uri="{FF2B5EF4-FFF2-40B4-BE49-F238E27FC236}">
                <a16:creationId xmlns:a16="http://schemas.microsoft.com/office/drawing/2014/main" id="{4270F9AF-D795-0E1D-D247-E9336877D773}"/>
              </a:ext>
            </a:extLst>
          </p:cNvPr>
          <p:cNvSpPr/>
          <p:nvPr/>
        </p:nvSpPr>
        <p:spPr>
          <a:xfrm>
            <a:off x="8309596" y="701275"/>
            <a:ext cx="2188453" cy="2159556"/>
          </a:xfrm>
          <a:prstGeom prst="roundRect">
            <a:avLst>
              <a:gd name="adj" fmla="val 10765"/>
            </a:avLst>
          </a:prstGeom>
          <a:solidFill>
            <a:schemeClr val="bg1"/>
          </a:solidFill>
          <a:ln w="12700" cap="flat" cmpd="sng" algn="ctr">
            <a:solidFill>
              <a:schemeClr val="accent3"/>
            </a:solid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Aptos"/>
              <a:ea typeface="+mn-ea"/>
              <a:cs typeface="+mn-cs"/>
            </a:endParaRPr>
          </a:p>
        </p:txBody>
      </p:sp>
      <p:sp>
        <p:nvSpPr>
          <p:cNvPr id="47" name="Rectangle: Rounded Corners 46">
            <a:extLst>
              <a:ext uri="{FF2B5EF4-FFF2-40B4-BE49-F238E27FC236}">
                <a16:creationId xmlns:a16="http://schemas.microsoft.com/office/drawing/2014/main" id="{03B4CDE8-A07B-92FC-5B39-60A240695A6F}"/>
              </a:ext>
            </a:extLst>
          </p:cNvPr>
          <p:cNvSpPr/>
          <p:nvPr/>
        </p:nvSpPr>
        <p:spPr>
          <a:xfrm>
            <a:off x="8522468" y="2094091"/>
            <a:ext cx="1780666" cy="636298"/>
          </a:xfrm>
          <a:prstGeom prst="roundRect">
            <a:avLst/>
          </a:prstGeom>
          <a:solidFill>
            <a:schemeClr val="bg1">
              <a:lumMod val="85000"/>
            </a:schemeClr>
          </a:solidFill>
          <a:ln w="12700" cap="flat" cmpd="sng" algn="ctr">
            <a:noFill/>
            <a:prstDash val="solid"/>
            <a:miter lim="800000"/>
          </a:ln>
          <a:effectLst/>
        </p:spPr>
        <p:txBody>
          <a:bodyPr rtlCol="0" anchor="b">
            <a:noAutofit/>
          </a:bodyPr>
          <a:lstStyle/>
          <a:p>
            <a:pPr marL="0" marR="0" lvl="0" indent="0" algn="l" defTabSz="22852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ptos"/>
              <a:ea typeface="+mn-ea"/>
              <a:cs typeface="+mn-cs"/>
            </a:endParaRPr>
          </a:p>
          <a:p>
            <a:pPr marL="0" marR="0" lvl="0" indent="0" algn="l" defTabSz="22852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ptos"/>
              <a:ea typeface="+mn-ea"/>
              <a:cs typeface="+mn-cs"/>
            </a:endParaRPr>
          </a:p>
          <a:p>
            <a:pPr marL="0" marR="0" lvl="0" indent="0" algn="l" defTabSz="22852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ptos"/>
              <a:ea typeface="+mn-ea"/>
              <a:cs typeface="+mn-cs"/>
            </a:endParaRPr>
          </a:p>
          <a:p>
            <a:pPr marL="0" marR="0" lvl="0" indent="0" algn="l" defTabSz="22852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ptos"/>
              <a:ea typeface="+mn-ea"/>
              <a:cs typeface="+mn-cs"/>
            </a:endParaRPr>
          </a:p>
          <a:p>
            <a:pPr marL="0" marR="0" lvl="0" indent="0" algn="l" defTabSz="22852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ptos"/>
              <a:ea typeface="+mn-ea"/>
              <a:cs typeface="+mn-cs"/>
            </a:endParaRPr>
          </a:p>
          <a:p>
            <a:pPr marL="0" marR="0" lvl="0" indent="0" algn="l" defTabSz="22852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ptos"/>
              <a:ea typeface="+mn-ea"/>
              <a:cs typeface="+mn-cs"/>
            </a:endParaRPr>
          </a:p>
          <a:p>
            <a:pPr marL="0" marR="0" lvl="0" indent="0" algn="l" defTabSz="22852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ptos"/>
              <a:ea typeface="+mn-ea"/>
              <a:cs typeface="+mn-cs"/>
            </a:endParaRPr>
          </a:p>
          <a:p>
            <a:pPr marL="0" marR="0" lvl="0" indent="0" algn="l" defTabSz="22852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ptos"/>
              <a:ea typeface="+mn-ea"/>
              <a:cs typeface="+mn-cs"/>
            </a:endParaRPr>
          </a:p>
        </p:txBody>
      </p:sp>
      <p:sp>
        <p:nvSpPr>
          <p:cNvPr id="60" name="AutoShape 38">
            <a:extLst>
              <a:ext uri="{FF2B5EF4-FFF2-40B4-BE49-F238E27FC236}">
                <a16:creationId xmlns:a16="http://schemas.microsoft.com/office/drawing/2014/main" id="{55009816-2ADA-23A6-2F48-B3AD5F16A208}"/>
              </a:ext>
            </a:extLst>
          </p:cNvPr>
          <p:cNvSpPr>
            <a:spLocks noChangeArrowheads="1"/>
          </p:cNvSpPr>
          <p:nvPr/>
        </p:nvSpPr>
        <p:spPr bwMode="auto">
          <a:xfrm rot="16200000" flipH="1">
            <a:off x="8230953" y="2201061"/>
            <a:ext cx="352200" cy="293170"/>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3"/>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3"/>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3"/>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sp>
        <p:nvSpPr>
          <p:cNvPr id="43" name="Title 42">
            <a:extLst>
              <a:ext uri="{FF2B5EF4-FFF2-40B4-BE49-F238E27FC236}">
                <a16:creationId xmlns:a16="http://schemas.microsoft.com/office/drawing/2014/main" id="{BE39624E-FE6C-E8BC-D1EF-AE70464A0F67}"/>
              </a:ext>
            </a:extLst>
          </p:cNvPr>
          <p:cNvSpPr>
            <a:spLocks noGrp="1"/>
          </p:cNvSpPr>
          <p:nvPr>
            <p:ph type="title"/>
          </p:nvPr>
        </p:nvSpPr>
        <p:spPr>
          <a:xfrm>
            <a:off x="1122030" y="124874"/>
            <a:ext cx="10471034" cy="1014984"/>
          </a:xfrm>
        </p:spPr>
        <p:txBody>
          <a:bodyPr>
            <a:noAutofit/>
          </a:bodyPr>
          <a:lstStyle/>
          <a:p>
            <a:br>
              <a:rPr lang="en-US" sz="3400" b="1">
                <a:latin typeface="Aptos"/>
              </a:rPr>
            </a:br>
            <a:endParaRPr lang="en-US" sz="3400" b="1">
              <a:latin typeface="Aptos"/>
            </a:endParaRPr>
          </a:p>
        </p:txBody>
      </p:sp>
      <p:sp>
        <p:nvSpPr>
          <p:cNvPr id="152" name="Text Box 83">
            <a:extLst>
              <a:ext uri="{FF2B5EF4-FFF2-40B4-BE49-F238E27FC236}">
                <a16:creationId xmlns:a16="http://schemas.microsoft.com/office/drawing/2014/main" id="{7B20CDDB-9941-AF1A-2E58-B699FCC682C3}"/>
              </a:ext>
            </a:extLst>
          </p:cNvPr>
          <p:cNvSpPr txBox="1">
            <a:spLocks noChangeArrowheads="1"/>
          </p:cNvSpPr>
          <p:nvPr/>
        </p:nvSpPr>
        <p:spPr bwMode="auto">
          <a:xfrm>
            <a:off x="9331745" y="3814799"/>
            <a:ext cx="72470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3"/>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3"/>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3"/>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rPr>
              <a:t>Router A</a:t>
            </a:r>
          </a:p>
        </p:txBody>
      </p:sp>
      <p:sp>
        <p:nvSpPr>
          <p:cNvPr id="154" name="Text Box 83">
            <a:extLst>
              <a:ext uri="{FF2B5EF4-FFF2-40B4-BE49-F238E27FC236}">
                <a16:creationId xmlns:a16="http://schemas.microsoft.com/office/drawing/2014/main" id="{23FC4EC8-C364-4717-A518-2AEC37D34B6D}"/>
              </a:ext>
            </a:extLst>
          </p:cNvPr>
          <p:cNvSpPr txBox="1">
            <a:spLocks noChangeArrowheads="1"/>
          </p:cNvSpPr>
          <p:nvPr/>
        </p:nvSpPr>
        <p:spPr bwMode="auto">
          <a:xfrm>
            <a:off x="9316937" y="5596316"/>
            <a:ext cx="75432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3"/>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3"/>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3"/>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rPr>
              <a:t>Router B</a:t>
            </a:r>
          </a:p>
        </p:txBody>
      </p:sp>
      <p:sp>
        <p:nvSpPr>
          <p:cNvPr id="168" name="AutoShape 38">
            <a:extLst>
              <a:ext uri="{FF2B5EF4-FFF2-40B4-BE49-F238E27FC236}">
                <a16:creationId xmlns:a16="http://schemas.microsoft.com/office/drawing/2014/main" id="{5C1BCDDC-F971-DE5C-3B19-A6A3A7A9BAF1}"/>
              </a:ext>
            </a:extLst>
          </p:cNvPr>
          <p:cNvSpPr>
            <a:spLocks noChangeArrowheads="1"/>
          </p:cNvSpPr>
          <p:nvPr/>
        </p:nvSpPr>
        <p:spPr bwMode="auto">
          <a:xfrm rot="16200000" flipH="1">
            <a:off x="9047398" y="3377842"/>
            <a:ext cx="390691" cy="284120"/>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3"/>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3"/>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3"/>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sp>
        <p:nvSpPr>
          <p:cNvPr id="169" name="AutoShape 38">
            <a:extLst>
              <a:ext uri="{FF2B5EF4-FFF2-40B4-BE49-F238E27FC236}">
                <a16:creationId xmlns:a16="http://schemas.microsoft.com/office/drawing/2014/main" id="{2E14CC4A-AC46-402D-913E-231DE97D14BF}"/>
              </a:ext>
            </a:extLst>
          </p:cNvPr>
          <p:cNvSpPr>
            <a:spLocks noChangeArrowheads="1"/>
          </p:cNvSpPr>
          <p:nvPr/>
        </p:nvSpPr>
        <p:spPr bwMode="auto">
          <a:xfrm rot="16200000" flipH="1">
            <a:off x="9057863" y="5142243"/>
            <a:ext cx="390691" cy="284119"/>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3"/>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3"/>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3"/>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cxnSp>
        <p:nvCxnSpPr>
          <p:cNvPr id="172" name="Straight Connector 171">
            <a:extLst>
              <a:ext uri="{FF2B5EF4-FFF2-40B4-BE49-F238E27FC236}">
                <a16:creationId xmlns:a16="http://schemas.microsoft.com/office/drawing/2014/main" id="{5D80ACBC-1443-AAF4-F814-907CBC8CFA1A}"/>
              </a:ext>
            </a:extLst>
          </p:cNvPr>
          <p:cNvCxnSpPr>
            <a:cxnSpLocks/>
            <a:endCxn id="168" idx="3"/>
          </p:cNvCxnSpPr>
          <p:nvPr/>
        </p:nvCxnSpPr>
        <p:spPr>
          <a:xfrm flipH="1" flipV="1">
            <a:off x="9384804" y="3519903"/>
            <a:ext cx="28916"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A425FF8D-2762-0DC8-433A-85979B6DB208}"/>
              </a:ext>
            </a:extLst>
          </p:cNvPr>
          <p:cNvCxnSpPr>
            <a:cxnSpLocks/>
            <a:endCxn id="169" idx="3"/>
          </p:cNvCxnSpPr>
          <p:nvPr/>
        </p:nvCxnSpPr>
        <p:spPr>
          <a:xfrm flipH="1" flipV="1">
            <a:off x="9395268" y="5284303"/>
            <a:ext cx="2818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3" name="Text Box 83">
            <a:extLst>
              <a:ext uri="{FF2B5EF4-FFF2-40B4-BE49-F238E27FC236}">
                <a16:creationId xmlns:a16="http://schemas.microsoft.com/office/drawing/2014/main" id="{F3695B9F-869E-4FC8-98BF-C714BF3ADA15}"/>
              </a:ext>
            </a:extLst>
          </p:cNvPr>
          <p:cNvSpPr txBox="1">
            <a:spLocks noChangeArrowheads="1"/>
          </p:cNvSpPr>
          <p:nvPr/>
        </p:nvSpPr>
        <p:spPr bwMode="auto">
          <a:xfrm>
            <a:off x="8216370" y="3526796"/>
            <a:ext cx="8970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3"/>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3"/>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3"/>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sym typeface="Symbol" panose="05050102010706020507" pitchFamily="18" charset="2"/>
              </a:rPr>
              <a:t>OLT Interface Active</a:t>
            </a:r>
            <a:endPar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endParaRPr>
          </a:p>
        </p:txBody>
      </p:sp>
      <p:sp>
        <p:nvSpPr>
          <p:cNvPr id="17" name="Arc 16">
            <a:extLst>
              <a:ext uri="{FF2B5EF4-FFF2-40B4-BE49-F238E27FC236}">
                <a16:creationId xmlns:a16="http://schemas.microsoft.com/office/drawing/2014/main" id="{58929C4E-B288-4D0B-8A18-DD606B8C6ED3}"/>
              </a:ext>
            </a:extLst>
          </p:cNvPr>
          <p:cNvSpPr/>
          <p:nvPr/>
        </p:nvSpPr>
        <p:spPr>
          <a:xfrm>
            <a:off x="9031872" y="3613072"/>
            <a:ext cx="1997535" cy="1601600"/>
          </a:xfrm>
          <a:prstGeom prst="arc">
            <a:avLst>
              <a:gd name="adj1" fmla="val 16050478"/>
              <a:gd name="adj2" fmla="val 5583987"/>
            </a:avLst>
          </a:prstGeom>
          <a:ln w="127000">
            <a:solidFill>
              <a:srgbClr val="00B0F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30" name="Rectangle: Rounded Corners 29">
            <a:extLst>
              <a:ext uri="{FF2B5EF4-FFF2-40B4-BE49-F238E27FC236}">
                <a16:creationId xmlns:a16="http://schemas.microsoft.com/office/drawing/2014/main" id="{05BAFA3B-AB11-7136-2FC3-A592E947400F}"/>
              </a:ext>
            </a:extLst>
          </p:cNvPr>
          <p:cNvSpPr/>
          <p:nvPr/>
        </p:nvSpPr>
        <p:spPr>
          <a:xfrm>
            <a:off x="9722458" y="3519902"/>
            <a:ext cx="310493" cy="203066"/>
          </a:xfrm>
          <a:prstGeom prst="roundRect">
            <a:avLst/>
          </a:prstGeom>
          <a:solidFill>
            <a:srgbClr val="00B0F0"/>
          </a:solidFill>
          <a:ln w="12700" cap="flat" cmpd="sng" algn="ctr">
            <a:solidFill>
              <a:schemeClr val="tx1"/>
            </a:solid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sp>
        <p:nvSpPr>
          <p:cNvPr id="31" name="Rectangle: Rounded Corners 30">
            <a:extLst>
              <a:ext uri="{FF2B5EF4-FFF2-40B4-BE49-F238E27FC236}">
                <a16:creationId xmlns:a16="http://schemas.microsoft.com/office/drawing/2014/main" id="{815FACF5-0AFE-B27D-8237-6B536F1A64B3}"/>
              </a:ext>
            </a:extLst>
          </p:cNvPr>
          <p:cNvSpPr/>
          <p:nvPr/>
        </p:nvSpPr>
        <p:spPr>
          <a:xfrm>
            <a:off x="9780821" y="5072146"/>
            <a:ext cx="310493" cy="203066"/>
          </a:xfrm>
          <a:prstGeom prst="roundRect">
            <a:avLst/>
          </a:prstGeom>
          <a:solidFill>
            <a:srgbClr val="00B0F0"/>
          </a:solidFill>
          <a:ln w="12700" cap="flat" cmpd="sng" algn="ctr">
            <a:solidFill>
              <a:schemeClr val="tx1"/>
            </a:solid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sp>
        <p:nvSpPr>
          <p:cNvPr id="13" name="TextBox 12">
            <a:extLst>
              <a:ext uri="{FF2B5EF4-FFF2-40B4-BE49-F238E27FC236}">
                <a16:creationId xmlns:a16="http://schemas.microsoft.com/office/drawing/2014/main" id="{B7D0E649-0C07-A52D-9E42-E12DAB984EC0}"/>
              </a:ext>
            </a:extLst>
          </p:cNvPr>
          <p:cNvSpPr txBox="1"/>
          <p:nvPr/>
        </p:nvSpPr>
        <p:spPr>
          <a:xfrm>
            <a:off x="9885135" y="4252659"/>
            <a:ext cx="1051802" cy="261610"/>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a:ea typeface="ＭＳ Ｐゴシック" pitchFamily="34" charset="-128"/>
                <a:cs typeface="Arial"/>
              </a:rPr>
              <a:t>Network</a:t>
            </a:r>
          </a:p>
        </p:txBody>
      </p:sp>
      <p:sp>
        <p:nvSpPr>
          <p:cNvPr id="55" name="TextBox 54">
            <a:extLst>
              <a:ext uri="{FF2B5EF4-FFF2-40B4-BE49-F238E27FC236}">
                <a16:creationId xmlns:a16="http://schemas.microsoft.com/office/drawing/2014/main" id="{8BE7AEC2-B078-8EEB-4931-4714C5FB2313}"/>
              </a:ext>
            </a:extLst>
          </p:cNvPr>
          <p:cNvSpPr txBox="1"/>
          <p:nvPr/>
        </p:nvSpPr>
        <p:spPr>
          <a:xfrm rot="5400000">
            <a:off x="9117424" y="3704215"/>
            <a:ext cx="37382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ptos"/>
                <a:ea typeface="+mn-ea"/>
                <a:cs typeface="+mn-cs"/>
              </a:rPr>
              <a:t>…</a:t>
            </a:r>
          </a:p>
        </p:txBody>
      </p:sp>
      <p:sp>
        <p:nvSpPr>
          <p:cNvPr id="57" name="TextBox 56">
            <a:extLst>
              <a:ext uri="{FF2B5EF4-FFF2-40B4-BE49-F238E27FC236}">
                <a16:creationId xmlns:a16="http://schemas.microsoft.com/office/drawing/2014/main" id="{8635CFBA-2E6C-669C-8F6F-9B1E921D14D7}"/>
              </a:ext>
            </a:extLst>
          </p:cNvPr>
          <p:cNvSpPr txBox="1"/>
          <p:nvPr/>
        </p:nvSpPr>
        <p:spPr>
          <a:xfrm rot="5400000">
            <a:off x="9146340" y="5477929"/>
            <a:ext cx="37382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ptos"/>
                <a:ea typeface="+mn-ea"/>
                <a:cs typeface="+mn-cs"/>
              </a:rPr>
              <a:t>…</a:t>
            </a:r>
          </a:p>
        </p:txBody>
      </p:sp>
      <p:cxnSp>
        <p:nvCxnSpPr>
          <p:cNvPr id="261" name="Straight Connector 260">
            <a:extLst>
              <a:ext uri="{FF2B5EF4-FFF2-40B4-BE49-F238E27FC236}">
                <a16:creationId xmlns:a16="http://schemas.microsoft.com/office/drawing/2014/main" id="{AFC76E2D-2C4B-E31B-F6AD-EC247E970B4E}"/>
              </a:ext>
            </a:extLst>
          </p:cNvPr>
          <p:cNvCxnSpPr>
            <a:cxnSpLocks/>
          </p:cNvCxnSpPr>
          <p:nvPr/>
        </p:nvCxnSpPr>
        <p:spPr>
          <a:xfrm>
            <a:off x="8442555" y="2867598"/>
            <a:ext cx="649331" cy="456716"/>
          </a:xfrm>
          <a:prstGeom prst="line">
            <a:avLst/>
          </a:prstGeom>
          <a:ln w="9525">
            <a:solidFill>
              <a:schemeClr val="tx2"/>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81AFAC68-25F2-6899-A8B1-559EB362CC88}"/>
              </a:ext>
            </a:extLst>
          </p:cNvPr>
          <p:cNvCxnSpPr>
            <a:cxnSpLocks/>
          </p:cNvCxnSpPr>
          <p:nvPr/>
        </p:nvCxnSpPr>
        <p:spPr>
          <a:xfrm flipH="1">
            <a:off x="10231470" y="2837670"/>
            <a:ext cx="330870" cy="443301"/>
          </a:xfrm>
          <a:prstGeom prst="line">
            <a:avLst/>
          </a:prstGeom>
          <a:ln w="9525">
            <a:solidFill>
              <a:schemeClr val="tx2"/>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0F51B6D4-6525-3590-C17C-5D3B1727CD6E}"/>
              </a:ext>
            </a:extLst>
          </p:cNvPr>
          <p:cNvSpPr/>
          <p:nvPr/>
        </p:nvSpPr>
        <p:spPr>
          <a:xfrm>
            <a:off x="9722458" y="3290063"/>
            <a:ext cx="310493" cy="203066"/>
          </a:xfrm>
          <a:prstGeom prst="roundRect">
            <a:avLst/>
          </a:prstGeom>
          <a:solidFill>
            <a:srgbClr val="0070C0"/>
          </a:solidFill>
          <a:ln w="12700" cap="flat" cmpd="sng" algn="ctr">
            <a:solidFill>
              <a:schemeClr val="tx1"/>
            </a:solid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sp>
        <p:nvSpPr>
          <p:cNvPr id="33" name="Rectangle: Rounded Corners 32">
            <a:extLst>
              <a:ext uri="{FF2B5EF4-FFF2-40B4-BE49-F238E27FC236}">
                <a16:creationId xmlns:a16="http://schemas.microsoft.com/office/drawing/2014/main" id="{F81AB58A-2EB8-DB4B-9FF6-044644AE4E0F}"/>
              </a:ext>
            </a:extLst>
          </p:cNvPr>
          <p:cNvSpPr/>
          <p:nvPr/>
        </p:nvSpPr>
        <p:spPr>
          <a:xfrm>
            <a:off x="9780821" y="5298849"/>
            <a:ext cx="310493" cy="203066"/>
          </a:xfrm>
          <a:prstGeom prst="roundRect">
            <a:avLst/>
          </a:prstGeom>
          <a:solidFill>
            <a:srgbClr val="0070C0"/>
          </a:solidFill>
          <a:ln w="12700" cap="flat" cmpd="sng" algn="ctr">
            <a:solidFill>
              <a:schemeClr val="tx1"/>
            </a:solid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sp>
        <p:nvSpPr>
          <p:cNvPr id="280" name="Rectangle: Rounded Corners 279">
            <a:extLst>
              <a:ext uri="{FF2B5EF4-FFF2-40B4-BE49-F238E27FC236}">
                <a16:creationId xmlns:a16="http://schemas.microsoft.com/office/drawing/2014/main" id="{42A9BF8C-C8D0-A3CC-623E-5B52794C6A86}"/>
              </a:ext>
            </a:extLst>
          </p:cNvPr>
          <p:cNvSpPr/>
          <p:nvPr/>
        </p:nvSpPr>
        <p:spPr>
          <a:xfrm>
            <a:off x="300927" y="917916"/>
            <a:ext cx="4114243" cy="4672172"/>
          </a:xfrm>
          <a:prstGeom prst="roundRect">
            <a:avLst>
              <a:gd name="adj" fmla="val 4996"/>
            </a:avLst>
          </a:prstGeom>
          <a:solidFill>
            <a:schemeClr val="bg1"/>
          </a:solidFill>
          <a:ln w="12700" cap="flat" cmpd="sng" algn="ctr">
            <a:noFill/>
            <a:prstDash val="solid"/>
            <a:miter lim="800000"/>
          </a:ln>
          <a:effectLst/>
        </p:spPr>
        <p:txBody>
          <a:bodyPr lIns="91440" tIns="45720" rIns="91440" bIns="45720" rtlCol="0" anchor="t">
            <a:noAutofit/>
          </a:bodyPr>
          <a:lstStyle/>
          <a:p>
            <a:pPr marL="0" marR="0" lvl="0" indent="0" algn="just" defTabSz="22852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ptos"/>
                <a:ea typeface="+mn-ea"/>
                <a:cs typeface="+mn-cs"/>
              </a:rPr>
              <a:t>Overview</a:t>
            </a:r>
          </a:p>
          <a:p>
            <a:pPr marL="285750" marR="0" lvl="0" indent="-285750" algn="just" defTabSz="22852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0000"/>
                </a:solidFill>
                <a:effectLst/>
                <a:uLnTx/>
                <a:uFillTx/>
                <a:latin typeface="Aptos"/>
                <a:ea typeface="+mn-ea"/>
                <a:cs typeface="+mn-cs"/>
              </a:rPr>
              <a:t>The Dual Homed PON solution will support the Active/Standby topology.</a:t>
            </a:r>
          </a:p>
          <a:p>
            <a:pPr marL="285750" marR="0" lvl="0" indent="-285750" algn="just" defTabSz="22852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0000"/>
                </a:solidFill>
                <a:effectLst/>
                <a:uLnTx/>
                <a:uFillTx/>
                <a:latin typeface="Aptos"/>
                <a:ea typeface="+mn-ea"/>
                <a:cs typeface="+mn-cs"/>
              </a:rPr>
              <a:t>A new </a:t>
            </a:r>
            <a:r>
              <a:rPr kumimoji="0" lang="en-US" sz="1600" b="0" i="0" u="none" strike="noStrike" kern="0" cap="none" spc="0" normalizeH="0" baseline="0" noProof="0" err="1">
                <a:ln>
                  <a:noFill/>
                </a:ln>
                <a:solidFill>
                  <a:srgbClr val="000000"/>
                </a:solidFill>
                <a:effectLst/>
                <a:uLnTx/>
                <a:uFillTx/>
                <a:latin typeface="Aptos"/>
                <a:ea typeface="+mn-ea"/>
                <a:cs typeface="+mn-cs"/>
              </a:rPr>
              <a:t>pon</a:t>
            </a:r>
            <a:r>
              <a:rPr kumimoji="0" lang="en-US" sz="1600" b="0" i="0" u="none" strike="noStrike" kern="0" cap="none" spc="0" normalizeH="0" baseline="0" noProof="0">
                <a:ln>
                  <a:noFill/>
                </a:ln>
                <a:solidFill>
                  <a:srgbClr val="000000"/>
                </a:solidFill>
                <a:effectLst/>
                <a:uLnTx/>
                <a:uFillTx/>
                <a:latin typeface="Aptos"/>
                <a:ea typeface="+mn-ea"/>
                <a:cs typeface="+mn-cs"/>
              </a:rPr>
              <a:t>-orch agent will be introduced to support a Dual Homed PON solution.</a:t>
            </a:r>
          </a:p>
          <a:p>
            <a:pPr marL="285750" marR="0" lvl="0" indent="-285750" algn="just" defTabSz="22852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0000"/>
                </a:solidFill>
                <a:effectLst/>
                <a:uLnTx/>
                <a:uFillTx/>
                <a:latin typeface="Aptos"/>
                <a:ea typeface="+mn-ea"/>
                <a:cs typeface="+mn-cs"/>
              </a:rPr>
              <a:t>A new daemon </a:t>
            </a:r>
            <a:r>
              <a:rPr kumimoji="0" lang="en-US" sz="1600" b="0" i="0" u="none" strike="noStrike" kern="0" cap="none" spc="0" normalizeH="0" baseline="0" noProof="0" err="1">
                <a:ln>
                  <a:noFill/>
                </a:ln>
                <a:solidFill>
                  <a:srgbClr val="000000"/>
                </a:solidFill>
                <a:effectLst/>
                <a:uLnTx/>
                <a:uFillTx/>
                <a:latin typeface="Aptos"/>
                <a:ea typeface="+mn-ea"/>
                <a:cs typeface="+mn-cs"/>
              </a:rPr>
              <a:t>pon-protd</a:t>
            </a:r>
            <a:r>
              <a:rPr kumimoji="0" lang="en-US" sz="1600" b="0" i="0" u="none" strike="noStrike" kern="0" cap="none" spc="0" normalizeH="0" baseline="0" noProof="0">
                <a:ln>
                  <a:noFill/>
                </a:ln>
                <a:solidFill>
                  <a:srgbClr val="000000"/>
                </a:solidFill>
                <a:effectLst/>
                <a:uLnTx/>
                <a:uFillTx/>
                <a:latin typeface="Aptos"/>
                <a:ea typeface="+mn-ea"/>
                <a:cs typeface="+mn-cs"/>
              </a:rPr>
              <a:t> is introduced that is the authority for PON forwarding decisions. </a:t>
            </a:r>
          </a:p>
          <a:p>
            <a:pPr marL="463550" marR="0" lvl="1" indent="-174625" algn="just" defTabSz="22852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err="1">
                <a:ln>
                  <a:noFill/>
                </a:ln>
                <a:solidFill>
                  <a:srgbClr val="000000"/>
                </a:solidFill>
                <a:effectLst/>
                <a:uLnTx/>
                <a:uFillTx/>
                <a:latin typeface="Aptos"/>
                <a:ea typeface="+mn-ea"/>
                <a:cs typeface="+mn-cs"/>
              </a:rPr>
              <a:t>pon-protd</a:t>
            </a:r>
            <a:r>
              <a:rPr kumimoji="0" lang="en-US" sz="1600" b="0" i="0" u="none" strike="noStrike" kern="0" cap="none" spc="0" normalizeH="0" baseline="0" noProof="0">
                <a:ln>
                  <a:noFill/>
                </a:ln>
                <a:solidFill>
                  <a:srgbClr val="000000"/>
                </a:solidFill>
                <a:effectLst/>
                <a:uLnTx/>
                <a:uFillTx/>
                <a:latin typeface="Aptos"/>
                <a:ea typeface="+mn-ea"/>
                <a:cs typeface="+mn-cs"/>
              </a:rPr>
              <a:t> is created for PON semantics with a dedicated FSM-driven architecture. </a:t>
            </a:r>
          </a:p>
          <a:p>
            <a:pPr marL="463550" marR="0" lvl="1" indent="-174625" algn="just" defTabSz="22852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0000"/>
                </a:solidFill>
                <a:effectLst/>
                <a:uLnTx/>
                <a:uFillTx/>
                <a:latin typeface="Aptos"/>
                <a:ea typeface="+mn-ea"/>
                <a:cs typeface="+mn-cs"/>
              </a:rPr>
              <a:t>The state machine uses Port, OLT Interface states to derive composite state as input to the </a:t>
            </a:r>
            <a:r>
              <a:rPr kumimoji="0" lang="en-US" sz="1600" b="0" i="0" u="none" strike="noStrike" kern="0" cap="none" spc="0" normalizeH="0" baseline="0" noProof="0" err="1">
                <a:ln>
                  <a:noFill/>
                </a:ln>
                <a:solidFill>
                  <a:srgbClr val="000000"/>
                </a:solidFill>
                <a:effectLst/>
                <a:uLnTx/>
                <a:uFillTx/>
                <a:latin typeface="Aptos"/>
                <a:ea typeface="+mn-ea"/>
                <a:cs typeface="+mn-cs"/>
              </a:rPr>
              <a:t>pon</a:t>
            </a:r>
            <a:r>
              <a:rPr kumimoji="0" lang="en-US" sz="1600" b="0" i="0" u="none" strike="noStrike" kern="0" cap="none" spc="0" normalizeH="0" baseline="0" noProof="0">
                <a:ln>
                  <a:noFill/>
                </a:ln>
                <a:solidFill>
                  <a:srgbClr val="000000"/>
                </a:solidFill>
                <a:effectLst/>
                <a:uLnTx/>
                <a:uFillTx/>
                <a:latin typeface="Aptos"/>
                <a:ea typeface="+mn-ea"/>
                <a:cs typeface="+mn-cs"/>
              </a:rPr>
              <a:t>-orch agent.</a:t>
            </a:r>
          </a:p>
          <a:p>
            <a:pPr marL="285750" marR="0" lvl="0" indent="-285750" algn="just" defTabSz="22852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0000"/>
                </a:solidFill>
                <a:effectLst/>
                <a:uLnTx/>
                <a:uFillTx/>
                <a:latin typeface="Aptos"/>
                <a:ea typeface="+mn-ea"/>
                <a:cs typeface="+mn-cs"/>
              </a:rPr>
              <a:t>PON Fault detection and notification will be provided by the PON SAI.</a:t>
            </a:r>
          </a:p>
          <a:p>
            <a:pPr marL="285750" marR="0" lvl="0" indent="-285750" algn="just" defTabSz="22852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0000"/>
                </a:solidFill>
                <a:effectLst/>
                <a:uLnTx/>
                <a:uFillTx/>
                <a:latin typeface="Aptos"/>
                <a:ea typeface="+mn-ea"/>
                <a:cs typeface="+mn-cs"/>
              </a:rPr>
              <a:t>Prober functions in existing Dual ToR features which leverage ICMP are not needed for the PON solution and are thus removed.</a:t>
            </a:r>
          </a:p>
          <a:p>
            <a:pPr marL="285750" marR="0" lvl="0" indent="-285750" algn="just" defTabSz="22852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000000"/>
              </a:solidFill>
              <a:effectLst/>
              <a:uLnTx/>
              <a:uFillTx/>
              <a:latin typeface="Aptos"/>
              <a:ea typeface="+mn-ea"/>
              <a:cs typeface="+mn-cs"/>
            </a:endParaRPr>
          </a:p>
          <a:p>
            <a:pPr marL="0" marR="0" lvl="0" indent="0" algn="just" defTabSz="22852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ptos"/>
              <a:ea typeface="+mn-ea"/>
              <a:cs typeface="+mn-cs"/>
            </a:endParaRPr>
          </a:p>
          <a:p>
            <a:pPr marL="285750" marR="0" lvl="0" indent="-285750" algn="just" defTabSz="22852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1" i="0" u="none" strike="noStrike" kern="0" cap="none" spc="0" normalizeH="0" baseline="0" noProof="0">
              <a:ln>
                <a:noFill/>
              </a:ln>
              <a:solidFill>
                <a:srgbClr val="000000"/>
              </a:solidFill>
              <a:effectLst/>
              <a:uLnTx/>
              <a:uFillTx/>
              <a:latin typeface="Aptos"/>
              <a:ea typeface="+mn-ea"/>
              <a:cs typeface="+mn-cs"/>
            </a:endParaRPr>
          </a:p>
        </p:txBody>
      </p:sp>
      <p:sp>
        <p:nvSpPr>
          <p:cNvPr id="63" name="AutoShape 38">
            <a:extLst>
              <a:ext uri="{FF2B5EF4-FFF2-40B4-BE49-F238E27FC236}">
                <a16:creationId xmlns:a16="http://schemas.microsoft.com/office/drawing/2014/main" id="{67333D11-E84B-3DF4-9A2B-86558C260484}"/>
              </a:ext>
            </a:extLst>
          </p:cNvPr>
          <p:cNvSpPr>
            <a:spLocks noChangeArrowheads="1"/>
          </p:cNvSpPr>
          <p:nvPr/>
        </p:nvSpPr>
        <p:spPr bwMode="auto">
          <a:xfrm rot="5400000">
            <a:off x="10087287" y="2255617"/>
            <a:ext cx="724830" cy="374915"/>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3"/>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3"/>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3"/>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9pPr>
          </a:lstStyle>
          <a:p>
            <a:pPr marL="0" marR="0" lvl="0" indent="0" algn="ctr" defTabSz="914400" rtl="0" eaLnBrk="0" fontAlgn="auto" latinLnBrk="0" hangingPunct="0">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cxnSp>
        <p:nvCxnSpPr>
          <p:cNvPr id="129" name="Straight Connector 128">
            <a:extLst>
              <a:ext uri="{FF2B5EF4-FFF2-40B4-BE49-F238E27FC236}">
                <a16:creationId xmlns:a16="http://schemas.microsoft.com/office/drawing/2014/main" id="{7E0CF735-C107-904E-74D7-96BCEC4EAA81}"/>
              </a:ext>
            </a:extLst>
          </p:cNvPr>
          <p:cNvCxnSpPr>
            <a:cxnSpLocks/>
            <a:endCxn id="137" idx="1"/>
          </p:cNvCxnSpPr>
          <p:nvPr/>
        </p:nvCxnSpPr>
        <p:spPr>
          <a:xfrm>
            <a:off x="7320885" y="2336482"/>
            <a:ext cx="2710452" cy="11164"/>
          </a:xfrm>
          <a:prstGeom prst="line">
            <a:avLst/>
          </a:prstGeom>
          <a:ln w="28575">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6" name="Rectangle: Rounded Corners 135">
            <a:extLst>
              <a:ext uri="{FF2B5EF4-FFF2-40B4-BE49-F238E27FC236}">
                <a16:creationId xmlns:a16="http://schemas.microsoft.com/office/drawing/2014/main" id="{1E360A7E-EB23-74D4-3990-42388CBC18C1}"/>
              </a:ext>
            </a:extLst>
          </p:cNvPr>
          <p:cNvSpPr/>
          <p:nvPr/>
        </p:nvSpPr>
        <p:spPr>
          <a:xfrm>
            <a:off x="10031337" y="2513929"/>
            <a:ext cx="310493" cy="203066"/>
          </a:xfrm>
          <a:prstGeom prst="roundRect">
            <a:avLst/>
          </a:prstGeom>
          <a:solidFill>
            <a:srgbClr val="00B0F0"/>
          </a:solidFill>
          <a:ln w="12700" cap="flat" cmpd="sng" algn="ctr">
            <a:solidFill>
              <a:schemeClr val="tx1"/>
            </a:solid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sp>
        <p:nvSpPr>
          <p:cNvPr id="137" name="Rectangle: Rounded Corners 136">
            <a:extLst>
              <a:ext uri="{FF2B5EF4-FFF2-40B4-BE49-F238E27FC236}">
                <a16:creationId xmlns:a16="http://schemas.microsoft.com/office/drawing/2014/main" id="{B4CC1DD0-7E94-D9DB-33BA-471F0AB226E1}"/>
              </a:ext>
            </a:extLst>
          </p:cNvPr>
          <p:cNvSpPr/>
          <p:nvPr/>
        </p:nvSpPr>
        <p:spPr>
          <a:xfrm>
            <a:off x="10031337" y="2246113"/>
            <a:ext cx="310493" cy="203066"/>
          </a:xfrm>
          <a:prstGeom prst="roundRect">
            <a:avLst/>
          </a:prstGeom>
          <a:solidFill>
            <a:srgbClr val="0070C0"/>
          </a:solidFill>
          <a:ln w="12700" cap="flat" cmpd="sng" algn="ctr">
            <a:solidFill>
              <a:schemeClr val="tx1"/>
            </a:solid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cxnSp>
        <p:nvCxnSpPr>
          <p:cNvPr id="269" name="Straight Arrow Connector 268">
            <a:extLst>
              <a:ext uri="{FF2B5EF4-FFF2-40B4-BE49-F238E27FC236}">
                <a16:creationId xmlns:a16="http://schemas.microsoft.com/office/drawing/2014/main" id="{008E179B-2C57-CA47-FD8C-131B63BF6F8C}"/>
              </a:ext>
            </a:extLst>
          </p:cNvPr>
          <p:cNvCxnSpPr>
            <a:stCxn id="136" idx="3"/>
          </p:cNvCxnSpPr>
          <p:nvPr/>
        </p:nvCxnSpPr>
        <p:spPr>
          <a:xfrm flipV="1">
            <a:off x="10341830" y="2611730"/>
            <a:ext cx="1592567" cy="3733"/>
          </a:xfrm>
          <a:prstGeom prst="straightConnector1">
            <a:avLst/>
          </a:prstGeom>
          <a:ln w="127000">
            <a:solidFill>
              <a:srgbClr val="00B0F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7E3C2EF5-B34B-F3F4-2A63-4CA60790115D}"/>
              </a:ext>
            </a:extLst>
          </p:cNvPr>
          <p:cNvCxnSpPr>
            <a:cxnSpLocks/>
            <a:stCxn id="137" idx="3"/>
          </p:cNvCxnSpPr>
          <p:nvPr/>
        </p:nvCxnSpPr>
        <p:spPr>
          <a:xfrm>
            <a:off x="10341830" y="2347646"/>
            <a:ext cx="1584278"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998D18FD-B215-C340-CB20-794DBC91AF31}"/>
              </a:ext>
            </a:extLst>
          </p:cNvPr>
          <p:cNvSpPr/>
          <p:nvPr/>
        </p:nvSpPr>
        <p:spPr>
          <a:xfrm>
            <a:off x="9624994" y="3669194"/>
            <a:ext cx="2186041" cy="1736303"/>
          </a:xfrm>
          <a:custGeom>
            <a:avLst/>
            <a:gdLst>
              <a:gd name="csX0" fmla="*/ 2773495 w 2776086"/>
              <a:gd name="csY0" fmla="*/ 0 h 1187887"/>
              <a:gd name="csX1" fmla="*/ 2514295 w 2776086"/>
              <a:gd name="csY1" fmla="*/ 388800 h 1187887"/>
              <a:gd name="csX2" fmla="*/ 1124695 w 2776086"/>
              <a:gd name="csY2" fmla="*/ 1022400 h 1187887"/>
              <a:gd name="csX3" fmla="*/ 339895 w 2776086"/>
              <a:gd name="csY3" fmla="*/ 1180800 h 1187887"/>
              <a:gd name="csX4" fmla="*/ 1495 w 2776086"/>
              <a:gd name="csY4" fmla="*/ 1137600 h 1187887"/>
              <a:gd name="csX5" fmla="*/ 217495 w 2776086"/>
              <a:gd name="csY5" fmla="*/ 936000 h 1187887"/>
              <a:gd name="csX0" fmla="*/ 2823895 w 2824855"/>
              <a:gd name="csY0" fmla="*/ 0 h 1051087"/>
              <a:gd name="csX1" fmla="*/ 2514295 w 2824855"/>
              <a:gd name="csY1" fmla="*/ 252000 h 1051087"/>
              <a:gd name="csX2" fmla="*/ 1124695 w 2824855"/>
              <a:gd name="csY2" fmla="*/ 885600 h 1051087"/>
              <a:gd name="csX3" fmla="*/ 339895 w 2824855"/>
              <a:gd name="csY3" fmla="*/ 1044000 h 1051087"/>
              <a:gd name="csX4" fmla="*/ 1495 w 2824855"/>
              <a:gd name="csY4" fmla="*/ 1000800 h 1051087"/>
              <a:gd name="csX5" fmla="*/ 217495 w 2824855"/>
              <a:gd name="csY5" fmla="*/ 799200 h 1051087"/>
              <a:gd name="csX0" fmla="*/ 2823895 w 2824083"/>
              <a:gd name="csY0" fmla="*/ 0 h 1051087"/>
              <a:gd name="csX1" fmla="*/ 2312695 w 2824083"/>
              <a:gd name="csY1" fmla="*/ 424800 h 1051087"/>
              <a:gd name="csX2" fmla="*/ 1124695 w 2824083"/>
              <a:gd name="csY2" fmla="*/ 885600 h 1051087"/>
              <a:gd name="csX3" fmla="*/ 339895 w 2824083"/>
              <a:gd name="csY3" fmla="*/ 1044000 h 1051087"/>
              <a:gd name="csX4" fmla="*/ 1495 w 2824083"/>
              <a:gd name="csY4" fmla="*/ 1000800 h 1051087"/>
              <a:gd name="csX5" fmla="*/ 217495 w 2824083"/>
              <a:gd name="csY5" fmla="*/ 799200 h 1051087"/>
              <a:gd name="csX0" fmla="*/ 2759095 w 2759336"/>
              <a:gd name="csY0" fmla="*/ 0 h 950287"/>
              <a:gd name="csX1" fmla="*/ 2312695 w 2759336"/>
              <a:gd name="csY1" fmla="*/ 324000 h 950287"/>
              <a:gd name="csX2" fmla="*/ 1124695 w 2759336"/>
              <a:gd name="csY2" fmla="*/ 784800 h 950287"/>
              <a:gd name="csX3" fmla="*/ 339895 w 2759336"/>
              <a:gd name="csY3" fmla="*/ 943200 h 950287"/>
              <a:gd name="csX4" fmla="*/ 1495 w 2759336"/>
              <a:gd name="csY4" fmla="*/ 900000 h 950287"/>
              <a:gd name="csX5" fmla="*/ 217495 w 2759336"/>
              <a:gd name="csY5" fmla="*/ 698400 h 950287"/>
              <a:gd name="csX0" fmla="*/ 2759095 w 2759095"/>
              <a:gd name="csY0" fmla="*/ 0 h 950287"/>
              <a:gd name="csX1" fmla="*/ 2312695 w 2759095"/>
              <a:gd name="csY1" fmla="*/ 324000 h 950287"/>
              <a:gd name="csX2" fmla="*/ 1124695 w 2759095"/>
              <a:gd name="csY2" fmla="*/ 784800 h 950287"/>
              <a:gd name="csX3" fmla="*/ 339895 w 2759095"/>
              <a:gd name="csY3" fmla="*/ 943200 h 950287"/>
              <a:gd name="csX4" fmla="*/ 1495 w 2759095"/>
              <a:gd name="csY4" fmla="*/ 900000 h 950287"/>
              <a:gd name="csX5" fmla="*/ 217495 w 2759095"/>
              <a:gd name="csY5" fmla="*/ 698400 h 950287"/>
              <a:gd name="csX0" fmla="*/ 2759095 w 2759095"/>
              <a:gd name="csY0" fmla="*/ 0 h 950287"/>
              <a:gd name="csX1" fmla="*/ 2059776 w 2759095"/>
              <a:gd name="csY1" fmla="*/ 265634 h 950287"/>
              <a:gd name="csX2" fmla="*/ 1124695 w 2759095"/>
              <a:gd name="csY2" fmla="*/ 784800 h 950287"/>
              <a:gd name="csX3" fmla="*/ 339895 w 2759095"/>
              <a:gd name="csY3" fmla="*/ 943200 h 950287"/>
              <a:gd name="csX4" fmla="*/ 1495 w 2759095"/>
              <a:gd name="csY4" fmla="*/ 900000 h 950287"/>
              <a:gd name="csX5" fmla="*/ 217495 w 2759095"/>
              <a:gd name="csY5" fmla="*/ 698400 h 950287"/>
              <a:gd name="csX0" fmla="*/ 2515903 w 2515903"/>
              <a:gd name="csY0" fmla="*/ 0 h 1621496"/>
              <a:gd name="csX1" fmla="*/ 2059776 w 2515903"/>
              <a:gd name="csY1" fmla="*/ 936843 h 1621496"/>
              <a:gd name="csX2" fmla="*/ 1124695 w 2515903"/>
              <a:gd name="csY2" fmla="*/ 1456009 h 1621496"/>
              <a:gd name="csX3" fmla="*/ 339895 w 2515903"/>
              <a:gd name="csY3" fmla="*/ 1614409 h 1621496"/>
              <a:gd name="csX4" fmla="*/ 1495 w 2515903"/>
              <a:gd name="csY4" fmla="*/ 1571209 h 1621496"/>
              <a:gd name="csX5" fmla="*/ 217495 w 2515903"/>
              <a:gd name="csY5" fmla="*/ 1369609 h 1621496"/>
              <a:gd name="csX0" fmla="*/ 2515903 w 2515903"/>
              <a:gd name="csY0" fmla="*/ 0 h 1621496"/>
              <a:gd name="csX1" fmla="*/ 2059776 w 2515903"/>
              <a:gd name="csY1" fmla="*/ 936843 h 1621496"/>
              <a:gd name="csX2" fmla="*/ 1124695 w 2515903"/>
              <a:gd name="csY2" fmla="*/ 1456009 h 1621496"/>
              <a:gd name="csX3" fmla="*/ 339895 w 2515903"/>
              <a:gd name="csY3" fmla="*/ 1614409 h 1621496"/>
              <a:gd name="csX4" fmla="*/ 1495 w 2515903"/>
              <a:gd name="csY4" fmla="*/ 1571209 h 1621496"/>
              <a:gd name="csX5" fmla="*/ 217495 w 2515903"/>
              <a:gd name="csY5" fmla="*/ 1369609 h 1621496"/>
              <a:gd name="csX0" fmla="*/ 2515463 w 2515463"/>
              <a:gd name="csY0" fmla="*/ 0 h 1621496"/>
              <a:gd name="csX1" fmla="*/ 2059336 w 2515463"/>
              <a:gd name="csY1" fmla="*/ 936843 h 1621496"/>
              <a:gd name="csX2" fmla="*/ 1124255 w 2515463"/>
              <a:gd name="csY2" fmla="*/ 1456009 h 1621496"/>
              <a:gd name="csX3" fmla="*/ 339455 w 2515463"/>
              <a:gd name="csY3" fmla="*/ 1614409 h 1621496"/>
              <a:gd name="csX4" fmla="*/ 1055 w 2515463"/>
              <a:gd name="csY4" fmla="*/ 1571209 h 1621496"/>
              <a:gd name="csX5" fmla="*/ 304604 w 2515463"/>
              <a:gd name="csY5" fmla="*/ 1389065 h 1621496"/>
              <a:gd name="csX0" fmla="*/ 2438016 w 2438016"/>
              <a:gd name="csY0" fmla="*/ 0 h 1619571"/>
              <a:gd name="csX1" fmla="*/ 1981889 w 2438016"/>
              <a:gd name="csY1" fmla="*/ 936843 h 1619571"/>
              <a:gd name="csX2" fmla="*/ 1046808 w 2438016"/>
              <a:gd name="csY2" fmla="*/ 1456009 h 1619571"/>
              <a:gd name="csX3" fmla="*/ 262008 w 2438016"/>
              <a:gd name="csY3" fmla="*/ 1614409 h 1619571"/>
              <a:gd name="csX4" fmla="*/ 1429 w 2438016"/>
              <a:gd name="csY4" fmla="*/ 1561481 h 1619571"/>
              <a:gd name="csX5" fmla="*/ 227157 w 2438016"/>
              <a:gd name="csY5" fmla="*/ 1389065 h 1619571"/>
              <a:gd name="csX0" fmla="*/ 2185096 w 2185096"/>
              <a:gd name="csY0" fmla="*/ 0 h 1736303"/>
              <a:gd name="csX1" fmla="*/ 1981889 w 2185096"/>
              <a:gd name="csY1" fmla="*/ 1053575 h 1736303"/>
              <a:gd name="csX2" fmla="*/ 1046808 w 2185096"/>
              <a:gd name="csY2" fmla="*/ 1572741 h 1736303"/>
              <a:gd name="csX3" fmla="*/ 262008 w 2185096"/>
              <a:gd name="csY3" fmla="*/ 1731141 h 1736303"/>
              <a:gd name="csX4" fmla="*/ 1429 w 2185096"/>
              <a:gd name="csY4" fmla="*/ 1678213 h 1736303"/>
              <a:gd name="csX5" fmla="*/ 227157 w 2185096"/>
              <a:gd name="csY5" fmla="*/ 1505797 h 1736303"/>
              <a:gd name="csX0" fmla="*/ 2185096 w 2185096"/>
              <a:gd name="csY0" fmla="*/ 0 h 1736303"/>
              <a:gd name="csX1" fmla="*/ 1826246 w 2185096"/>
              <a:gd name="csY1" fmla="*/ 897932 h 1736303"/>
              <a:gd name="csX2" fmla="*/ 1046808 w 2185096"/>
              <a:gd name="csY2" fmla="*/ 1572741 h 1736303"/>
              <a:gd name="csX3" fmla="*/ 262008 w 2185096"/>
              <a:gd name="csY3" fmla="*/ 1731141 h 1736303"/>
              <a:gd name="csX4" fmla="*/ 1429 w 2185096"/>
              <a:gd name="csY4" fmla="*/ 1678213 h 1736303"/>
              <a:gd name="csX5" fmla="*/ 227157 w 2185096"/>
              <a:gd name="csY5" fmla="*/ 1505797 h 1736303"/>
              <a:gd name="csX0" fmla="*/ 2186041 w 2186041"/>
              <a:gd name="csY0" fmla="*/ 0 h 1736303"/>
              <a:gd name="csX1" fmla="*/ 1827191 w 2186041"/>
              <a:gd name="csY1" fmla="*/ 897932 h 1736303"/>
              <a:gd name="csX2" fmla="*/ 1047753 w 2186041"/>
              <a:gd name="csY2" fmla="*/ 1572741 h 1736303"/>
              <a:gd name="csX3" fmla="*/ 262953 w 2186041"/>
              <a:gd name="csY3" fmla="*/ 1731141 h 1736303"/>
              <a:gd name="csX4" fmla="*/ 2374 w 2186041"/>
              <a:gd name="csY4" fmla="*/ 1678213 h 1736303"/>
              <a:gd name="csX5" fmla="*/ 140553 w 2186041"/>
              <a:gd name="csY5" fmla="*/ 1515524 h 1736303"/>
            </a:gdLst>
            <a:ahLst/>
            <a:cxnLst>
              <a:cxn ang="0">
                <a:pos x="csX0" y="csY0"/>
              </a:cxn>
              <a:cxn ang="0">
                <a:pos x="csX1" y="csY1"/>
              </a:cxn>
              <a:cxn ang="0">
                <a:pos x="csX2" y="csY2"/>
              </a:cxn>
              <a:cxn ang="0">
                <a:pos x="csX3" y="csY3"/>
              </a:cxn>
              <a:cxn ang="0">
                <a:pos x="csX4" y="csY4"/>
              </a:cxn>
              <a:cxn ang="0">
                <a:pos x="csX5" y="csY5"/>
              </a:cxn>
            </a:cxnLst>
            <a:rect l="l" t="t" r="r" b="b"/>
            <a:pathLst>
              <a:path w="2186041" h="1736303">
                <a:moveTo>
                  <a:pt x="2186041" y="0"/>
                </a:moveTo>
                <a:cubicBezTo>
                  <a:pt x="2116173" y="239566"/>
                  <a:pt x="2016906" y="635808"/>
                  <a:pt x="1827191" y="897932"/>
                </a:cubicBezTo>
                <a:cubicBezTo>
                  <a:pt x="1637476" y="1160056"/>
                  <a:pt x="1308459" y="1433873"/>
                  <a:pt x="1047753" y="1572741"/>
                </a:cubicBezTo>
                <a:cubicBezTo>
                  <a:pt x="787047" y="1711609"/>
                  <a:pt x="437183" y="1713562"/>
                  <a:pt x="262953" y="1731141"/>
                </a:cubicBezTo>
                <a:cubicBezTo>
                  <a:pt x="88723" y="1748720"/>
                  <a:pt x="22774" y="1719013"/>
                  <a:pt x="2374" y="1678213"/>
                </a:cubicBezTo>
                <a:cubicBezTo>
                  <a:pt x="-18026" y="1637413"/>
                  <a:pt x="98553" y="1579124"/>
                  <a:pt x="140553" y="1515524"/>
                </a:cubicBezTo>
              </a:path>
            </a:pathLst>
          </a:custGeom>
          <a:noFill/>
          <a:ln w="38100" cap="flat" cmpd="sng" algn="ctr">
            <a:solidFill>
              <a:srgbClr val="00B0F0"/>
            </a:solidFill>
            <a:prstDash val="solid"/>
            <a:miter lim="800000"/>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Rectangle: Rounded Corners 17">
            <a:extLst>
              <a:ext uri="{FF2B5EF4-FFF2-40B4-BE49-F238E27FC236}">
                <a16:creationId xmlns:a16="http://schemas.microsoft.com/office/drawing/2014/main" id="{B16CD1F8-A014-154D-0BC4-09EC869EAE48}"/>
              </a:ext>
            </a:extLst>
          </p:cNvPr>
          <p:cNvSpPr/>
          <p:nvPr/>
        </p:nvSpPr>
        <p:spPr>
          <a:xfrm>
            <a:off x="9209209" y="5180788"/>
            <a:ext cx="310493" cy="203066"/>
          </a:xfrm>
          <a:prstGeom prst="roundRect">
            <a:avLst/>
          </a:prstGeom>
          <a:solidFill>
            <a:srgbClr val="0070C0"/>
          </a:solidFill>
          <a:ln w="12700" cap="flat" cmpd="sng" algn="ctr">
            <a:solidFill>
              <a:schemeClr val="tx1"/>
            </a:solid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cxnSp>
        <p:nvCxnSpPr>
          <p:cNvPr id="21" name="Connector: Elbow 20">
            <a:extLst>
              <a:ext uri="{FF2B5EF4-FFF2-40B4-BE49-F238E27FC236}">
                <a16:creationId xmlns:a16="http://schemas.microsoft.com/office/drawing/2014/main" id="{08471B18-91FE-74B5-0748-E7844F59E36A}"/>
              </a:ext>
            </a:extLst>
          </p:cNvPr>
          <p:cNvCxnSpPr>
            <a:cxnSpLocks/>
            <a:stCxn id="136" idx="1"/>
            <a:endCxn id="60" idx="3"/>
          </p:cNvCxnSpPr>
          <p:nvPr/>
        </p:nvCxnSpPr>
        <p:spPr>
          <a:xfrm rot="10800000">
            <a:off x="8553639" y="2347646"/>
            <a:ext cx="1477699" cy="267816"/>
          </a:xfrm>
          <a:prstGeom prst="bentConnector3">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 Box 83">
            <a:extLst>
              <a:ext uri="{FF2B5EF4-FFF2-40B4-BE49-F238E27FC236}">
                <a16:creationId xmlns:a16="http://schemas.microsoft.com/office/drawing/2014/main" id="{4506CF3C-B3E5-187E-AF0F-56D2FDD162C7}"/>
              </a:ext>
            </a:extLst>
          </p:cNvPr>
          <p:cNvSpPr txBox="1">
            <a:spLocks noChangeArrowheads="1"/>
          </p:cNvSpPr>
          <p:nvPr/>
        </p:nvSpPr>
        <p:spPr bwMode="auto">
          <a:xfrm>
            <a:off x="7429556" y="2363848"/>
            <a:ext cx="10129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3"/>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3"/>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3"/>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sym typeface="Symbol" panose="05050102010706020507" pitchFamily="18" charset="2"/>
              </a:rPr>
              <a:t>Active OLT Interface</a:t>
            </a:r>
          </a:p>
        </p:txBody>
      </p:sp>
      <p:sp>
        <p:nvSpPr>
          <p:cNvPr id="52" name="Rectangle 51">
            <a:extLst>
              <a:ext uri="{FF2B5EF4-FFF2-40B4-BE49-F238E27FC236}">
                <a16:creationId xmlns:a16="http://schemas.microsoft.com/office/drawing/2014/main" id="{8481C86B-ACE8-2DF6-25A6-111328977999}"/>
              </a:ext>
            </a:extLst>
          </p:cNvPr>
          <p:cNvSpPr/>
          <p:nvPr/>
        </p:nvSpPr>
        <p:spPr>
          <a:xfrm>
            <a:off x="9031873" y="1808995"/>
            <a:ext cx="85725" cy="64294"/>
          </a:xfrm>
          <a:prstGeom prst="rect">
            <a:avLst/>
          </a:prstGeom>
          <a:solidFill>
            <a:schemeClr val="bg1"/>
          </a:solidFill>
          <a:ln w="12700" cap="flat" cmpd="sng" algn="ctr">
            <a:solidFill>
              <a:schemeClr val="tx1"/>
            </a:solid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Aptos"/>
              <a:ea typeface="+mn-ea"/>
              <a:cs typeface="+mn-cs"/>
            </a:endParaRPr>
          </a:p>
        </p:txBody>
      </p:sp>
      <p:cxnSp>
        <p:nvCxnSpPr>
          <p:cNvPr id="257" name="Straight Arrow Connector 256">
            <a:extLst>
              <a:ext uri="{FF2B5EF4-FFF2-40B4-BE49-F238E27FC236}">
                <a16:creationId xmlns:a16="http://schemas.microsoft.com/office/drawing/2014/main" id="{92130525-C37C-6A28-3E4D-170BDEE795D4}"/>
              </a:ext>
            </a:extLst>
          </p:cNvPr>
          <p:cNvCxnSpPr>
            <a:cxnSpLocks/>
          </p:cNvCxnSpPr>
          <p:nvPr/>
        </p:nvCxnSpPr>
        <p:spPr>
          <a:xfrm>
            <a:off x="9765580" y="1322311"/>
            <a:ext cx="0" cy="775457"/>
          </a:xfrm>
          <a:prstGeom prst="straightConnector1">
            <a:avLst/>
          </a:prstGeom>
          <a:ln w="28575">
            <a:solidFill>
              <a:schemeClr val="tx2">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1" name="TextBox 280">
            <a:extLst>
              <a:ext uri="{FF2B5EF4-FFF2-40B4-BE49-F238E27FC236}">
                <a16:creationId xmlns:a16="http://schemas.microsoft.com/office/drawing/2014/main" id="{9C787536-EF29-0204-5B7F-CB02EA49E368}"/>
              </a:ext>
            </a:extLst>
          </p:cNvPr>
          <p:cNvSpPr txBox="1"/>
          <p:nvPr/>
        </p:nvSpPr>
        <p:spPr>
          <a:xfrm>
            <a:off x="8553638" y="2455043"/>
            <a:ext cx="791987" cy="276999"/>
          </a:xfrm>
          <a:prstGeom prst="rect">
            <a:avLst/>
          </a:prstGeom>
          <a:noFill/>
        </p:spPr>
        <p:txBody>
          <a:bodyPr wrap="square">
            <a:spAutoFit/>
          </a:bodyPr>
          <a:lstStyle/>
          <a:p>
            <a:pPr marL="0" marR="0" lvl="0" indent="0" algn="l" defTabSz="22852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ptos"/>
                <a:ea typeface="+mn-ea"/>
                <a:cs typeface="+mn-cs"/>
              </a:rPr>
              <a:t>Router</a:t>
            </a:r>
          </a:p>
        </p:txBody>
      </p:sp>
      <p:sp>
        <p:nvSpPr>
          <p:cNvPr id="293" name="Speech Bubble: Rectangle 292">
            <a:extLst>
              <a:ext uri="{FF2B5EF4-FFF2-40B4-BE49-F238E27FC236}">
                <a16:creationId xmlns:a16="http://schemas.microsoft.com/office/drawing/2014/main" id="{34C6C19C-D28F-D4F3-8D07-C16CEFAEF27F}"/>
              </a:ext>
            </a:extLst>
          </p:cNvPr>
          <p:cNvSpPr/>
          <p:nvPr/>
        </p:nvSpPr>
        <p:spPr>
          <a:xfrm>
            <a:off x="10637160" y="795611"/>
            <a:ext cx="2712958" cy="999475"/>
          </a:xfrm>
          <a:prstGeom prst="wedgeRectCallout">
            <a:avLst>
              <a:gd name="adj1" fmla="val -18334"/>
              <a:gd name="adj2" fmla="val 120916"/>
            </a:avLst>
          </a:prstGeom>
          <a:solidFill>
            <a:schemeClr val="bg1"/>
          </a:solidFill>
          <a:ln w="12700" cap="flat" cmpd="sng" algn="ctr">
            <a:solidFill>
              <a:srgbClr val="00B0F0"/>
            </a:solidFill>
            <a:prstDash val="solid"/>
            <a:miter lim="800000"/>
          </a:ln>
          <a:effectLst/>
        </p:spPr>
        <p:txBody>
          <a:bodyPr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ptos"/>
                <a:ea typeface="+mn-ea"/>
                <a:cs typeface="+mn-cs"/>
              </a:rPr>
              <a:t>IPinIP Tunnel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ptos"/>
                <a:ea typeface="+mn-ea"/>
                <a:cs typeface="+mn-cs"/>
              </a:rPr>
              <a:t>Traffic from Standby PON Interfaces is transported to active PON interface via the IPinIP tunnel</a:t>
            </a:r>
          </a:p>
        </p:txBody>
      </p:sp>
      <p:sp>
        <p:nvSpPr>
          <p:cNvPr id="2" name="Rectangle: Rounded Corners 1">
            <a:extLst>
              <a:ext uri="{FF2B5EF4-FFF2-40B4-BE49-F238E27FC236}">
                <a16:creationId xmlns:a16="http://schemas.microsoft.com/office/drawing/2014/main" id="{6CC83DE1-FA8F-60C9-BEA2-196591DDF146}"/>
              </a:ext>
            </a:extLst>
          </p:cNvPr>
          <p:cNvSpPr/>
          <p:nvPr/>
        </p:nvSpPr>
        <p:spPr>
          <a:xfrm>
            <a:off x="8513997" y="886020"/>
            <a:ext cx="1808854" cy="512559"/>
          </a:xfrm>
          <a:prstGeom prst="roundRect">
            <a:avLst/>
          </a:prstGeom>
          <a:solidFill>
            <a:schemeClr val="bg1">
              <a:lumMod val="50000"/>
            </a:schemeClr>
          </a:solidFill>
          <a:ln w="12700" cap="flat" cmpd="sng" algn="ctr">
            <a:noFill/>
            <a:prstDash val="solid"/>
            <a:miter lim="800000"/>
          </a:ln>
          <a:effectLst/>
        </p:spPr>
        <p:txBody>
          <a:bodyPr rtlCol="0" anchor="ctr">
            <a:noAutofit/>
          </a:bodyPr>
          <a:lstStyle/>
          <a:p>
            <a:pPr marL="0" marR="0" lvl="0" indent="0" algn="l" defTabSz="22852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ptos"/>
                <a:ea typeface="+mn-ea"/>
                <a:cs typeface="+mn-cs"/>
              </a:rPr>
              <a:t> SONiC</a:t>
            </a:r>
          </a:p>
        </p:txBody>
      </p:sp>
      <p:sp>
        <p:nvSpPr>
          <p:cNvPr id="4" name="Rectangle: Rounded Corners 3">
            <a:extLst>
              <a:ext uri="{FF2B5EF4-FFF2-40B4-BE49-F238E27FC236}">
                <a16:creationId xmlns:a16="http://schemas.microsoft.com/office/drawing/2014/main" id="{CE06B35C-484A-A915-9215-C0776870C507}"/>
              </a:ext>
            </a:extLst>
          </p:cNvPr>
          <p:cNvSpPr/>
          <p:nvPr/>
        </p:nvSpPr>
        <p:spPr>
          <a:xfrm>
            <a:off x="8520024" y="1442522"/>
            <a:ext cx="904427" cy="512559"/>
          </a:xfrm>
          <a:prstGeom prst="roundRect">
            <a:avLst/>
          </a:prstGeom>
          <a:solidFill>
            <a:schemeClr val="bg1">
              <a:lumMod val="50000"/>
            </a:schemeClr>
          </a:solidFill>
          <a:ln w="12700" cap="flat" cmpd="sng" algn="ctr">
            <a:no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ptos"/>
                <a:ea typeface="+mn-ea"/>
                <a:cs typeface="+mn-cs"/>
              </a:rPr>
              <a:t> PON</a:t>
            </a:r>
          </a:p>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ptos"/>
                <a:ea typeface="+mn-ea"/>
                <a:cs typeface="+mn-cs"/>
              </a:rPr>
              <a:t>SyncD</a:t>
            </a:r>
          </a:p>
        </p:txBody>
      </p:sp>
      <p:sp>
        <p:nvSpPr>
          <p:cNvPr id="28" name="Speech Bubble: Rectangle 27">
            <a:extLst>
              <a:ext uri="{FF2B5EF4-FFF2-40B4-BE49-F238E27FC236}">
                <a16:creationId xmlns:a16="http://schemas.microsoft.com/office/drawing/2014/main" id="{AEADE37C-0106-59ED-F7E7-57D45C355566}"/>
              </a:ext>
            </a:extLst>
          </p:cNvPr>
          <p:cNvSpPr/>
          <p:nvPr/>
        </p:nvSpPr>
        <p:spPr>
          <a:xfrm>
            <a:off x="10435158" y="5890020"/>
            <a:ext cx="1831412" cy="749363"/>
          </a:xfrm>
          <a:prstGeom prst="wedgeRectCallout">
            <a:avLst>
              <a:gd name="adj1" fmla="val -56608"/>
              <a:gd name="adj2" fmla="val -143941"/>
            </a:avLst>
          </a:prstGeom>
          <a:solidFill>
            <a:schemeClr val="bg1"/>
          </a:solidFill>
          <a:ln w="12700" cap="flat" cmpd="sng" algn="ctr">
            <a:solidFill>
              <a:srgbClr val="00B0F0"/>
            </a:solidFill>
            <a:prstDash val="solid"/>
            <a:miter lim="800000"/>
          </a:ln>
          <a:effectLst/>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err="1">
                <a:ln>
                  <a:noFill/>
                </a:ln>
                <a:solidFill>
                  <a:srgbClr val="000000"/>
                </a:solidFill>
                <a:effectLst/>
                <a:uLnTx/>
                <a:uFillTx/>
                <a:latin typeface="Aptos"/>
                <a:ea typeface="+mn-ea"/>
                <a:cs typeface="+mn-cs"/>
              </a:rPr>
              <a:t>IPinIP</a:t>
            </a:r>
            <a:r>
              <a:rPr kumimoji="0" lang="en-US" sz="1050" b="1" i="0" u="none" strike="noStrike" kern="1200" cap="none" spc="0" normalizeH="0" baseline="0" noProof="0">
                <a:ln>
                  <a:noFill/>
                </a:ln>
                <a:solidFill>
                  <a:srgbClr val="000000"/>
                </a:solidFill>
                <a:effectLst/>
                <a:uLnTx/>
                <a:uFillTx/>
                <a:latin typeface="Aptos"/>
                <a:ea typeface="+mn-ea"/>
                <a:cs typeface="+mn-cs"/>
              </a:rPr>
              <a:t> tunnel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ptos"/>
                <a:ea typeface="+mn-ea"/>
                <a:cs typeface="+mn-cs"/>
              </a:rPr>
              <a:t>Traffic redirected over </a:t>
            </a:r>
            <a:r>
              <a:rPr kumimoji="0" lang="en-US" sz="1050" b="0" i="0" u="none" strike="noStrike" kern="1200" cap="none" spc="0" normalizeH="0" baseline="0" noProof="0" err="1">
                <a:ln>
                  <a:noFill/>
                </a:ln>
                <a:solidFill>
                  <a:srgbClr val="000000"/>
                </a:solidFill>
                <a:effectLst/>
                <a:uLnTx/>
                <a:uFillTx/>
                <a:latin typeface="Aptos"/>
                <a:ea typeface="+mn-ea"/>
                <a:cs typeface="+mn-cs"/>
              </a:rPr>
              <a:t>IPinIP</a:t>
            </a:r>
            <a:r>
              <a:rPr kumimoji="0" lang="en-US" sz="1050" b="0" i="0" u="none" strike="noStrike" kern="1200" cap="none" spc="0" normalizeH="0" baseline="0" noProof="0">
                <a:ln>
                  <a:noFill/>
                </a:ln>
                <a:solidFill>
                  <a:srgbClr val="000000"/>
                </a:solidFill>
                <a:effectLst/>
                <a:uLnTx/>
                <a:uFillTx/>
                <a:latin typeface="Aptos"/>
                <a:ea typeface="+mn-ea"/>
                <a:cs typeface="+mn-cs"/>
              </a:rPr>
              <a:t> tunnel when PON is in standby state.</a:t>
            </a:r>
          </a:p>
        </p:txBody>
      </p:sp>
      <p:sp>
        <p:nvSpPr>
          <p:cNvPr id="29" name="Speech Bubble: Rectangle 28">
            <a:extLst>
              <a:ext uri="{FF2B5EF4-FFF2-40B4-BE49-F238E27FC236}">
                <a16:creationId xmlns:a16="http://schemas.microsoft.com/office/drawing/2014/main" id="{10D1BBD2-553D-A07B-008C-37CF939F93DD}"/>
              </a:ext>
            </a:extLst>
          </p:cNvPr>
          <p:cNvSpPr/>
          <p:nvPr/>
        </p:nvSpPr>
        <p:spPr>
          <a:xfrm>
            <a:off x="5181342" y="863518"/>
            <a:ext cx="2731583" cy="844190"/>
          </a:xfrm>
          <a:prstGeom prst="wedgeRectCallout">
            <a:avLst>
              <a:gd name="adj1" fmla="val 60768"/>
              <a:gd name="adj2" fmla="val 115010"/>
            </a:avLst>
          </a:prstGeom>
          <a:solidFill>
            <a:schemeClr val="bg1"/>
          </a:solidFill>
          <a:ln w="12700" cap="flat" cmpd="sng" algn="ctr">
            <a:solidFill>
              <a:srgbClr val="00B0F0"/>
            </a:solidFill>
            <a:prstDash val="solid"/>
            <a:miter lim="800000"/>
          </a:ln>
          <a:effectLst/>
        </p:spPr>
        <p:txBody>
          <a:bodyPr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ptos"/>
                <a:ea typeface="+mn-ea"/>
                <a:cs typeface="+mn-cs"/>
              </a:rPr>
              <a:t>Directly Connected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ptos"/>
                <a:ea typeface="+mn-ea"/>
                <a:cs typeface="+mn-cs"/>
              </a:rPr>
              <a:t>Traffic that arrives on Router with Active PON send traffic directly over PON Interface.</a:t>
            </a:r>
          </a:p>
        </p:txBody>
      </p:sp>
      <p:pic>
        <p:nvPicPr>
          <p:cNvPr id="27" name="Picture 26">
            <a:extLst>
              <a:ext uri="{FF2B5EF4-FFF2-40B4-BE49-F238E27FC236}">
                <a16:creationId xmlns:a16="http://schemas.microsoft.com/office/drawing/2014/main" id="{338A6079-5B88-C6BE-E6BC-C7E7988291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68283" y="4902108"/>
            <a:ext cx="684530" cy="684530"/>
          </a:xfrm>
          <a:prstGeom prst="rect">
            <a:avLst/>
          </a:prstGeom>
        </p:spPr>
      </p:pic>
      <p:cxnSp>
        <p:nvCxnSpPr>
          <p:cNvPr id="56" name="Connector: Elbow 55">
            <a:extLst>
              <a:ext uri="{FF2B5EF4-FFF2-40B4-BE49-F238E27FC236}">
                <a16:creationId xmlns:a16="http://schemas.microsoft.com/office/drawing/2014/main" id="{8518B88E-D288-50B3-1CBE-C5DF4E34C568}"/>
              </a:ext>
            </a:extLst>
          </p:cNvPr>
          <p:cNvCxnSpPr>
            <a:cxnSpLocks/>
          </p:cNvCxnSpPr>
          <p:nvPr/>
        </p:nvCxnSpPr>
        <p:spPr>
          <a:xfrm flipV="1">
            <a:off x="8553638" y="1935625"/>
            <a:ext cx="418600" cy="285485"/>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27D97E47-B977-1DAB-61BF-F4646A3F09F8}"/>
              </a:ext>
            </a:extLst>
          </p:cNvPr>
          <p:cNvSpPr/>
          <p:nvPr/>
        </p:nvSpPr>
        <p:spPr>
          <a:xfrm>
            <a:off x="8492276" y="2259710"/>
            <a:ext cx="310493" cy="203066"/>
          </a:xfrm>
          <a:prstGeom prst="roundRect">
            <a:avLst/>
          </a:prstGeom>
          <a:solidFill>
            <a:srgbClr val="0070C0"/>
          </a:solidFill>
          <a:ln w="12700" cap="flat" cmpd="sng" algn="ctr">
            <a:solidFill>
              <a:schemeClr val="tx1"/>
            </a:solid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sp>
        <p:nvSpPr>
          <p:cNvPr id="130" name="Rectangle: Rounded Corners 129">
            <a:extLst>
              <a:ext uri="{FF2B5EF4-FFF2-40B4-BE49-F238E27FC236}">
                <a16:creationId xmlns:a16="http://schemas.microsoft.com/office/drawing/2014/main" id="{4BB40812-ABD8-F1EB-F677-DA368453C822}"/>
              </a:ext>
            </a:extLst>
          </p:cNvPr>
          <p:cNvSpPr/>
          <p:nvPr/>
        </p:nvSpPr>
        <p:spPr>
          <a:xfrm>
            <a:off x="9209209" y="3387596"/>
            <a:ext cx="310493" cy="203066"/>
          </a:xfrm>
          <a:prstGeom prst="roundRect">
            <a:avLst/>
          </a:prstGeom>
          <a:solidFill>
            <a:srgbClr val="0070C0"/>
          </a:solidFill>
          <a:ln w="12700" cap="flat" cmpd="sng" algn="ctr">
            <a:solidFill>
              <a:schemeClr val="tx1"/>
            </a:solidFill>
            <a:prstDash val="solid"/>
            <a:miter lim="800000"/>
          </a:ln>
          <a:effectLst/>
        </p:spPr>
        <p:txBody>
          <a:bodyPr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cxnSp>
        <p:nvCxnSpPr>
          <p:cNvPr id="141" name="Connector: Elbow 140">
            <a:extLst>
              <a:ext uri="{FF2B5EF4-FFF2-40B4-BE49-F238E27FC236}">
                <a16:creationId xmlns:a16="http://schemas.microsoft.com/office/drawing/2014/main" id="{B938E05B-1190-7CC0-E0DD-A34BC1D86E63}"/>
              </a:ext>
            </a:extLst>
          </p:cNvPr>
          <p:cNvCxnSpPr>
            <a:stCxn id="168" idx="1"/>
            <a:endCxn id="169" idx="1"/>
          </p:cNvCxnSpPr>
          <p:nvPr/>
        </p:nvCxnSpPr>
        <p:spPr>
          <a:xfrm rot="10800000" flipH="1" flipV="1">
            <a:off x="9100683" y="3519903"/>
            <a:ext cx="10465" cy="1764400"/>
          </a:xfrm>
          <a:prstGeom prst="bentConnector3">
            <a:avLst>
              <a:gd name="adj1" fmla="val -12825619"/>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4" name="Rectangle: Rounded Corners 143">
            <a:extLst>
              <a:ext uri="{FF2B5EF4-FFF2-40B4-BE49-F238E27FC236}">
                <a16:creationId xmlns:a16="http://schemas.microsoft.com/office/drawing/2014/main" id="{10FE3499-5848-4024-243D-652253378547}"/>
              </a:ext>
            </a:extLst>
          </p:cNvPr>
          <p:cNvSpPr/>
          <p:nvPr/>
        </p:nvSpPr>
        <p:spPr>
          <a:xfrm rot="5400000">
            <a:off x="5884460" y="4158759"/>
            <a:ext cx="914400" cy="58702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sp>
        <p:nvSpPr>
          <p:cNvPr id="149" name="Rectangle: Rounded Corners 148">
            <a:extLst>
              <a:ext uri="{FF2B5EF4-FFF2-40B4-BE49-F238E27FC236}">
                <a16:creationId xmlns:a16="http://schemas.microsoft.com/office/drawing/2014/main" id="{78535CE1-497E-C4B7-E5FA-D60F9C1C0C3F}"/>
              </a:ext>
            </a:extLst>
          </p:cNvPr>
          <p:cNvSpPr/>
          <p:nvPr/>
        </p:nvSpPr>
        <p:spPr>
          <a:xfrm rot="5400000">
            <a:off x="5884460" y="5700972"/>
            <a:ext cx="914400" cy="58702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cxnSp>
        <p:nvCxnSpPr>
          <p:cNvPr id="186" name="Straight Arrow Connector 185">
            <a:extLst>
              <a:ext uri="{FF2B5EF4-FFF2-40B4-BE49-F238E27FC236}">
                <a16:creationId xmlns:a16="http://schemas.microsoft.com/office/drawing/2014/main" id="{CD4FA2FF-9C84-29CE-B9DF-D0C2DBC9A295}"/>
              </a:ext>
            </a:extLst>
          </p:cNvPr>
          <p:cNvCxnSpPr>
            <a:cxnSpLocks/>
            <a:stCxn id="365" idx="1"/>
            <a:endCxn id="144" idx="0"/>
          </p:cNvCxnSpPr>
          <p:nvPr/>
        </p:nvCxnSpPr>
        <p:spPr>
          <a:xfrm flipH="1" flipV="1">
            <a:off x="6635171" y="4452270"/>
            <a:ext cx="1127443" cy="9812"/>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7" name="Connector: Elbow 186">
            <a:extLst>
              <a:ext uri="{FF2B5EF4-FFF2-40B4-BE49-F238E27FC236}">
                <a16:creationId xmlns:a16="http://schemas.microsoft.com/office/drawing/2014/main" id="{047A6A45-5A77-8580-DCA0-420360282691}"/>
              </a:ext>
            </a:extLst>
          </p:cNvPr>
          <p:cNvCxnSpPr>
            <a:cxnSpLocks/>
            <a:stCxn id="317" idx="0"/>
            <a:endCxn id="365" idx="1"/>
          </p:cNvCxnSpPr>
          <p:nvPr/>
        </p:nvCxnSpPr>
        <p:spPr>
          <a:xfrm>
            <a:off x="6635171" y="3282562"/>
            <a:ext cx="1127443" cy="1179520"/>
          </a:xfrm>
          <a:prstGeom prst="bentConnector3">
            <a:avLst>
              <a:gd name="adj1" fmla="val 50000"/>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4" name="Connector: Elbow 193">
            <a:extLst>
              <a:ext uri="{FF2B5EF4-FFF2-40B4-BE49-F238E27FC236}">
                <a16:creationId xmlns:a16="http://schemas.microsoft.com/office/drawing/2014/main" id="{142EC209-5AED-2978-2DD1-AB998C433249}"/>
              </a:ext>
            </a:extLst>
          </p:cNvPr>
          <p:cNvCxnSpPr>
            <a:cxnSpLocks/>
            <a:stCxn id="149" idx="0"/>
            <a:endCxn id="365" idx="1"/>
          </p:cNvCxnSpPr>
          <p:nvPr/>
        </p:nvCxnSpPr>
        <p:spPr>
          <a:xfrm flipV="1">
            <a:off x="6635171" y="4462082"/>
            <a:ext cx="1127443" cy="1532401"/>
          </a:xfrm>
          <a:prstGeom prst="bentConnector3">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6" name="TextBox 195">
            <a:extLst>
              <a:ext uri="{FF2B5EF4-FFF2-40B4-BE49-F238E27FC236}">
                <a16:creationId xmlns:a16="http://schemas.microsoft.com/office/drawing/2014/main" id="{32551D5C-3AC6-F503-7DE2-2E7B66884CCE}"/>
              </a:ext>
            </a:extLst>
          </p:cNvPr>
          <p:cNvSpPr txBox="1"/>
          <p:nvPr/>
        </p:nvSpPr>
        <p:spPr>
          <a:xfrm rot="5400000">
            <a:off x="6206486" y="4982901"/>
            <a:ext cx="348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grpSp>
        <p:nvGrpSpPr>
          <p:cNvPr id="245" name="Group 244">
            <a:extLst>
              <a:ext uri="{FF2B5EF4-FFF2-40B4-BE49-F238E27FC236}">
                <a16:creationId xmlns:a16="http://schemas.microsoft.com/office/drawing/2014/main" id="{591A6A0D-A833-0C22-21B3-F0D87F16A487}"/>
              </a:ext>
            </a:extLst>
          </p:cNvPr>
          <p:cNvGrpSpPr/>
          <p:nvPr/>
        </p:nvGrpSpPr>
        <p:grpSpPr>
          <a:xfrm>
            <a:off x="5171449" y="3965684"/>
            <a:ext cx="869875" cy="377648"/>
            <a:chOff x="8197182" y="5756342"/>
            <a:chExt cx="1157443" cy="609600"/>
          </a:xfrm>
        </p:grpSpPr>
        <p:grpSp>
          <p:nvGrpSpPr>
            <p:cNvPr id="246" name="Group 245">
              <a:extLst>
                <a:ext uri="{FF2B5EF4-FFF2-40B4-BE49-F238E27FC236}">
                  <a16:creationId xmlns:a16="http://schemas.microsoft.com/office/drawing/2014/main" id="{E94B27F0-83D6-F72D-7907-E8F747A0B4B2}"/>
                </a:ext>
              </a:extLst>
            </p:cNvPr>
            <p:cNvGrpSpPr/>
            <p:nvPr/>
          </p:nvGrpSpPr>
          <p:grpSpPr>
            <a:xfrm>
              <a:off x="8197182" y="5756342"/>
              <a:ext cx="347133" cy="609600"/>
              <a:chOff x="6451600" y="4943545"/>
              <a:chExt cx="347133" cy="609600"/>
            </a:xfrm>
          </p:grpSpPr>
          <p:sp>
            <p:nvSpPr>
              <p:cNvPr id="248" name="Rectangle 247">
                <a:extLst>
                  <a:ext uri="{FF2B5EF4-FFF2-40B4-BE49-F238E27FC236}">
                    <a16:creationId xmlns:a16="http://schemas.microsoft.com/office/drawing/2014/main" id="{EC760FA3-2ADF-9C68-668B-0A328AC1C0AA}"/>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249" name="Group 248">
                <a:extLst>
                  <a:ext uri="{FF2B5EF4-FFF2-40B4-BE49-F238E27FC236}">
                    <a16:creationId xmlns:a16="http://schemas.microsoft.com/office/drawing/2014/main" id="{72B19D56-867F-8F08-97B7-6400FDD335B7}"/>
                  </a:ext>
                </a:extLst>
              </p:cNvPr>
              <p:cNvGrpSpPr/>
              <p:nvPr/>
            </p:nvGrpSpPr>
            <p:grpSpPr>
              <a:xfrm>
                <a:off x="6499231" y="5022567"/>
                <a:ext cx="251871" cy="158491"/>
                <a:chOff x="6493933" y="5022567"/>
                <a:chExt cx="270933" cy="253998"/>
              </a:xfrm>
            </p:grpSpPr>
            <p:cxnSp>
              <p:nvCxnSpPr>
                <p:cNvPr id="250" name="Straight Connector 249">
                  <a:extLst>
                    <a:ext uri="{FF2B5EF4-FFF2-40B4-BE49-F238E27FC236}">
                      <a16:creationId xmlns:a16="http://schemas.microsoft.com/office/drawing/2014/main" id="{03245D8C-0158-9944-9708-817609869C31}"/>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3B77990F-56EF-E8C7-8190-7C70389DE064}"/>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687E4DC4-D8B6-4677-3911-C781A9E1188E}"/>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1629D9C-BF88-0DD9-74C5-1CCE77501E92}"/>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47" name="Straight Connector 246">
              <a:extLst>
                <a:ext uri="{FF2B5EF4-FFF2-40B4-BE49-F238E27FC236}">
                  <a16:creationId xmlns:a16="http://schemas.microsoft.com/office/drawing/2014/main" id="{FFFCD69E-7059-9FC8-8E9E-B2E663A15599}"/>
                </a:ext>
              </a:extLst>
            </p:cNvPr>
            <p:cNvCxnSpPr>
              <a:cxnSpLocks/>
              <a:stCxn id="248"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4" name="Group 253">
            <a:extLst>
              <a:ext uri="{FF2B5EF4-FFF2-40B4-BE49-F238E27FC236}">
                <a16:creationId xmlns:a16="http://schemas.microsoft.com/office/drawing/2014/main" id="{4E8B9F51-48BE-4D15-0C4A-F998CD1EEAB2}"/>
              </a:ext>
            </a:extLst>
          </p:cNvPr>
          <p:cNvGrpSpPr/>
          <p:nvPr/>
        </p:nvGrpSpPr>
        <p:grpSpPr>
          <a:xfrm>
            <a:off x="5164720" y="4559637"/>
            <a:ext cx="883332" cy="377648"/>
            <a:chOff x="8857587" y="5761985"/>
            <a:chExt cx="1175349" cy="609600"/>
          </a:xfrm>
        </p:grpSpPr>
        <p:grpSp>
          <p:nvGrpSpPr>
            <p:cNvPr id="255" name="Group 254">
              <a:extLst>
                <a:ext uri="{FF2B5EF4-FFF2-40B4-BE49-F238E27FC236}">
                  <a16:creationId xmlns:a16="http://schemas.microsoft.com/office/drawing/2014/main" id="{5C0BBDFD-D16F-5A2B-3817-A69130E87B20}"/>
                </a:ext>
              </a:extLst>
            </p:cNvPr>
            <p:cNvGrpSpPr/>
            <p:nvPr/>
          </p:nvGrpSpPr>
          <p:grpSpPr>
            <a:xfrm>
              <a:off x="8857587" y="5761985"/>
              <a:ext cx="347133" cy="609600"/>
              <a:chOff x="6451600" y="4943545"/>
              <a:chExt cx="347133" cy="609600"/>
            </a:xfrm>
          </p:grpSpPr>
          <p:sp>
            <p:nvSpPr>
              <p:cNvPr id="258" name="Rectangle 257">
                <a:extLst>
                  <a:ext uri="{FF2B5EF4-FFF2-40B4-BE49-F238E27FC236}">
                    <a16:creationId xmlns:a16="http://schemas.microsoft.com/office/drawing/2014/main" id="{E126687C-7E57-89C9-05A5-A0490AB145EA}"/>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259" name="Group 258">
                <a:extLst>
                  <a:ext uri="{FF2B5EF4-FFF2-40B4-BE49-F238E27FC236}">
                    <a16:creationId xmlns:a16="http://schemas.microsoft.com/office/drawing/2014/main" id="{4DE65BE3-F737-73ED-396E-BD60E20B05D3}"/>
                  </a:ext>
                </a:extLst>
              </p:cNvPr>
              <p:cNvGrpSpPr/>
              <p:nvPr/>
            </p:nvGrpSpPr>
            <p:grpSpPr>
              <a:xfrm>
                <a:off x="6499231" y="5022567"/>
                <a:ext cx="251871" cy="158491"/>
                <a:chOff x="6493933" y="5022567"/>
                <a:chExt cx="270933" cy="253998"/>
              </a:xfrm>
            </p:grpSpPr>
            <p:cxnSp>
              <p:nvCxnSpPr>
                <p:cNvPr id="260" name="Straight Connector 259">
                  <a:extLst>
                    <a:ext uri="{FF2B5EF4-FFF2-40B4-BE49-F238E27FC236}">
                      <a16:creationId xmlns:a16="http://schemas.microsoft.com/office/drawing/2014/main" id="{718EC7A8-104A-3F2A-B3FE-F0D297F329FD}"/>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13ED11CC-39EB-B141-43AD-DCD68092C1C1}"/>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E0E28E79-44E1-7FE8-4080-A261EB40EE78}"/>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A6121F2C-26ED-54F8-A6EC-42FDD40FB1CB}"/>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56" name="Straight Connector 255">
              <a:extLst>
                <a:ext uri="{FF2B5EF4-FFF2-40B4-BE49-F238E27FC236}">
                  <a16:creationId xmlns:a16="http://schemas.microsoft.com/office/drawing/2014/main" id="{CF234CE4-4FFC-39F0-6215-617C1198EF29}"/>
                </a:ext>
              </a:extLst>
            </p:cNvPr>
            <p:cNvCxnSpPr>
              <a:cxnSpLocks/>
              <a:stCxn id="258"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9" name="TextBox 288">
            <a:extLst>
              <a:ext uri="{FF2B5EF4-FFF2-40B4-BE49-F238E27FC236}">
                <a16:creationId xmlns:a16="http://schemas.microsoft.com/office/drawing/2014/main" id="{881A29F1-0CDA-BBA5-1ECE-85858AAB31A8}"/>
              </a:ext>
            </a:extLst>
          </p:cNvPr>
          <p:cNvSpPr txBox="1"/>
          <p:nvPr/>
        </p:nvSpPr>
        <p:spPr>
          <a:xfrm rot="5400000">
            <a:off x="5313715" y="4245472"/>
            <a:ext cx="215693" cy="2775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296" name="TextBox 295">
            <a:extLst>
              <a:ext uri="{FF2B5EF4-FFF2-40B4-BE49-F238E27FC236}">
                <a16:creationId xmlns:a16="http://schemas.microsoft.com/office/drawing/2014/main" id="{2F012412-F6C7-3566-B6E7-5449CF6D5B76}"/>
              </a:ext>
            </a:extLst>
          </p:cNvPr>
          <p:cNvSpPr txBox="1"/>
          <p:nvPr/>
        </p:nvSpPr>
        <p:spPr>
          <a:xfrm>
            <a:off x="4426144" y="4045579"/>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297" name="TextBox 296">
            <a:extLst>
              <a:ext uri="{FF2B5EF4-FFF2-40B4-BE49-F238E27FC236}">
                <a16:creationId xmlns:a16="http://schemas.microsoft.com/office/drawing/2014/main" id="{B17088A8-DB00-A500-F382-72DA2B89DB35}"/>
              </a:ext>
            </a:extLst>
          </p:cNvPr>
          <p:cNvSpPr txBox="1"/>
          <p:nvPr/>
        </p:nvSpPr>
        <p:spPr>
          <a:xfrm>
            <a:off x="4426144" y="4652960"/>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300" name="TextBox 299">
            <a:extLst>
              <a:ext uri="{FF2B5EF4-FFF2-40B4-BE49-F238E27FC236}">
                <a16:creationId xmlns:a16="http://schemas.microsoft.com/office/drawing/2014/main" id="{1E4676D5-7238-6F25-1E7B-A93B3A46E52B}"/>
              </a:ext>
            </a:extLst>
          </p:cNvPr>
          <p:cNvSpPr txBox="1"/>
          <p:nvPr/>
        </p:nvSpPr>
        <p:spPr>
          <a:xfrm rot="5400000">
            <a:off x="7521848" y="4341924"/>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Splitter</a:t>
            </a:r>
          </a:p>
        </p:txBody>
      </p:sp>
      <p:sp>
        <p:nvSpPr>
          <p:cNvPr id="316" name="TextBox 315">
            <a:extLst>
              <a:ext uri="{FF2B5EF4-FFF2-40B4-BE49-F238E27FC236}">
                <a16:creationId xmlns:a16="http://schemas.microsoft.com/office/drawing/2014/main" id="{0FEA2E18-7298-EA1C-2A3B-A1C13F477337}"/>
              </a:ext>
            </a:extLst>
          </p:cNvPr>
          <p:cNvSpPr txBox="1"/>
          <p:nvPr/>
        </p:nvSpPr>
        <p:spPr>
          <a:xfrm>
            <a:off x="5960112" y="4333710"/>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ONU-2</a:t>
            </a:r>
          </a:p>
        </p:txBody>
      </p:sp>
      <p:sp>
        <p:nvSpPr>
          <p:cNvPr id="317" name="Rectangle: Rounded Corners 316">
            <a:extLst>
              <a:ext uri="{FF2B5EF4-FFF2-40B4-BE49-F238E27FC236}">
                <a16:creationId xmlns:a16="http://schemas.microsoft.com/office/drawing/2014/main" id="{61BDDD4C-DAE9-EFC1-A607-103C2849F92E}"/>
              </a:ext>
            </a:extLst>
          </p:cNvPr>
          <p:cNvSpPr/>
          <p:nvPr/>
        </p:nvSpPr>
        <p:spPr>
          <a:xfrm rot="5400000">
            <a:off x="5884460" y="2989051"/>
            <a:ext cx="914400" cy="58702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18" name="Group 317">
            <a:extLst>
              <a:ext uri="{FF2B5EF4-FFF2-40B4-BE49-F238E27FC236}">
                <a16:creationId xmlns:a16="http://schemas.microsoft.com/office/drawing/2014/main" id="{4651631B-5BAB-2932-FE4F-7D0F8F5D5F43}"/>
              </a:ext>
            </a:extLst>
          </p:cNvPr>
          <p:cNvGrpSpPr/>
          <p:nvPr/>
        </p:nvGrpSpPr>
        <p:grpSpPr>
          <a:xfrm>
            <a:off x="5171449" y="2795976"/>
            <a:ext cx="869875" cy="377648"/>
            <a:chOff x="8197182" y="5756342"/>
            <a:chExt cx="1157443" cy="609600"/>
          </a:xfrm>
        </p:grpSpPr>
        <p:grpSp>
          <p:nvGrpSpPr>
            <p:cNvPr id="319" name="Group 318">
              <a:extLst>
                <a:ext uri="{FF2B5EF4-FFF2-40B4-BE49-F238E27FC236}">
                  <a16:creationId xmlns:a16="http://schemas.microsoft.com/office/drawing/2014/main" id="{9FAB9D91-1487-4FCD-D7D9-3C4BE17F6D45}"/>
                </a:ext>
              </a:extLst>
            </p:cNvPr>
            <p:cNvGrpSpPr/>
            <p:nvPr/>
          </p:nvGrpSpPr>
          <p:grpSpPr>
            <a:xfrm>
              <a:off x="8197182" y="5756342"/>
              <a:ext cx="347133" cy="609600"/>
              <a:chOff x="6451600" y="4943545"/>
              <a:chExt cx="347133" cy="609600"/>
            </a:xfrm>
          </p:grpSpPr>
          <p:sp>
            <p:nvSpPr>
              <p:cNvPr id="321" name="Rectangle 320">
                <a:extLst>
                  <a:ext uri="{FF2B5EF4-FFF2-40B4-BE49-F238E27FC236}">
                    <a16:creationId xmlns:a16="http://schemas.microsoft.com/office/drawing/2014/main" id="{2B836850-6B48-A713-4489-7E70C7516549}"/>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22" name="Group 321">
                <a:extLst>
                  <a:ext uri="{FF2B5EF4-FFF2-40B4-BE49-F238E27FC236}">
                    <a16:creationId xmlns:a16="http://schemas.microsoft.com/office/drawing/2014/main" id="{668ABCAA-245E-DCE9-BB13-5B09DAD4268D}"/>
                  </a:ext>
                </a:extLst>
              </p:cNvPr>
              <p:cNvGrpSpPr/>
              <p:nvPr/>
            </p:nvGrpSpPr>
            <p:grpSpPr>
              <a:xfrm>
                <a:off x="6499231" y="5022567"/>
                <a:ext cx="251871" cy="158491"/>
                <a:chOff x="6493933" y="5022567"/>
                <a:chExt cx="270933" cy="253998"/>
              </a:xfrm>
            </p:grpSpPr>
            <p:cxnSp>
              <p:nvCxnSpPr>
                <p:cNvPr id="323" name="Straight Connector 322">
                  <a:extLst>
                    <a:ext uri="{FF2B5EF4-FFF2-40B4-BE49-F238E27FC236}">
                      <a16:creationId xmlns:a16="http://schemas.microsoft.com/office/drawing/2014/main" id="{766474BB-5B08-E683-AED9-7C322B716074}"/>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7D41E632-0742-D1A8-955B-D93E46D4C54E}"/>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60810684-15B5-76C7-458D-CC8BE189F842}"/>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143B97C2-141B-8EE5-8719-F127DB348505}"/>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20" name="Straight Connector 319">
              <a:extLst>
                <a:ext uri="{FF2B5EF4-FFF2-40B4-BE49-F238E27FC236}">
                  <a16:creationId xmlns:a16="http://schemas.microsoft.com/office/drawing/2014/main" id="{EC9E640E-90BA-201E-68C0-FEFB3609F63A}"/>
                </a:ext>
              </a:extLst>
            </p:cNvPr>
            <p:cNvCxnSpPr>
              <a:cxnSpLocks/>
              <a:stCxn id="321"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7" name="Group 326">
            <a:extLst>
              <a:ext uri="{FF2B5EF4-FFF2-40B4-BE49-F238E27FC236}">
                <a16:creationId xmlns:a16="http://schemas.microsoft.com/office/drawing/2014/main" id="{E64B8116-03A9-3CD6-B8A3-652DB3C0C4E2}"/>
              </a:ext>
            </a:extLst>
          </p:cNvPr>
          <p:cNvGrpSpPr/>
          <p:nvPr/>
        </p:nvGrpSpPr>
        <p:grpSpPr>
          <a:xfrm>
            <a:off x="5164720" y="3389929"/>
            <a:ext cx="883332" cy="377648"/>
            <a:chOff x="8857587" y="5761985"/>
            <a:chExt cx="1175349" cy="609600"/>
          </a:xfrm>
        </p:grpSpPr>
        <p:grpSp>
          <p:nvGrpSpPr>
            <p:cNvPr id="328" name="Group 327">
              <a:extLst>
                <a:ext uri="{FF2B5EF4-FFF2-40B4-BE49-F238E27FC236}">
                  <a16:creationId xmlns:a16="http://schemas.microsoft.com/office/drawing/2014/main" id="{763DE024-4422-0983-0ECA-A79DF231B42E}"/>
                </a:ext>
              </a:extLst>
            </p:cNvPr>
            <p:cNvGrpSpPr/>
            <p:nvPr/>
          </p:nvGrpSpPr>
          <p:grpSpPr>
            <a:xfrm>
              <a:off x="8857587" y="5761985"/>
              <a:ext cx="347133" cy="609600"/>
              <a:chOff x="6451600" y="4943545"/>
              <a:chExt cx="347133" cy="609600"/>
            </a:xfrm>
          </p:grpSpPr>
          <p:sp>
            <p:nvSpPr>
              <p:cNvPr id="330" name="Rectangle 329">
                <a:extLst>
                  <a:ext uri="{FF2B5EF4-FFF2-40B4-BE49-F238E27FC236}">
                    <a16:creationId xmlns:a16="http://schemas.microsoft.com/office/drawing/2014/main" id="{0FF954BF-E05B-4E6B-32BA-A12A0E6A89C5}"/>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31" name="Group 330">
                <a:extLst>
                  <a:ext uri="{FF2B5EF4-FFF2-40B4-BE49-F238E27FC236}">
                    <a16:creationId xmlns:a16="http://schemas.microsoft.com/office/drawing/2014/main" id="{F41DAD6A-E9A7-D8DC-3763-0F06ADD505EF}"/>
                  </a:ext>
                </a:extLst>
              </p:cNvPr>
              <p:cNvGrpSpPr/>
              <p:nvPr/>
            </p:nvGrpSpPr>
            <p:grpSpPr>
              <a:xfrm>
                <a:off x="6499231" y="5022567"/>
                <a:ext cx="251871" cy="158491"/>
                <a:chOff x="6493933" y="5022567"/>
                <a:chExt cx="270933" cy="253998"/>
              </a:xfrm>
            </p:grpSpPr>
            <p:cxnSp>
              <p:nvCxnSpPr>
                <p:cNvPr id="332" name="Straight Connector 331">
                  <a:extLst>
                    <a:ext uri="{FF2B5EF4-FFF2-40B4-BE49-F238E27FC236}">
                      <a16:creationId xmlns:a16="http://schemas.microsoft.com/office/drawing/2014/main" id="{53818054-9DDF-20A2-C5B6-3212EA1F3527}"/>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D96BD903-0C9F-2A2B-D584-43879012B43F}"/>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7631BA53-A7B2-85DD-DA1E-8C73CA3CEF30}"/>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F854B9D5-532B-E4E0-A4EE-E16255F2DB10}"/>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29" name="Straight Connector 328">
              <a:extLst>
                <a:ext uri="{FF2B5EF4-FFF2-40B4-BE49-F238E27FC236}">
                  <a16:creationId xmlns:a16="http://schemas.microsoft.com/office/drawing/2014/main" id="{B42637F8-3475-469D-3965-4FCF3AD0AD3C}"/>
                </a:ext>
              </a:extLst>
            </p:cNvPr>
            <p:cNvCxnSpPr>
              <a:cxnSpLocks/>
              <a:stCxn id="330"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6" name="TextBox 335">
            <a:extLst>
              <a:ext uri="{FF2B5EF4-FFF2-40B4-BE49-F238E27FC236}">
                <a16:creationId xmlns:a16="http://schemas.microsoft.com/office/drawing/2014/main" id="{69BA7A6D-2FCB-B8C4-DE54-D20C3BA02257}"/>
              </a:ext>
            </a:extLst>
          </p:cNvPr>
          <p:cNvSpPr txBox="1"/>
          <p:nvPr/>
        </p:nvSpPr>
        <p:spPr>
          <a:xfrm rot="5400000">
            <a:off x="5313715" y="3075764"/>
            <a:ext cx="215693" cy="2775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337" name="TextBox 336">
            <a:extLst>
              <a:ext uri="{FF2B5EF4-FFF2-40B4-BE49-F238E27FC236}">
                <a16:creationId xmlns:a16="http://schemas.microsoft.com/office/drawing/2014/main" id="{9D24B814-F353-43CA-C636-45375A105D82}"/>
              </a:ext>
            </a:extLst>
          </p:cNvPr>
          <p:cNvSpPr txBox="1"/>
          <p:nvPr/>
        </p:nvSpPr>
        <p:spPr>
          <a:xfrm>
            <a:off x="4426144" y="2875871"/>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338" name="TextBox 337">
            <a:extLst>
              <a:ext uri="{FF2B5EF4-FFF2-40B4-BE49-F238E27FC236}">
                <a16:creationId xmlns:a16="http://schemas.microsoft.com/office/drawing/2014/main" id="{5BD97C71-6D87-7BBD-2432-D2D09E541984}"/>
              </a:ext>
            </a:extLst>
          </p:cNvPr>
          <p:cNvSpPr txBox="1"/>
          <p:nvPr/>
        </p:nvSpPr>
        <p:spPr>
          <a:xfrm>
            <a:off x="4426144" y="3483252"/>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339" name="TextBox 338">
            <a:extLst>
              <a:ext uri="{FF2B5EF4-FFF2-40B4-BE49-F238E27FC236}">
                <a16:creationId xmlns:a16="http://schemas.microsoft.com/office/drawing/2014/main" id="{17F220AF-1523-DC40-747A-C88CAA18AC37}"/>
              </a:ext>
            </a:extLst>
          </p:cNvPr>
          <p:cNvSpPr txBox="1"/>
          <p:nvPr/>
        </p:nvSpPr>
        <p:spPr>
          <a:xfrm>
            <a:off x="5960112" y="3164004"/>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ONU-1</a:t>
            </a:r>
          </a:p>
        </p:txBody>
      </p:sp>
      <p:grpSp>
        <p:nvGrpSpPr>
          <p:cNvPr id="342" name="Group 341">
            <a:extLst>
              <a:ext uri="{FF2B5EF4-FFF2-40B4-BE49-F238E27FC236}">
                <a16:creationId xmlns:a16="http://schemas.microsoft.com/office/drawing/2014/main" id="{D79A84FB-239C-3E74-B8CE-9BB0BFA7EC7E}"/>
              </a:ext>
            </a:extLst>
          </p:cNvPr>
          <p:cNvGrpSpPr/>
          <p:nvPr/>
        </p:nvGrpSpPr>
        <p:grpSpPr>
          <a:xfrm>
            <a:off x="5171449" y="5525702"/>
            <a:ext cx="869875" cy="377648"/>
            <a:chOff x="8197182" y="5756342"/>
            <a:chExt cx="1157443" cy="609600"/>
          </a:xfrm>
        </p:grpSpPr>
        <p:grpSp>
          <p:nvGrpSpPr>
            <p:cNvPr id="343" name="Group 342">
              <a:extLst>
                <a:ext uri="{FF2B5EF4-FFF2-40B4-BE49-F238E27FC236}">
                  <a16:creationId xmlns:a16="http://schemas.microsoft.com/office/drawing/2014/main" id="{2D54629F-B5F4-CAFA-1E24-6B82F0BD01CC}"/>
                </a:ext>
              </a:extLst>
            </p:cNvPr>
            <p:cNvGrpSpPr/>
            <p:nvPr/>
          </p:nvGrpSpPr>
          <p:grpSpPr>
            <a:xfrm>
              <a:off x="8197182" y="5756342"/>
              <a:ext cx="347133" cy="609600"/>
              <a:chOff x="6451600" y="4943545"/>
              <a:chExt cx="347133" cy="609600"/>
            </a:xfrm>
          </p:grpSpPr>
          <p:sp>
            <p:nvSpPr>
              <p:cNvPr id="345" name="Rectangle 344">
                <a:extLst>
                  <a:ext uri="{FF2B5EF4-FFF2-40B4-BE49-F238E27FC236}">
                    <a16:creationId xmlns:a16="http://schemas.microsoft.com/office/drawing/2014/main" id="{2875CD95-BB8F-DE51-7A17-37BD0E8A9818}"/>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46" name="Group 345">
                <a:extLst>
                  <a:ext uri="{FF2B5EF4-FFF2-40B4-BE49-F238E27FC236}">
                    <a16:creationId xmlns:a16="http://schemas.microsoft.com/office/drawing/2014/main" id="{3AC2B081-2027-0CE7-0757-5FAE40DA54F9}"/>
                  </a:ext>
                </a:extLst>
              </p:cNvPr>
              <p:cNvGrpSpPr/>
              <p:nvPr/>
            </p:nvGrpSpPr>
            <p:grpSpPr>
              <a:xfrm>
                <a:off x="6499231" y="5022567"/>
                <a:ext cx="251871" cy="158491"/>
                <a:chOff x="6493933" y="5022567"/>
                <a:chExt cx="270933" cy="253998"/>
              </a:xfrm>
            </p:grpSpPr>
            <p:cxnSp>
              <p:nvCxnSpPr>
                <p:cNvPr id="347" name="Straight Connector 346">
                  <a:extLst>
                    <a:ext uri="{FF2B5EF4-FFF2-40B4-BE49-F238E27FC236}">
                      <a16:creationId xmlns:a16="http://schemas.microsoft.com/office/drawing/2014/main" id="{FFA2D328-B091-C856-853B-E076812933FF}"/>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E2561DDB-0382-1B4F-04B4-22FD61EF841D}"/>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3D384299-AC1B-4C6A-4EB7-4267DAB5F812}"/>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0816F442-61BB-0CD7-14F0-FB1573A62289}"/>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44" name="Straight Connector 343">
              <a:extLst>
                <a:ext uri="{FF2B5EF4-FFF2-40B4-BE49-F238E27FC236}">
                  <a16:creationId xmlns:a16="http://schemas.microsoft.com/office/drawing/2014/main" id="{AC593ECD-8FFE-7A21-5F25-772EF68B421E}"/>
                </a:ext>
              </a:extLst>
            </p:cNvPr>
            <p:cNvCxnSpPr>
              <a:cxnSpLocks/>
              <a:stCxn id="345"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1" name="Group 350">
            <a:extLst>
              <a:ext uri="{FF2B5EF4-FFF2-40B4-BE49-F238E27FC236}">
                <a16:creationId xmlns:a16="http://schemas.microsoft.com/office/drawing/2014/main" id="{50EDE82F-DA7E-D068-2072-D39D5CB6E481}"/>
              </a:ext>
            </a:extLst>
          </p:cNvPr>
          <p:cNvGrpSpPr/>
          <p:nvPr/>
        </p:nvGrpSpPr>
        <p:grpSpPr>
          <a:xfrm>
            <a:off x="5164720" y="6119655"/>
            <a:ext cx="883332" cy="377648"/>
            <a:chOff x="8857587" y="5761985"/>
            <a:chExt cx="1175349" cy="609600"/>
          </a:xfrm>
        </p:grpSpPr>
        <p:grpSp>
          <p:nvGrpSpPr>
            <p:cNvPr id="352" name="Group 351">
              <a:extLst>
                <a:ext uri="{FF2B5EF4-FFF2-40B4-BE49-F238E27FC236}">
                  <a16:creationId xmlns:a16="http://schemas.microsoft.com/office/drawing/2014/main" id="{78E810D5-2ADA-FD71-211C-BDFF7062AD76}"/>
                </a:ext>
              </a:extLst>
            </p:cNvPr>
            <p:cNvGrpSpPr/>
            <p:nvPr/>
          </p:nvGrpSpPr>
          <p:grpSpPr>
            <a:xfrm>
              <a:off x="8857587" y="5761985"/>
              <a:ext cx="347133" cy="609600"/>
              <a:chOff x="6451600" y="4943545"/>
              <a:chExt cx="347133" cy="609600"/>
            </a:xfrm>
          </p:grpSpPr>
          <p:sp>
            <p:nvSpPr>
              <p:cNvPr id="354" name="Rectangle 353">
                <a:extLst>
                  <a:ext uri="{FF2B5EF4-FFF2-40B4-BE49-F238E27FC236}">
                    <a16:creationId xmlns:a16="http://schemas.microsoft.com/office/drawing/2014/main" id="{5087B4C7-9E1D-6E56-1AFB-F63E9223B367}"/>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55" name="Group 354">
                <a:extLst>
                  <a:ext uri="{FF2B5EF4-FFF2-40B4-BE49-F238E27FC236}">
                    <a16:creationId xmlns:a16="http://schemas.microsoft.com/office/drawing/2014/main" id="{9F0DF633-FBD8-9836-A937-32170D996D5D}"/>
                  </a:ext>
                </a:extLst>
              </p:cNvPr>
              <p:cNvGrpSpPr/>
              <p:nvPr/>
            </p:nvGrpSpPr>
            <p:grpSpPr>
              <a:xfrm>
                <a:off x="6499231" y="5022567"/>
                <a:ext cx="251871" cy="158491"/>
                <a:chOff x="6493933" y="5022567"/>
                <a:chExt cx="270933" cy="253998"/>
              </a:xfrm>
            </p:grpSpPr>
            <p:cxnSp>
              <p:nvCxnSpPr>
                <p:cNvPr id="356" name="Straight Connector 355">
                  <a:extLst>
                    <a:ext uri="{FF2B5EF4-FFF2-40B4-BE49-F238E27FC236}">
                      <a16:creationId xmlns:a16="http://schemas.microsoft.com/office/drawing/2014/main" id="{F6C2E682-6329-CC91-F02A-B8BB154DE0A9}"/>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43B97A02-1C1B-029C-5749-34DE3197F17A}"/>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5392DFBC-7A22-F39B-CB81-542132F02A9A}"/>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12F84F94-1DD9-40AF-CDB3-EEED091ECB58}"/>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53" name="Straight Connector 352">
              <a:extLst>
                <a:ext uri="{FF2B5EF4-FFF2-40B4-BE49-F238E27FC236}">
                  <a16:creationId xmlns:a16="http://schemas.microsoft.com/office/drawing/2014/main" id="{8EE9171D-F499-4886-B620-DF76A1113DE0}"/>
                </a:ext>
              </a:extLst>
            </p:cNvPr>
            <p:cNvCxnSpPr>
              <a:cxnSpLocks/>
              <a:stCxn id="354"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0" name="TextBox 359">
            <a:extLst>
              <a:ext uri="{FF2B5EF4-FFF2-40B4-BE49-F238E27FC236}">
                <a16:creationId xmlns:a16="http://schemas.microsoft.com/office/drawing/2014/main" id="{4D0369DB-726C-6C8B-8971-F7218264DB13}"/>
              </a:ext>
            </a:extLst>
          </p:cNvPr>
          <p:cNvSpPr txBox="1"/>
          <p:nvPr/>
        </p:nvSpPr>
        <p:spPr>
          <a:xfrm rot="5400000">
            <a:off x="5313715" y="5805490"/>
            <a:ext cx="215693" cy="2775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361" name="TextBox 360">
            <a:extLst>
              <a:ext uri="{FF2B5EF4-FFF2-40B4-BE49-F238E27FC236}">
                <a16:creationId xmlns:a16="http://schemas.microsoft.com/office/drawing/2014/main" id="{3A35C9F1-3A87-6BC6-6409-3E0AAC693E2D}"/>
              </a:ext>
            </a:extLst>
          </p:cNvPr>
          <p:cNvSpPr txBox="1"/>
          <p:nvPr/>
        </p:nvSpPr>
        <p:spPr>
          <a:xfrm>
            <a:off x="4426144" y="5605597"/>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362" name="TextBox 361">
            <a:extLst>
              <a:ext uri="{FF2B5EF4-FFF2-40B4-BE49-F238E27FC236}">
                <a16:creationId xmlns:a16="http://schemas.microsoft.com/office/drawing/2014/main" id="{6C822B5D-6082-E97B-CD7A-D4E9788D0FE5}"/>
              </a:ext>
            </a:extLst>
          </p:cNvPr>
          <p:cNvSpPr txBox="1"/>
          <p:nvPr/>
        </p:nvSpPr>
        <p:spPr>
          <a:xfrm>
            <a:off x="4426144" y="6212978"/>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364" name="TextBox 363">
            <a:extLst>
              <a:ext uri="{FF2B5EF4-FFF2-40B4-BE49-F238E27FC236}">
                <a16:creationId xmlns:a16="http://schemas.microsoft.com/office/drawing/2014/main" id="{6737BC36-D6F6-B700-BCAE-5257576F9307}"/>
              </a:ext>
            </a:extLst>
          </p:cNvPr>
          <p:cNvSpPr txBox="1"/>
          <p:nvPr/>
        </p:nvSpPr>
        <p:spPr>
          <a:xfrm>
            <a:off x="5960112" y="5887191"/>
            <a:ext cx="76309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ONU-N</a:t>
            </a:r>
          </a:p>
        </p:txBody>
      </p:sp>
      <p:sp>
        <p:nvSpPr>
          <p:cNvPr id="365" name="Rectangle 364">
            <a:extLst>
              <a:ext uri="{FF2B5EF4-FFF2-40B4-BE49-F238E27FC236}">
                <a16:creationId xmlns:a16="http://schemas.microsoft.com/office/drawing/2014/main" id="{DA4980A0-7071-FC17-465E-A2A64A025B21}"/>
              </a:ext>
            </a:extLst>
          </p:cNvPr>
          <p:cNvSpPr/>
          <p:nvPr/>
        </p:nvSpPr>
        <p:spPr>
          <a:xfrm>
            <a:off x="7762614" y="4354235"/>
            <a:ext cx="174995" cy="2156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1" name="Freeform: Shape 10">
            <a:extLst>
              <a:ext uri="{FF2B5EF4-FFF2-40B4-BE49-F238E27FC236}">
                <a16:creationId xmlns:a16="http://schemas.microsoft.com/office/drawing/2014/main" id="{270052A0-1690-A475-7F23-14F9BBB39318}"/>
              </a:ext>
            </a:extLst>
          </p:cNvPr>
          <p:cNvSpPr/>
          <p:nvPr/>
        </p:nvSpPr>
        <p:spPr>
          <a:xfrm>
            <a:off x="5323580" y="2916316"/>
            <a:ext cx="6471294" cy="1524060"/>
          </a:xfrm>
          <a:custGeom>
            <a:avLst/>
            <a:gdLst>
              <a:gd name="csX0" fmla="*/ 7869600 w 7869600"/>
              <a:gd name="csY0" fmla="*/ 1389600 h 1389600"/>
              <a:gd name="csX1" fmla="*/ 6458400 w 7869600"/>
              <a:gd name="csY1" fmla="*/ 864000 h 1389600"/>
              <a:gd name="csX2" fmla="*/ 5450400 w 7869600"/>
              <a:gd name="csY2" fmla="*/ 475200 h 1389600"/>
              <a:gd name="csX3" fmla="*/ 4773600 w 7869600"/>
              <a:gd name="csY3" fmla="*/ 540000 h 1389600"/>
              <a:gd name="csX4" fmla="*/ 3506400 w 7869600"/>
              <a:gd name="csY4" fmla="*/ 583200 h 1389600"/>
              <a:gd name="csX5" fmla="*/ 2001600 w 7869600"/>
              <a:gd name="csY5" fmla="*/ 590400 h 1389600"/>
              <a:gd name="csX6" fmla="*/ 1526400 w 7869600"/>
              <a:gd name="csY6" fmla="*/ 547200 h 1389600"/>
              <a:gd name="csX7" fmla="*/ 655200 w 7869600"/>
              <a:gd name="csY7" fmla="*/ 180000 h 1389600"/>
              <a:gd name="csX8" fmla="*/ 0 w 7869600"/>
              <a:gd name="csY8" fmla="*/ 0 h 1389600"/>
              <a:gd name="csX0" fmla="*/ 7696800 w 7696800"/>
              <a:gd name="csY0" fmla="*/ 1296000 h 1296000"/>
              <a:gd name="csX1" fmla="*/ 6458400 w 7696800"/>
              <a:gd name="csY1" fmla="*/ 864000 h 1296000"/>
              <a:gd name="csX2" fmla="*/ 5450400 w 7696800"/>
              <a:gd name="csY2" fmla="*/ 475200 h 1296000"/>
              <a:gd name="csX3" fmla="*/ 4773600 w 7696800"/>
              <a:gd name="csY3" fmla="*/ 540000 h 1296000"/>
              <a:gd name="csX4" fmla="*/ 3506400 w 7696800"/>
              <a:gd name="csY4" fmla="*/ 583200 h 1296000"/>
              <a:gd name="csX5" fmla="*/ 2001600 w 7696800"/>
              <a:gd name="csY5" fmla="*/ 590400 h 1296000"/>
              <a:gd name="csX6" fmla="*/ 1526400 w 7696800"/>
              <a:gd name="csY6" fmla="*/ 547200 h 1296000"/>
              <a:gd name="csX7" fmla="*/ 655200 w 7696800"/>
              <a:gd name="csY7" fmla="*/ 180000 h 1296000"/>
              <a:gd name="csX8" fmla="*/ 0 w 7696800"/>
              <a:gd name="csY8" fmla="*/ 0 h 1296000"/>
              <a:gd name="csX0" fmla="*/ 7696800 w 7696800"/>
              <a:gd name="csY0" fmla="*/ 1296000 h 1296000"/>
              <a:gd name="csX1" fmla="*/ 6609600 w 7696800"/>
              <a:gd name="csY1" fmla="*/ 842400 h 1296000"/>
              <a:gd name="csX2" fmla="*/ 5450400 w 7696800"/>
              <a:gd name="csY2" fmla="*/ 475200 h 1296000"/>
              <a:gd name="csX3" fmla="*/ 4773600 w 7696800"/>
              <a:gd name="csY3" fmla="*/ 540000 h 1296000"/>
              <a:gd name="csX4" fmla="*/ 3506400 w 7696800"/>
              <a:gd name="csY4" fmla="*/ 583200 h 1296000"/>
              <a:gd name="csX5" fmla="*/ 2001600 w 7696800"/>
              <a:gd name="csY5" fmla="*/ 590400 h 1296000"/>
              <a:gd name="csX6" fmla="*/ 1526400 w 7696800"/>
              <a:gd name="csY6" fmla="*/ 547200 h 1296000"/>
              <a:gd name="csX7" fmla="*/ 655200 w 7696800"/>
              <a:gd name="csY7" fmla="*/ 180000 h 1296000"/>
              <a:gd name="csX8" fmla="*/ 0 w 7696800"/>
              <a:gd name="csY8" fmla="*/ 0 h 1296000"/>
              <a:gd name="csX0" fmla="*/ 7583444 w 7583444"/>
              <a:gd name="csY0" fmla="*/ 1265772 h 1265772"/>
              <a:gd name="csX1" fmla="*/ 6496244 w 7583444"/>
              <a:gd name="csY1" fmla="*/ 812172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583444 w 7583444"/>
              <a:gd name="csY0" fmla="*/ 1265772 h 1265772"/>
              <a:gd name="csX1" fmla="*/ 6496244 w 7583444"/>
              <a:gd name="csY1" fmla="*/ 812172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583444 w 7583444"/>
              <a:gd name="csY0" fmla="*/ 1265772 h 1265772"/>
              <a:gd name="csX1" fmla="*/ 6554610 w 7583444"/>
              <a:gd name="csY1" fmla="*/ 607891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359708 w 7359708"/>
              <a:gd name="csY0" fmla="*/ 536197 h 608531"/>
              <a:gd name="csX1" fmla="*/ 6554610 w 7359708"/>
              <a:gd name="csY1" fmla="*/ 607891 h 608531"/>
              <a:gd name="csX2" fmla="*/ 5337044 w 7359708"/>
              <a:gd name="csY2" fmla="*/ 444972 h 608531"/>
              <a:gd name="csX3" fmla="*/ 4660244 w 7359708"/>
              <a:gd name="csY3" fmla="*/ 509772 h 608531"/>
              <a:gd name="csX4" fmla="*/ 3393044 w 7359708"/>
              <a:gd name="csY4" fmla="*/ 552972 h 608531"/>
              <a:gd name="csX5" fmla="*/ 1888244 w 7359708"/>
              <a:gd name="csY5" fmla="*/ 560172 h 608531"/>
              <a:gd name="csX6" fmla="*/ 1413044 w 7359708"/>
              <a:gd name="csY6" fmla="*/ 516972 h 608531"/>
              <a:gd name="csX7" fmla="*/ 541844 w 7359708"/>
              <a:gd name="csY7" fmla="*/ 149772 h 608531"/>
              <a:gd name="csX8" fmla="*/ 0 w 7359708"/>
              <a:gd name="csY8" fmla="*/ 0 h 608531"/>
              <a:gd name="csX0" fmla="*/ 7359708 w 7359708"/>
              <a:gd name="csY0" fmla="*/ 536197 h 562852"/>
              <a:gd name="csX1" fmla="*/ 6544882 w 7359708"/>
              <a:gd name="csY1" fmla="*/ 442521 h 562852"/>
              <a:gd name="csX2" fmla="*/ 5337044 w 7359708"/>
              <a:gd name="csY2" fmla="*/ 444972 h 562852"/>
              <a:gd name="csX3" fmla="*/ 4660244 w 7359708"/>
              <a:gd name="csY3" fmla="*/ 509772 h 562852"/>
              <a:gd name="csX4" fmla="*/ 3393044 w 7359708"/>
              <a:gd name="csY4" fmla="*/ 552972 h 562852"/>
              <a:gd name="csX5" fmla="*/ 1888244 w 7359708"/>
              <a:gd name="csY5" fmla="*/ 560172 h 562852"/>
              <a:gd name="csX6" fmla="*/ 1413044 w 7359708"/>
              <a:gd name="csY6" fmla="*/ 516972 h 562852"/>
              <a:gd name="csX7" fmla="*/ 541844 w 7359708"/>
              <a:gd name="csY7" fmla="*/ 149772 h 562852"/>
              <a:gd name="csX8" fmla="*/ 0 w 7359708"/>
              <a:gd name="csY8" fmla="*/ 0 h 562852"/>
              <a:gd name="csX0" fmla="*/ 7359708 w 7359708"/>
              <a:gd name="csY0" fmla="*/ 536197 h 562852"/>
              <a:gd name="csX1" fmla="*/ 6437878 w 7359708"/>
              <a:gd name="csY1" fmla="*/ 423066 h 562852"/>
              <a:gd name="csX2" fmla="*/ 5337044 w 7359708"/>
              <a:gd name="csY2" fmla="*/ 444972 h 562852"/>
              <a:gd name="csX3" fmla="*/ 4660244 w 7359708"/>
              <a:gd name="csY3" fmla="*/ 509772 h 562852"/>
              <a:gd name="csX4" fmla="*/ 3393044 w 7359708"/>
              <a:gd name="csY4" fmla="*/ 552972 h 562852"/>
              <a:gd name="csX5" fmla="*/ 1888244 w 7359708"/>
              <a:gd name="csY5" fmla="*/ 560172 h 562852"/>
              <a:gd name="csX6" fmla="*/ 1413044 w 7359708"/>
              <a:gd name="csY6" fmla="*/ 516972 h 562852"/>
              <a:gd name="csX7" fmla="*/ 541844 w 7359708"/>
              <a:gd name="csY7" fmla="*/ 149772 h 562852"/>
              <a:gd name="csX8" fmla="*/ 0 w 7359708"/>
              <a:gd name="csY8" fmla="*/ 0 h 562852"/>
              <a:gd name="csX0" fmla="*/ 7349980 w 7349980"/>
              <a:gd name="csY0" fmla="*/ 575108 h 575108"/>
              <a:gd name="csX1" fmla="*/ 6437878 w 7349980"/>
              <a:gd name="csY1" fmla="*/ 423066 h 575108"/>
              <a:gd name="csX2" fmla="*/ 5337044 w 7349980"/>
              <a:gd name="csY2" fmla="*/ 444972 h 575108"/>
              <a:gd name="csX3" fmla="*/ 4660244 w 7349980"/>
              <a:gd name="csY3" fmla="*/ 509772 h 575108"/>
              <a:gd name="csX4" fmla="*/ 3393044 w 7349980"/>
              <a:gd name="csY4" fmla="*/ 552972 h 575108"/>
              <a:gd name="csX5" fmla="*/ 1888244 w 7349980"/>
              <a:gd name="csY5" fmla="*/ 560172 h 575108"/>
              <a:gd name="csX6" fmla="*/ 1413044 w 7349980"/>
              <a:gd name="csY6" fmla="*/ 516972 h 575108"/>
              <a:gd name="csX7" fmla="*/ 541844 w 7349980"/>
              <a:gd name="csY7" fmla="*/ 149772 h 575108"/>
              <a:gd name="csX8" fmla="*/ 0 w 7349980"/>
              <a:gd name="csY8" fmla="*/ 0 h 575108"/>
              <a:gd name="csX0" fmla="*/ 7349980 w 7349980"/>
              <a:gd name="csY0" fmla="*/ 575108 h 580710"/>
              <a:gd name="csX1" fmla="*/ 6437878 w 7349980"/>
              <a:gd name="csY1" fmla="*/ 423066 h 580710"/>
              <a:gd name="csX2" fmla="*/ 5337044 w 7349980"/>
              <a:gd name="csY2" fmla="*/ 444972 h 580710"/>
              <a:gd name="csX3" fmla="*/ 4660244 w 7349980"/>
              <a:gd name="csY3" fmla="*/ 509772 h 580710"/>
              <a:gd name="csX4" fmla="*/ 3393044 w 7349980"/>
              <a:gd name="csY4" fmla="*/ 552972 h 580710"/>
              <a:gd name="csX5" fmla="*/ 1888244 w 7349980"/>
              <a:gd name="csY5" fmla="*/ 560172 h 580710"/>
              <a:gd name="csX6" fmla="*/ 1685981 w 7349980"/>
              <a:gd name="csY6" fmla="*/ 275728 h 580710"/>
              <a:gd name="csX7" fmla="*/ 541844 w 7349980"/>
              <a:gd name="csY7" fmla="*/ 149772 h 580710"/>
              <a:gd name="csX8" fmla="*/ 0 w 7349980"/>
              <a:gd name="csY8" fmla="*/ 0 h 580710"/>
              <a:gd name="csX0" fmla="*/ 7349980 w 7349980"/>
              <a:gd name="csY0" fmla="*/ 575108 h 1355000"/>
              <a:gd name="csX1" fmla="*/ 6437878 w 7349980"/>
              <a:gd name="csY1" fmla="*/ 423066 h 1355000"/>
              <a:gd name="csX2" fmla="*/ 5337044 w 7349980"/>
              <a:gd name="csY2" fmla="*/ 444972 h 1355000"/>
              <a:gd name="csX3" fmla="*/ 4660244 w 7349980"/>
              <a:gd name="csY3" fmla="*/ 509772 h 1355000"/>
              <a:gd name="csX4" fmla="*/ 3393044 w 7349980"/>
              <a:gd name="csY4" fmla="*/ 552972 h 1355000"/>
              <a:gd name="csX5" fmla="*/ 1935710 w 7349980"/>
              <a:gd name="csY5" fmla="*/ 1352831 h 1355000"/>
              <a:gd name="csX6" fmla="*/ 1685981 w 7349980"/>
              <a:gd name="csY6" fmla="*/ 275728 h 1355000"/>
              <a:gd name="csX7" fmla="*/ 541844 w 7349980"/>
              <a:gd name="csY7" fmla="*/ 149772 h 1355000"/>
              <a:gd name="csX8" fmla="*/ 0 w 7349980"/>
              <a:gd name="csY8" fmla="*/ 0 h 1355000"/>
              <a:gd name="csX0" fmla="*/ 7349980 w 7349980"/>
              <a:gd name="csY0" fmla="*/ 575108 h 1355644"/>
              <a:gd name="csX1" fmla="*/ 6437878 w 7349980"/>
              <a:gd name="csY1" fmla="*/ 423066 h 1355644"/>
              <a:gd name="csX2" fmla="*/ 5337044 w 7349980"/>
              <a:gd name="csY2" fmla="*/ 444972 h 1355644"/>
              <a:gd name="csX3" fmla="*/ 4660244 w 7349980"/>
              <a:gd name="csY3" fmla="*/ 509772 h 1355644"/>
              <a:gd name="csX4" fmla="*/ 3393044 w 7349980"/>
              <a:gd name="csY4" fmla="*/ 552972 h 1355644"/>
              <a:gd name="csX5" fmla="*/ 2158139 w 7349980"/>
              <a:gd name="csY5" fmla="*/ 587626 h 1355644"/>
              <a:gd name="csX6" fmla="*/ 1935710 w 7349980"/>
              <a:gd name="csY6" fmla="*/ 1352831 h 1355644"/>
              <a:gd name="csX7" fmla="*/ 1685981 w 7349980"/>
              <a:gd name="csY7" fmla="*/ 275728 h 1355644"/>
              <a:gd name="csX8" fmla="*/ 541844 w 7349980"/>
              <a:gd name="csY8" fmla="*/ 149772 h 1355644"/>
              <a:gd name="csX9" fmla="*/ 0 w 7349980"/>
              <a:gd name="csY9" fmla="*/ 0 h 1355644"/>
              <a:gd name="csX0" fmla="*/ 7349980 w 7349980"/>
              <a:gd name="csY0" fmla="*/ 575108 h 1321321"/>
              <a:gd name="csX1" fmla="*/ 6437878 w 7349980"/>
              <a:gd name="csY1" fmla="*/ 423066 h 1321321"/>
              <a:gd name="csX2" fmla="*/ 5337044 w 7349980"/>
              <a:gd name="csY2" fmla="*/ 444972 h 1321321"/>
              <a:gd name="csX3" fmla="*/ 4660244 w 7349980"/>
              <a:gd name="csY3" fmla="*/ 509772 h 1321321"/>
              <a:gd name="csX4" fmla="*/ 3393044 w 7349980"/>
              <a:gd name="csY4" fmla="*/ 552972 h 1321321"/>
              <a:gd name="csX5" fmla="*/ 2158139 w 7349980"/>
              <a:gd name="csY5" fmla="*/ 587626 h 1321321"/>
              <a:gd name="csX6" fmla="*/ 1864509 w 7349980"/>
              <a:gd name="csY6" fmla="*/ 1318367 h 1321321"/>
              <a:gd name="csX7" fmla="*/ 1685981 w 7349980"/>
              <a:gd name="csY7" fmla="*/ 275728 h 1321321"/>
              <a:gd name="csX8" fmla="*/ 541844 w 7349980"/>
              <a:gd name="csY8" fmla="*/ 149772 h 1321321"/>
              <a:gd name="csX9" fmla="*/ 0 w 7349980"/>
              <a:gd name="csY9" fmla="*/ 0 h 1321321"/>
              <a:gd name="csX0" fmla="*/ 7349980 w 7349980"/>
              <a:gd name="csY0" fmla="*/ 575108 h 1319746"/>
              <a:gd name="csX1" fmla="*/ 6437878 w 7349980"/>
              <a:gd name="csY1" fmla="*/ 423066 h 1319746"/>
              <a:gd name="csX2" fmla="*/ 5337044 w 7349980"/>
              <a:gd name="csY2" fmla="*/ 444972 h 1319746"/>
              <a:gd name="csX3" fmla="*/ 4660244 w 7349980"/>
              <a:gd name="csY3" fmla="*/ 509772 h 1319746"/>
              <a:gd name="csX4" fmla="*/ 3393044 w 7349980"/>
              <a:gd name="csY4" fmla="*/ 552972 h 1319746"/>
              <a:gd name="csX5" fmla="*/ 2158139 w 7349980"/>
              <a:gd name="csY5" fmla="*/ 587626 h 1319746"/>
              <a:gd name="csX6" fmla="*/ 1864509 w 7349980"/>
              <a:gd name="csY6" fmla="*/ 1318367 h 1319746"/>
              <a:gd name="csX7" fmla="*/ 1685981 w 7349980"/>
              <a:gd name="csY7" fmla="*/ 275728 h 1319746"/>
              <a:gd name="csX8" fmla="*/ 541844 w 7349980"/>
              <a:gd name="csY8" fmla="*/ 149772 h 1319746"/>
              <a:gd name="csX9" fmla="*/ 0 w 7349980"/>
              <a:gd name="csY9" fmla="*/ 0 h 1319746"/>
              <a:gd name="csX0" fmla="*/ 7349980 w 7349980"/>
              <a:gd name="csY0" fmla="*/ 575108 h 1362740"/>
              <a:gd name="csX1" fmla="*/ 6437878 w 7349980"/>
              <a:gd name="csY1" fmla="*/ 423066 h 1362740"/>
              <a:gd name="csX2" fmla="*/ 5337044 w 7349980"/>
              <a:gd name="csY2" fmla="*/ 444972 h 1362740"/>
              <a:gd name="csX3" fmla="*/ 4660244 w 7349980"/>
              <a:gd name="csY3" fmla="*/ 509772 h 1362740"/>
              <a:gd name="csX4" fmla="*/ 3393044 w 7349980"/>
              <a:gd name="csY4" fmla="*/ 552972 h 1362740"/>
              <a:gd name="csX5" fmla="*/ 2158139 w 7349980"/>
              <a:gd name="csY5" fmla="*/ 587626 h 1362740"/>
              <a:gd name="csX6" fmla="*/ 1959443 w 7349980"/>
              <a:gd name="csY6" fmla="*/ 1361446 h 1362740"/>
              <a:gd name="csX7" fmla="*/ 1685981 w 7349980"/>
              <a:gd name="csY7" fmla="*/ 275728 h 1362740"/>
              <a:gd name="csX8" fmla="*/ 541844 w 7349980"/>
              <a:gd name="csY8" fmla="*/ 149772 h 1362740"/>
              <a:gd name="csX9" fmla="*/ 0 w 7349980"/>
              <a:gd name="csY9" fmla="*/ 0 h 1362740"/>
              <a:gd name="csX0" fmla="*/ 7349980 w 7349980"/>
              <a:gd name="csY0" fmla="*/ 575108 h 1362844"/>
              <a:gd name="csX1" fmla="*/ 6437878 w 7349980"/>
              <a:gd name="csY1" fmla="*/ 423066 h 1362844"/>
              <a:gd name="csX2" fmla="*/ 5337044 w 7349980"/>
              <a:gd name="csY2" fmla="*/ 444972 h 1362844"/>
              <a:gd name="csX3" fmla="*/ 4660244 w 7349980"/>
              <a:gd name="csY3" fmla="*/ 509772 h 1362844"/>
              <a:gd name="csX4" fmla="*/ 3393044 w 7349980"/>
              <a:gd name="csY4" fmla="*/ 552972 h 1362844"/>
              <a:gd name="csX5" fmla="*/ 2158139 w 7349980"/>
              <a:gd name="csY5" fmla="*/ 587626 h 1362844"/>
              <a:gd name="csX6" fmla="*/ 1959443 w 7349980"/>
              <a:gd name="csY6" fmla="*/ 1361446 h 1362844"/>
              <a:gd name="csX7" fmla="*/ 1757182 w 7349980"/>
              <a:gd name="csY7" fmla="*/ 370503 h 1362844"/>
              <a:gd name="csX8" fmla="*/ 541844 w 7349980"/>
              <a:gd name="csY8" fmla="*/ 149772 h 1362844"/>
              <a:gd name="csX9" fmla="*/ 0 w 7349980"/>
              <a:gd name="csY9" fmla="*/ 0 h 1362844"/>
              <a:gd name="csX0" fmla="*/ 7349980 w 7349980"/>
              <a:gd name="csY0" fmla="*/ 575108 h 1362844"/>
              <a:gd name="csX1" fmla="*/ 6437878 w 7349980"/>
              <a:gd name="csY1" fmla="*/ 423066 h 1362844"/>
              <a:gd name="csX2" fmla="*/ 5337044 w 7349980"/>
              <a:gd name="csY2" fmla="*/ 444972 h 1362844"/>
              <a:gd name="csX3" fmla="*/ 4660244 w 7349980"/>
              <a:gd name="csY3" fmla="*/ 509772 h 1362844"/>
              <a:gd name="csX4" fmla="*/ 3393044 w 7349980"/>
              <a:gd name="csY4" fmla="*/ 552972 h 1362844"/>
              <a:gd name="csX5" fmla="*/ 2158139 w 7349980"/>
              <a:gd name="csY5" fmla="*/ 587626 h 1362844"/>
              <a:gd name="csX6" fmla="*/ 1959443 w 7349980"/>
              <a:gd name="csY6" fmla="*/ 1361446 h 1362844"/>
              <a:gd name="csX7" fmla="*/ 1757182 w 7349980"/>
              <a:gd name="csY7" fmla="*/ 370503 h 1362844"/>
              <a:gd name="csX8" fmla="*/ 541844 w 7349980"/>
              <a:gd name="csY8" fmla="*/ 149772 h 1362844"/>
              <a:gd name="csX9" fmla="*/ 0 w 7349980"/>
              <a:gd name="csY9" fmla="*/ 0 h 1362844"/>
              <a:gd name="csX0" fmla="*/ 7349980 w 7349980"/>
              <a:gd name="csY0" fmla="*/ 575108 h 1363420"/>
              <a:gd name="csX1" fmla="*/ 6437878 w 7349980"/>
              <a:gd name="csY1" fmla="*/ 423066 h 1363420"/>
              <a:gd name="csX2" fmla="*/ 5337044 w 7349980"/>
              <a:gd name="csY2" fmla="*/ 444972 h 1363420"/>
              <a:gd name="csX3" fmla="*/ 4660244 w 7349980"/>
              <a:gd name="csY3" fmla="*/ 509772 h 1363420"/>
              <a:gd name="csX4" fmla="*/ 3393044 w 7349980"/>
              <a:gd name="csY4" fmla="*/ 552972 h 1363420"/>
              <a:gd name="csX5" fmla="*/ 2158139 w 7349980"/>
              <a:gd name="csY5" fmla="*/ 587626 h 1363420"/>
              <a:gd name="csX6" fmla="*/ 1959443 w 7349980"/>
              <a:gd name="csY6" fmla="*/ 1361446 h 1363420"/>
              <a:gd name="csX7" fmla="*/ 1543579 w 7349980"/>
              <a:gd name="csY7" fmla="*/ 327424 h 1363420"/>
              <a:gd name="csX8" fmla="*/ 541844 w 7349980"/>
              <a:gd name="csY8" fmla="*/ 149772 h 1363420"/>
              <a:gd name="csX9" fmla="*/ 0 w 7349980"/>
              <a:gd name="csY9" fmla="*/ 0 h 1363420"/>
              <a:gd name="csX0" fmla="*/ 7349980 w 7349980"/>
              <a:gd name="csY0" fmla="*/ 575108 h 1363420"/>
              <a:gd name="csX1" fmla="*/ 6437878 w 7349980"/>
              <a:gd name="csY1" fmla="*/ 423066 h 1363420"/>
              <a:gd name="csX2" fmla="*/ 5337044 w 7349980"/>
              <a:gd name="csY2" fmla="*/ 444972 h 1363420"/>
              <a:gd name="csX3" fmla="*/ 4660244 w 7349980"/>
              <a:gd name="csY3" fmla="*/ 509772 h 1363420"/>
              <a:gd name="csX4" fmla="*/ 3393044 w 7349980"/>
              <a:gd name="csY4" fmla="*/ 552972 h 1363420"/>
              <a:gd name="csX5" fmla="*/ 2158139 w 7349980"/>
              <a:gd name="csY5" fmla="*/ 587626 h 1363420"/>
              <a:gd name="csX6" fmla="*/ 1959443 w 7349980"/>
              <a:gd name="csY6" fmla="*/ 1361446 h 1363420"/>
              <a:gd name="csX7" fmla="*/ 1543579 w 7349980"/>
              <a:gd name="csY7" fmla="*/ 327424 h 1363420"/>
              <a:gd name="csX8" fmla="*/ 541844 w 7349980"/>
              <a:gd name="csY8" fmla="*/ 149772 h 1363420"/>
              <a:gd name="csX9" fmla="*/ 0 w 7349980"/>
              <a:gd name="csY9" fmla="*/ 0 h 1363420"/>
              <a:gd name="csX0" fmla="*/ 7349980 w 7349980"/>
              <a:gd name="csY0" fmla="*/ 575108 h 1363179"/>
              <a:gd name="csX1" fmla="*/ 6437878 w 7349980"/>
              <a:gd name="csY1" fmla="*/ 423066 h 1363179"/>
              <a:gd name="csX2" fmla="*/ 5337044 w 7349980"/>
              <a:gd name="csY2" fmla="*/ 444972 h 1363179"/>
              <a:gd name="csX3" fmla="*/ 4660244 w 7349980"/>
              <a:gd name="csY3" fmla="*/ 509772 h 1363179"/>
              <a:gd name="csX4" fmla="*/ 3393044 w 7349980"/>
              <a:gd name="csY4" fmla="*/ 552972 h 1363179"/>
              <a:gd name="csX5" fmla="*/ 2158139 w 7349980"/>
              <a:gd name="csY5" fmla="*/ 587626 h 1363179"/>
              <a:gd name="csX6" fmla="*/ 1959443 w 7349980"/>
              <a:gd name="csY6" fmla="*/ 1361446 h 1363179"/>
              <a:gd name="csX7" fmla="*/ 1733449 w 7349980"/>
              <a:gd name="csY7" fmla="*/ 344656 h 1363179"/>
              <a:gd name="csX8" fmla="*/ 541844 w 7349980"/>
              <a:gd name="csY8" fmla="*/ 149772 h 1363179"/>
              <a:gd name="csX9" fmla="*/ 0 w 7349980"/>
              <a:gd name="csY9" fmla="*/ 0 h 1363179"/>
              <a:gd name="csX0" fmla="*/ 7349980 w 7349980"/>
              <a:gd name="csY0" fmla="*/ 575108 h 1362042"/>
              <a:gd name="csX1" fmla="*/ 6437878 w 7349980"/>
              <a:gd name="csY1" fmla="*/ 423066 h 1362042"/>
              <a:gd name="csX2" fmla="*/ 5337044 w 7349980"/>
              <a:gd name="csY2" fmla="*/ 444972 h 1362042"/>
              <a:gd name="csX3" fmla="*/ 4660244 w 7349980"/>
              <a:gd name="csY3" fmla="*/ 509772 h 1362042"/>
              <a:gd name="csX4" fmla="*/ 3393044 w 7349980"/>
              <a:gd name="csY4" fmla="*/ 552972 h 1362042"/>
              <a:gd name="csX5" fmla="*/ 2158139 w 7349980"/>
              <a:gd name="csY5" fmla="*/ 587626 h 1362042"/>
              <a:gd name="csX6" fmla="*/ 1959443 w 7349980"/>
              <a:gd name="csY6" fmla="*/ 1361446 h 1362042"/>
              <a:gd name="csX7" fmla="*/ 1733449 w 7349980"/>
              <a:gd name="csY7" fmla="*/ 344656 h 1362042"/>
              <a:gd name="csX8" fmla="*/ 541844 w 7349980"/>
              <a:gd name="csY8" fmla="*/ 149772 h 1362042"/>
              <a:gd name="csX9" fmla="*/ 0 w 7349980"/>
              <a:gd name="csY9" fmla="*/ 0 h 1362042"/>
              <a:gd name="csX0" fmla="*/ 7349980 w 7349980"/>
              <a:gd name="csY0" fmla="*/ 575108 h 1362042"/>
              <a:gd name="csX1" fmla="*/ 6437878 w 7349980"/>
              <a:gd name="csY1" fmla="*/ 423066 h 1362042"/>
              <a:gd name="csX2" fmla="*/ 5337044 w 7349980"/>
              <a:gd name="csY2" fmla="*/ 444972 h 1362042"/>
              <a:gd name="csX3" fmla="*/ 4660244 w 7349980"/>
              <a:gd name="csY3" fmla="*/ 509772 h 1362042"/>
              <a:gd name="csX4" fmla="*/ 3393044 w 7349980"/>
              <a:gd name="csY4" fmla="*/ 552972 h 1362042"/>
              <a:gd name="csX5" fmla="*/ 2158139 w 7349980"/>
              <a:gd name="csY5" fmla="*/ 587626 h 1362042"/>
              <a:gd name="csX6" fmla="*/ 1959443 w 7349980"/>
              <a:gd name="csY6" fmla="*/ 1361446 h 1362042"/>
              <a:gd name="csX7" fmla="*/ 1733449 w 7349980"/>
              <a:gd name="csY7" fmla="*/ 344656 h 1362042"/>
              <a:gd name="csX8" fmla="*/ 672380 w 7349980"/>
              <a:gd name="csY8" fmla="*/ 72229 h 1362042"/>
              <a:gd name="csX9" fmla="*/ 0 w 7349980"/>
              <a:gd name="csY9" fmla="*/ 0 h 1362042"/>
              <a:gd name="csX0" fmla="*/ 7421181 w 7421181"/>
              <a:gd name="csY0" fmla="*/ 532697 h 1319631"/>
              <a:gd name="csX1" fmla="*/ 6509079 w 7421181"/>
              <a:gd name="csY1" fmla="*/ 380655 h 1319631"/>
              <a:gd name="csX2" fmla="*/ 5408245 w 7421181"/>
              <a:gd name="csY2" fmla="*/ 402561 h 1319631"/>
              <a:gd name="csX3" fmla="*/ 4731445 w 7421181"/>
              <a:gd name="csY3" fmla="*/ 467361 h 1319631"/>
              <a:gd name="csX4" fmla="*/ 3464245 w 7421181"/>
              <a:gd name="csY4" fmla="*/ 510561 h 1319631"/>
              <a:gd name="csX5" fmla="*/ 2229340 w 7421181"/>
              <a:gd name="csY5" fmla="*/ 545215 h 1319631"/>
              <a:gd name="csX6" fmla="*/ 2030644 w 7421181"/>
              <a:gd name="csY6" fmla="*/ 1319035 h 1319631"/>
              <a:gd name="csX7" fmla="*/ 1804650 w 7421181"/>
              <a:gd name="csY7" fmla="*/ 302245 h 1319631"/>
              <a:gd name="csX8" fmla="*/ 743581 w 7421181"/>
              <a:gd name="csY8" fmla="*/ 29818 h 1319631"/>
              <a:gd name="csX9" fmla="*/ 0 w 7421181"/>
              <a:gd name="csY9" fmla="*/ 9284 h 1319631"/>
              <a:gd name="csX0" fmla="*/ 7421181 w 7421181"/>
              <a:gd name="csY0" fmla="*/ 555211 h 1342145"/>
              <a:gd name="csX1" fmla="*/ 6509079 w 7421181"/>
              <a:gd name="csY1" fmla="*/ 403169 h 1342145"/>
              <a:gd name="csX2" fmla="*/ 5408245 w 7421181"/>
              <a:gd name="csY2" fmla="*/ 425075 h 1342145"/>
              <a:gd name="csX3" fmla="*/ 4731445 w 7421181"/>
              <a:gd name="csY3" fmla="*/ 489875 h 1342145"/>
              <a:gd name="csX4" fmla="*/ 3464245 w 7421181"/>
              <a:gd name="csY4" fmla="*/ 533075 h 1342145"/>
              <a:gd name="csX5" fmla="*/ 2229340 w 7421181"/>
              <a:gd name="csY5" fmla="*/ 567729 h 1342145"/>
              <a:gd name="csX6" fmla="*/ 2030644 w 7421181"/>
              <a:gd name="csY6" fmla="*/ 1341549 h 1342145"/>
              <a:gd name="csX7" fmla="*/ 1804650 w 7421181"/>
              <a:gd name="csY7" fmla="*/ 324759 h 1342145"/>
              <a:gd name="csX8" fmla="*/ 743581 w 7421181"/>
              <a:gd name="csY8" fmla="*/ 52332 h 1342145"/>
              <a:gd name="csX9" fmla="*/ 0 w 7421181"/>
              <a:gd name="csY9" fmla="*/ 31798 h 1342145"/>
              <a:gd name="csX0" fmla="*/ 7421181 w 7421181"/>
              <a:gd name="csY0" fmla="*/ 547625 h 1334559"/>
              <a:gd name="csX1" fmla="*/ 6509079 w 7421181"/>
              <a:gd name="csY1" fmla="*/ 395583 h 1334559"/>
              <a:gd name="csX2" fmla="*/ 5408245 w 7421181"/>
              <a:gd name="csY2" fmla="*/ 417489 h 1334559"/>
              <a:gd name="csX3" fmla="*/ 4731445 w 7421181"/>
              <a:gd name="csY3" fmla="*/ 482289 h 1334559"/>
              <a:gd name="csX4" fmla="*/ 3464245 w 7421181"/>
              <a:gd name="csY4" fmla="*/ 525489 h 1334559"/>
              <a:gd name="csX5" fmla="*/ 2229340 w 7421181"/>
              <a:gd name="csY5" fmla="*/ 560143 h 1334559"/>
              <a:gd name="csX6" fmla="*/ 2030644 w 7421181"/>
              <a:gd name="csY6" fmla="*/ 1333963 h 1334559"/>
              <a:gd name="csX7" fmla="*/ 1804650 w 7421181"/>
              <a:gd name="csY7" fmla="*/ 317173 h 1334559"/>
              <a:gd name="csX8" fmla="*/ 743581 w 7421181"/>
              <a:gd name="csY8" fmla="*/ 44746 h 1334559"/>
              <a:gd name="csX9" fmla="*/ 0 w 7421181"/>
              <a:gd name="csY9" fmla="*/ 24212 h 1334559"/>
              <a:gd name="csX0" fmla="*/ 7421181 w 7421181"/>
              <a:gd name="csY0" fmla="*/ 536643 h 1323577"/>
              <a:gd name="csX1" fmla="*/ 6509079 w 7421181"/>
              <a:gd name="csY1" fmla="*/ 384601 h 1323577"/>
              <a:gd name="csX2" fmla="*/ 5408245 w 7421181"/>
              <a:gd name="csY2" fmla="*/ 406507 h 1323577"/>
              <a:gd name="csX3" fmla="*/ 4731445 w 7421181"/>
              <a:gd name="csY3" fmla="*/ 471307 h 1323577"/>
              <a:gd name="csX4" fmla="*/ 3464245 w 7421181"/>
              <a:gd name="csY4" fmla="*/ 514507 h 1323577"/>
              <a:gd name="csX5" fmla="*/ 2229340 w 7421181"/>
              <a:gd name="csY5" fmla="*/ 549161 h 1323577"/>
              <a:gd name="csX6" fmla="*/ 2030644 w 7421181"/>
              <a:gd name="csY6" fmla="*/ 1322981 h 1323577"/>
              <a:gd name="csX7" fmla="*/ 1804650 w 7421181"/>
              <a:gd name="csY7" fmla="*/ 306191 h 1323577"/>
              <a:gd name="csX8" fmla="*/ 838515 w 7421181"/>
              <a:gd name="csY8" fmla="*/ 50995 h 1323577"/>
              <a:gd name="csX9" fmla="*/ 0 w 7421181"/>
              <a:gd name="csY9" fmla="*/ 13230 h 132357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838515 w 7421181"/>
              <a:gd name="csY8" fmla="*/ 37765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838515 w 7421181"/>
              <a:gd name="csY8" fmla="*/ 37765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0 w 7421181"/>
              <a:gd name="csY8"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900256 w 7421181"/>
              <a:gd name="csY8" fmla="*/ 44826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1446129 w 7421181"/>
              <a:gd name="csY8" fmla="*/ 260223 h 1310347"/>
              <a:gd name="csX9" fmla="*/ 900256 w 7421181"/>
              <a:gd name="csY9" fmla="*/ 44826 h 1310347"/>
              <a:gd name="csX10" fmla="*/ 0 w 7421181"/>
              <a:gd name="csY10" fmla="*/ 0 h 1310347"/>
              <a:gd name="csX0" fmla="*/ 7421181 w 7421181"/>
              <a:gd name="csY0" fmla="*/ 523413 h 1310421"/>
              <a:gd name="csX1" fmla="*/ 6509079 w 7421181"/>
              <a:gd name="csY1" fmla="*/ 371371 h 1310421"/>
              <a:gd name="csX2" fmla="*/ 5408245 w 7421181"/>
              <a:gd name="csY2" fmla="*/ 393277 h 1310421"/>
              <a:gd name="csX3" fmla="*/ 4731445 w 7421181"/>
              <a:gd name="csY3" fmla="*/ 458077 h 1310421"/>
              <a:gd name="csX4" fmla="*/ 3464245 w 7421181"/>
              <a:gd name="csY4" fmla="*/ 501277 h 1310421"/>
              <a:gd name="csX5" fmla="*/ 2229340 w 7421181"/>
              <a:gd name="csY5" fmla="*/ 535931 h 1310421"/>
              <a:gd name="csX6" fmla="*/ 2030644 w 7421181"/>
              <a:gd name="csY6" fmla="*/ 1309751 h 1310421"/>
              <a:gd name="csX7" fmla="*/ 1840250 w 7421181"/>
              <a:gd name="csY7" fmla="*/ 387735 h 1310421"/>
              <a:gd name="csX8" fmla="*/ 1446129 w 7421181"/>
              <a:gd name="csY8" fmla="*/ 260223 h 1310421"/>
              <a:gd name="csX9" fmla="*/ 900256 w 7421181"/>
              <a:gd name="csY9" fmla="*/ 44826 h 1310421"/>
              <a:gd name="csX10" fmla="*/ 0 w 7421181"/>
              <a:gd name="csY10" fmla="*/ 0 h 1310421"/>
              <a:gd name="csX0" fmla="*/ 7421181 w 7421181"/>
              <a:gd name="csY0" fmla="*/ 523413 h 1310848"/>
              <a:gd name="csX1" fmla="*/ 6509079 w 7421181"/>
              <a:gd name="csY1" fmla="*/ 371371 h 1310848"/>
              <a:gd name="csX2" fmla="*/ 5408245 w 7421181"/>
              <a:gd name="csY2" fmla="*/ 393277 h 1310848"/>
              <a:gd name="csX3" fmla="*/ 4731445 w 7421181"/>
              <a:gd name="csY3" fmla="*/ 458077 h 1310848"/>
              <a:gd name="csX4" fmla="*/ 3464245 w 7421181"/>
              <a:gd name="csY4" fmla="*/ 501277 h 1310848"/>
              <a:gd name="csX5" fmla="*/ 2229340 w 7421181"/>
              <a:gd name="csY5" fmla="*/ 535931 h 1310848"/>
              <a:gd name="csX6" fmla="*/ 2030644 w 7421181"/>
              <a:gd name="csY6" fmla="*/ 1309751 h 1310848"/>
              <a:gd name="csX7" fmla="*/ 1863983 w 7421181"/>
              <a:gd name="csY7" fmla="*/ 344656 h 1310848"/>
              <a:gd name="csX8" fmla="*/ 1446129 w 7421181"/>
              <a:gd name="csY8" fmla="*/ 260223 h 1310848"/>
              <a:gd name="csX9" fmla="*/ 900256 w 7421181"/>
              <a:gd name="csY9" fmla="*/ 44826 h 1310848"/>
              <a:gd name="csX10" fmla="*/ 0 w 7421181"/>
              <a:gd name="csY10" fmla="*/ 0 h 1310848"/>
              <a:gd name="csX0" fmla="*/ 7421181 w 7421181"/>
              <a:gd name="csY0" fmla="*/ 523413 h 1398836"/>
              <a:gd name="csX1" fmla="*/ 6509079 w 7421181"/>
              <a:gd name="csY1" fmla="*/ 371371 h 1398836"/>
              <a:gd name="csX2" fmla="*/ 5408245 w 7421181"/>
              <a:gd name="csY2" fmla="*/ 393277 h 1398836"/>
              <a:gd name="csX3" fmla="*/ 4731445 w 7421181"/>
              <a:gd name="csY3" fmla="*/ 458077 h 1398836"/>
              <a:gd name="csX4" fmla="*/ 3464245 w 7421181"/>
              <a:gd name="csY4" fmla="*/ 501277 h 1398836"/>
              <a:gd name="csX5" fmla="*/ 2229340 w 7421181"/>
              <a:gd name="csY5" fmla="*/ 535931 h 1398836"/>
              <a:gd name="csX6" fmla="*/ 2158139 w 7421181"/>
              <a:gd name="csY6" fmla="*/ 1268277 h 1398836"/>
              <a:gd name="csX7" fmla="*/ 2030644 w 7421181"/>
              <a:gd name="csY7" fmla="*/ 1309751 h 1398836"/>
              <a:gd name="csX8" fmla="*/ 1863983 w 7421181"/>
              <a:gd name="csY8" fmla="*/ 344656 h 1398836"/>
              <a:gd name="csX9" fmla="*/ 1446129 w 7421181"/>
              <a:gd name="csY9" fmla="*/ 260223 h 1398836"/>
              <a:gd name="csX10" fmla="*/ 900256 w 7421181"/>
              <a:gd name="csY10" fmla="*/ 44826 h 1398836"/>
              <a:gd name="csX11" fmla="*/ 0 w 7421181"/>
              <a:gd name="csY11" fmla="*/ 0 h 1398836"/>
              <a:gd name="csX0" fmla="*/ 7421181 w 7421181"/>
              <a:gd name="csY0" fmla="*/ 523413 h 1378372"/>
              <a:gd name="csX1" fmla="*/ 6509079 w 7421181"/>
              <a:gd name="csY1" fmla="*/ 371371 h 1378372"/>
              <a:gd name="csX2" fmla="*/ 5408245 w 7421181"/>
              <a:gd name="csY2" fmla="*/ 393277 h 1378372"/>
              <a:gd name="csX3" fmla="*/ 4731445 w 7421181"/>
              <a:gd name="csY3" fmla="*/ 458077 h 1378372"/>
              <a:gd name="csX4" fmla="*/ 3464245 w 7421181"/>
              <a:gd name="csY4" fmla="*/ 501277 h 1378372"/>
              <a:gd name="csX5" fmla="*/ 2229340 w 7421181"/>
              <a:gd name="csY5" fmla="*/ 535931 h 1378372"/>
              <a:gd name="csX6" fmla="*/ 2158139 w 7421181"/>
              <a:gd name="csY6" fmla="*/ 1268277 h 1378372"/>
              <a:gd name="csX7" fmla="*/ 1971311 w 7421181"/>
              <a:gd name="csY7" fmla="*/ 1275288 h 1378372"/>
              <a:gd name="csX8" fmla="*/ 1863983 w 7421181"/>
              <a:gd name="csY8" fmla="*/ 344656 h 1378372"/>
              <a:gd name="csX9" fmla="*/ 1446129 w 7421181"/>
              <a:gd name="csY9" fmla="*/ 260223 h 1378372"/>
              <a:gd name="csX10" fmla="*/ 900256 w 7421181"/>
              <a:gd name="csY10" fmla="*/ 44826 h 1378372"/>
              <a:gd name="csX11" fmla="*/ 0 w 7421181"/>
              <a:gd name="csY11" fmla="*/ 0 h 1378372"/>
              <a:gd name="csX0" fmla="*/ 7421181 w 7421181"/>
              <a:gd name="csY0" fmla="*/ 523413 h 1357070"/>
              <a:gd name="csX1" fmla="*/ 6509079 w 7421181"/>
              <a:gd name="csY1" fmla="*/ 371371 h 1357070"/>
              <a:gd name="csX2" fmla="*/ 5408245 w 7421181"/>
              <a:gd name="csY2" fmla="*/ 393277 h 1357070"/>
              <a:gd name="csX3" fmla="*/ 4731445 w 7421181"/>
              <a:gd name="csY3" fmla="*/ 458077 h 1357070"/>
              <a:gd name="csX4" fmla="*/ 3464245 w 7421181"/>
              <a:gd name="csY4" fmla="*/ 501277 h 1357070"/>
              <a:gd name="csX5" fmla="*/ 2229340 w 7421181"/>
              <a:gd name="csY5" fmla="*/ 535931 h 1357070"/>
              <a:gd name="csX6" fmla="*/ 2158139 w 7421181"/>
              <a:gd name="csY6" fmla="*/ 1268277 h 1357070"/>
              <a:gd name="csX7" fmla="*/ 1971311 w 7421181"/>
              <a:gd name="csY7" fmla="*/ 1232209 h 1357070"/>
              <a:gd name="csX8" fmla="*/ 1863983 w 7421181"/>
              <a:gd name="csY8" fmla="*/ 344656 h 1357070"/>
              <a:gd name="csX9" fmla="*/ 1446129 w 7421181"/>
              <a:gd name="csY9" fmla="*/ 260223 h 1357070"/>
              <a:gd name="csX10" fmla="*/ 900256 w 7421181"/>
              <a:gd name="csY10" fmla="*/ 44826 h 1357070"/>
              <a:gd name="csX11" fmla="*/ 0 w 7421181"/>
              <a:gd name="csY11" fmla="*/ 0 h 1357070"/>
              <a:gd name="csX0" fmla="*/ 7421181 w 7421181"/>
              <a:gd name="csY0" fmla="*/ 523413 h 1369263"/>
              <a:gd name="csX1" fmla="*/ 6509079 w 7421181"/>
              <a:gd name="csY1" fmla="*/ 371371 h 1369263"/>
              <a:gd name="csX2" fmla="*/ 5408245 w 7421181"/>
              <a:gd name="csY2" fmla="*/ 393277 h 1369263"/>
              <a:gd name="csX3" fmla="*/ 4731445 w 7421181"/>
              <a:gd name="csY3" fmla="*/ 458077 h 1369263"/>
              <a:gd name="csX4" fmla="*/ 3464245 w 7421181"/>
              <a:gd name="csY4" fmla="*/ 501277 h 1369263"/>
              <a:gd name="csX5" fmla="*/ 2229340 w 7421181"/>
              <a:gd name="csY5" fmla="*/ 535931 h 1369263"/>
              <a:gd name="csX6" fmla="*/ 2158139 w 7421181"/>
              <a:gd name="csY6" fmla="*/ 1268277 h 1369263"/>
              <a:gd name="csX7" fmla="*/ 1971311 w 7421181"/>
              <a:gd name="csY7" fmla="*/ 1258057 h 1369263"/>
              <a:gd name="csX8" fmla="*/ 1863983 w 7421181"/>
              <a:gd name="csY8" fmla="*/ 344656 h 1369263"/>
              <a:gd name="csX9" fmla="*/ 1446129 w 7421181"/>
              <a:gd name="csY9" fmla="*/ 260223 h 1369263"/>
              <a:gd name="csX10" fmla="*/ 900256 w 7421181"/>
              <a:gd name="csY10" fmla="*/ 44826 h 1369263"/>
              <a:gd name="csX11" fmla="*/ 0 w 7421181"/>
              <a:gd name="csY11" fmla="*/ 0 h 1369263"/>
              <a:gd name="csX0" fmla="*/ 7231311 w 7231311"/>
              <a:gd name="csY0" fmla="*/ 497566 h 1369263"/>
              <a:gd name="csX1" fmla="*/ 6509079 w 7231311"/>
              <a:gd name="csY1" fmla="*/ 371371 h 1369263"/>
              <a:gd name="csX2" fmla="*/ 5408245 w 7231311"/>
              <a:gd name="csY2" fmla="*/ 393277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390412 w 7231311"/>
              <a:gd name="csY1" fmla="*/ 440298 h 1369263"/>
              <a:gd name="csX2" fmla="*/ 5408245 w 7231311"/>
              <a:gd name="csY2" fmla="*/ 393277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390412 w 7231311"/>
              <a:gd name="csY1" fmla="*/ 440298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426013 w 7231311"/>
              <a:gd name="csY1" fmla="*/ 423065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426013 w 7231311"/>
              <a:gd name="csY1" fmla="*/ 423065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229340 w 7160110"/>
              <a:gd name="csY5" fmla="*/ 535931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229340 w 7160110"/>
              <a:gd name="csY5" fmla="*/ 535931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670626 w 7160110"/>
              <a:gd name="csY5" fmla="*/ 518700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59998"/>
              <a:gd name="csX1" fmla="*/ 6426013 w 7160110"/>
              <a:gd name="csY1" fmla="*/ 423065 h 1359998"/>
              <a:gd name="csX2" fmla="*/ 5479447 w 7160110"/>
              <a:gd name="csY2" fmla="*/ 427740 h 1359998"/>
              <a:gd name="csX3" fmla="*/ 4731445 w 7160110"/>
              <a:gd name="csY3" fmla="*/ 458077 h 1359998"/>
              <a:gd name="csX4" fmla="*/ 3464245 w 7160110"/>
              <a:gd name="csY4" fmla="*/ 501277 h 1359998"/>
              <a:gd name="csX5" fmla="*/ 2670626 w 7160110"/>
              <a:gd name="csY5" fmla="*/ 518700 h 1359998"/>
              <a:gd name="csX6" fmla="*/ 2610189 w 7160110"/>
              <a:gd name="csY6" fmla="*/ 1251046 h 1359998"/>
              <a:gd name="csX7" fmla="*/ 1971311 w 7160110"/>
              <a:gd name="csY7" fmla="*/ 1258057 h 1359998"/>
              <a:gd name="csX8" fmla="*/ 1863983 w 7160110"/>
              <a:gd name="csY8" fmla="*/ 344656 h 1359998"/>
              <a:gd name="csX9" fmla="*/ 1446129 w 7160110"/>
              <a:gd name="csY9" fmla="*/ 260223 h 1359998"/>
              <a:gd name="csX10" fmla="*/ 900256 w 7160110"/>
              <a:gd name="csY10" fmla="*/ 44826 h 1359998"/>
              <a:gd name="csX11" fmla="*/ 0 w 7160110"/>
              <a:gd name="csY11" fmla="*/ 0 h 1359998"/>
              <a:gd name="csX0" fmla="*/ 7160110 w 7160110"/>
              <a:gd name="csY0" fmla="*/ 575108 h 1350950"/>
              <a:gd name="csX1" fmla="*/ 6426013 w 7160110"/>
              <a:gd name="csY1" fmla="*/ 423065 h 1350950"/>
              <a:gd name="csX2" fmla="*/ 5479447 w 7160110"/>
              <a:gd name="csY2" fmla="*/ 427740 h 1350950"/>
              <a:gd name="csX3" fmla="*/ 4731445 w 7160110"/>
              <a:gd name="csY3" fmla="*/ 458077 h 1350950"/>
              <a:gd name="csX4" fmla="*/ 3464245 w 7160110"/>
              <a:gd name="csY4" fmla="*/ 501277 h 1350950"/>
              <a:gd name="csX5" fmla="*/ 2670626 w 7160110"/>
              <a:gd name="csY5" fmla="*/ 518700 h 1350950"/>
              <a:gd name="csX6" fmla="*/ 2610189 w 7160110"/>
              <a:gd name="csY6" fmla="*/ 1251046 h 1350950"/>
              <a:gd name="csX7" fmla="*/ 2132757 w 7160110"/>
              <a:gd name="csY7" fmla="*/ 1240826 h 1350950"/>
              <a:gd name="csX8" fmla="*/ 1863983 w 7160110"/>
              <a:gd name="csY8" fmla="*/ 344656 h 1350950"/>
              <a:gd name="csX9" fmla="*/ 1446129 w 7160110"/>
              <a:gd name="csY9" fmla="*/ 260223 h 1350950"/>
              <a:gd name="csX10" fmla="*/ 900256 w 7160110"/>
              <a:gd name="csY10" fmla="*/ 44826 h 1350950"/>
              <a:gd name="csX11" fmla="*/ 0 w 7160110"/>
              <a:gd name="csY11" fmla="*/ 0 h 1350950"/>
              <a:gd name="csX0" fmla="*/ 7160110 w 7160110"/>
              <a:gd name="csY0" fmla="*/ 575108 h 1349872"/>
              <a:gd name="csX1" fmla="*/ 6426013 w 7160110"/>
              <a:gd name="csY1" fmla="*/ 423065 h 1349872"/>
              <a:gd name="csX2" fmla="*/ 5479447 w 7160110"/>
              <a:gd name="csY2" fmla="*/ 427740 h 1349872"/>
              <a:gd name="csX3" fmla="*/ 4731445 w 7160110"/>
              <a:gd name="csY3" fmla="*/ 458077 h 1349872"/>
              <a:gd name="csX4" fmla="*/ 3464245 w 7160110"/>
              <a:gd name="csY4" fmla="*/ 501277 h 1349872"/>
              <a:gd name="csX5" fmla="*/ 2670626 w 7160110"/>
              <a:gd name="csY5" fmla="*/ 518700 h 1349872"/>
              <a:gd name="csX6" fmla="*/ 2610189 w 7160110"/>
              <a:gd name="csY6" fmla="*/ 1251046 h 1349872"/>
              <a:gd name="csX7" fmla="*/ 2132757 w 7160110"/>
              <a:gd name="csY7" fmla="*/ 1240826 h 1349872"/>
              <a:gd name="csX8" fmla="*/ 2068482 w 7160110"/>
              <a:gd name="csY8" fmla="*/ 361889 h 1349872"/>
              <a:gd name="csX9" fmla="*/ 1446129 w 7160110"/>
              <a:gd name="csY9" fmla="*/ 260223 h 1349872"/>
              <a:gd name="csX10" fmla="*/ 900256 w 7160110"/>
              <a:gd name="csY10" fmla="*/ 44826 h 1349872"/>
              <a:gd name="csX11" fmla="*/ 0 w 7160110"/>
              <a:gd name="csY11" fmla="*/ 0 h 1349872"/>
              <a:gd name="csX0" fmla="*/ 7160110 w 7160110"/>
              <a:gd name="csY0" fmla="*/ 575108 h 1349872"/>
              <a:gd name="csX1" fmla="*/ 6426013 w 7160110"/>
              <a:gd name="csY1" fmla="*/ 423065 h 1349872"/>
              <a:gd name="csX2" fmla="*/ 5479447 w 7160110"/>
              <a:gd name="csY2" fmla="*/ 427740 h 1349872"/>
              <a:gd name="csX3" fmla="*/ 4731445 w 7160110"/>
              <a:gd name="csY3" fmla="*/ 458077 h 1349872"/>
              <a:gd name="csX4" fmla="*/ 3431956 w 7160110"/>
              <a:gd name="csY4" fmla="*/ 475429 h 1349872"/>
              <a:gd name="csX5" fmla="*/ 2670626 w 7160110"/>
              <a:gd name="csY5" fmla="*/ 518700 h 1349872"/>
              <a:gd name="csX6" fmla="*/ 2610189 w 7160110"/>
              <a:gd name="csY6" fmla="*/ 1251046 h 1349872"/>
              <a:gd name="csX7" fmla="*/ 2132757 w 7160110"/>
              <a:gd name="csY7" fmla="*/ 1240826 h 1349872"/>
              <a:gd name="csX8" fmla="*/ 2068482 w 7160110"/>
              <a:gd name="csY8" fmla="*/ 361889 h 1349872"/>
              <a:gd name="csX9" fmla="*/ 1446129 w 7160110"/>
              <a:gd name="csY9" fmla="*/ 260223 h 1349872"/>
              <a:gd name="csX10" fmla="*/ 900256 w 7160110"/>
              <a:gd name="csY10" fmla="*/ 44826 h 1349872"/>
              <a:gd name="csX11" fmla="*/ 0 w 7160110"/>
              <a:gd name="csY11" fmla="*/ 0 h 1349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160110" h="1349872">
                <a:moveTo>
                  <a:pt x="7160110" y="575108"/>
                </a:moveTo>
                <a:cubicBezTo>
                  <a:pt x="6665975" y="434370"/>
                  <a:pt x="6706124" y="447626"/>
                  <a:pt x="6426013" y="423065"/>
                </a:cubicBezTo>
                <a:cubicBezTo>
                  <a:pt x="6145903" y="398504"/>
                  <a:pt x="5761875" y="421905"/>
                  <a:pt x="5479447" y="427740"/>
                </a:cubicBezTo>
                <a:cubicBezTo>
                  <a:pt x="5197019" y="433575"/>
                  <a:pt x="5072693" y="450129"/>
                  <a:pt x="4731445" y="458077"/>
                </a:cubicBezTo>
                <a:lnTo>
                  <a:pt x="3431956" y="475429"/>
                </a:lnTo>
                <a:cubicBezTo>
                  <a:pt x="3088486" y="485533"/>
                  <a:pt x="2906111" y="425330"/>
                  <a:pt x="2670626" y="518700"/>
                </a:cubicBezTo>
                <a:cubicBezTo>
                  <a:pt x="2435142" y="612070"/>
                  <a:pt x="2643305" y="1122076"/>
                  <a:pt x="2610189" y="1251046"/>
                </a:cubicBezTo>
                <a:cubicBezTo>
                  <a:pt x="2577073" y="1380016"/>
                  <a:pt x="2223042" y="1389019"/>
                  <a:pt x="2132757" y="1240826"/>
                </a:cubicBezTo>
                <a:cubicBezTo>
                  <a:pt x="2042473" y="1092633"/>
                  <a:pt x="2182920" y="525323"/>
                  <a:pt x="2068482" y="361889"/>
                </a:cubicBezTo>
                <a:cubicBezTo>
                  <a:pt x="1954044" y="198455"/>
                  <a:pt x="1596861" y="301579"/>
                  <a:pt x="1446129" y="260223"/>
                </a:cubicBezTo>
                <a:cubicBezTo>
                  <a:pt x="1295397" y="218867"/>
                  <a:pt x="1149189" y="65221"/>
                  <a:pt x="900256" y="44826"/>
                </a:cubicBezTo>
                <a:cubicBezTo>
                  <a:pt x="599481" y="-4001"/>
                  <a:pt x="144109" y="13215"/>
                  <a:pt x="0" y="0"/>
                </a:cubicBezTo>
              </a:path>
            </a:pathLst>
          </a:custGeom>
          <a:noFill/>
          <a:ln w="38100" cap="flat" cmpd="sng" algn="ctr">
            <a:solidFill>
              <a:srgbClr val="00B0F0"/>
            </a:solidFill>
            <a:prstDash val="solid"/>
            <a:miter lim="800000"/>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Freeform: Shape 13">
            <a:extLst>
              <a:ext uri="{FF2B5EF4-FFF2-40B4-BE49-F238E27FC236}">
                <a16:creationId xmlns:a16="http://schemas.microsoft.com/office/drawing/2014/main" id="{837E3603-9554-E21B-4052-F212FF0AF70A}"/>
              </a:ext>
            </a:extLst>
          </p:cNvPr>
          <p:cNvSpPr/>
          <p:nvPr/>
        </p:nvSpPr>
        <p:spPr>
          <a:xfrm>
            <a:off x="9299749" y="3457581"/>
            <a:ext cx="532596" cy="173754"/>
          </a:xfrm>
          <a:custGeom>
            <a:avLst/>
            <a:gdLst>
              <a:gd name="csX0" fmla="*/ 633600 w 633600"/>
              <a:gd name="csY0" fmla="*/ 172800 h 172800"/>
              <a:gd name="csX1" fmla="*/ 0 w 633600"/>
              <a:gd name="csY1" fmla="*/ 0 h 172800"/>
            </a:gdLst>
            <a:ahLst/>
            <a:cxnLst>
              <a:cxn ang="0">
                <a:pos x="csX0" y="csY0"/>
              </a:cxn>
              <a:cxn ang="0">
                <a:pos x="csX1" y="csY1"/>
              </a:cxn>
            </a:cxnLst>
            <a:rect l="l" t="t" r="r" b="b"/>
            <a:pathLst>
              <a:path w="633600" h="172800">
                <a:moveTo>
                  <a:pt x="633600" y="172800"/>
                </a:moveTo>
                <a:lnTo>
                  <a:pt x="0" y="0"/>
                </a:lnTo>
              </a:path>
            </a:pathLst>
          </a:custGeom>
          <a:noFill/>
          <a:ln w="38100" cap="flat" cmpd="sng" algn="ctr">
            <a:solidFill>
              <a:srgbClr val="00B0F0"/>
            </a:solidFill>
            <a:prstDash val="solid"/>
            <a:miter lim="800000"/>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pic>
        <p:nvPicPr>
          <p:cNvPr id="25" name="Picture 24">
            <a:extLst>
              <a:ext uri="{FF2B5EF4-FFF2-40B4-BE49-F238E27FC236}">
                <a16:creationId xmlns:a16="http://schemas.microsoft.com/office/drawing/2014/main" id="{3CB3782C-ECDD-3882-7134-AA82FAD427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63097" y="3205256"/>
            <a:ext cx="684530" cy="684530"/>
          </a:xfrm>
          <a:prstGeom prst="rect">
            <a:avLst/>
          </a:prstGeom>
        </p:spPr>
      </p:pic>
      <p:sp>
        <p:nvSpPr>
          <p:cNvPr id="372" name="Text Box 83">
            <a:extLst>
              <a:ext uri="{FF2B5EF4-FFF2-40B4-BE49-F238E27FC236}">
                <a16:creationId xmlns:a16="http://schemas.microsoft.com/office/drawing/2014/main" id="{7C29E240-755D-8621-344A-CAC1C4E952E6}"/>
              </a:ext>
            </a:extLst>
          </p:cNvPr>
          <p:cNvSpPr txBox="1">
            <a:spLocks noChangeArrowheads="1"/>
          </p:cNvSpPr>
          <p:nvPr/>
        </p:nvSpPr>
        <p:spPr bwMode="auto">
          <a:xfrm>
            <a:off x="8251372" y="5316195"/>
            <a:ext cx="8970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3"/>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3"/>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3"/>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3"/>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sym typeface="Symbol" panose="05050102010706020507" pitchFamily="18" charset="2"/>
              </a:rPr>
              <a:t>OLT Interface Standby</a:t>
            </a:r>
            <a:endPar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endParaRPr>
          </a:p>
        </p:txBody>
      </p:sp>
      <p:sp>
        <p:nvSpPr>
          <p:cNvPr id="292" name="Speech Bubble: Rectangle 291">
            <a:extLst>
              <a:ext uri="{FF2B5EF4-FFF2-40B4-BE49-F238E27FC236}">
                <a16:creationId xmlns:a16="http://schemas.microsoft.com/office/drawing/2014/main" id="{F66A61A6-A90B-68E4-9AF2-503FBD1433AE}"/>
              </a:ext>
            </a:extLst>
          </p:cNvPr>
          <p:cNvSpPr/>
          <p:nvPr/>
        </p:nvSpPr>
        <p:spPr>
          <a:xfrm>
            <a:off x="11933498" y="3978316"/>
            <a:ext cx="1654146" cy="881201"/>
          </a:xfrm>
          <a:prstGeom prst="wedgeRectCallout">
            <a:avLst>
              <a:gd name="adj1" fmla="val -52217"/>
              <a:gd name="adj2" fmla="val -81710"/>
            </a:avLst>
          </a:prstGeom>
          <a:solidFill>
            <a:schemeClr val="bg1"/>
          </a:solidFill>
          <a:ln w="12700" cap="flat" cmpd="sng" algn="ctr">
            <a:solidFill>
              <a:srgbClr val="00B0F0"/>
            </a:solidFill>
            <a:prstDash val="solid"/>
            <a:miter lim="800000"/>
          </a:ln>
          <a:effectLst/>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ptos"/>
                <a:ea typeface="+mn-ea"/>
                <a:cs typeface="+mn-cs"/>
              </a:rPr>
              <a:t>ECMP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ptos"/>
                <a:ea typeface="+mn-ea"/>
                <a:cs typeface="+mn-cs"/>
              </a:rPr>
              <a:t>ECMP forwards host management traffic to both Router A and Router B.</a:t>
            </a:r>
          </a:p>
        </p:txBody>
      </p:sp>
      <p:sp>
        <p:nvSpPr>
          <p:cNvPr id="384" name="Title 1">
            <a:extLst>
              <a:ext uri="{FF2B5EF4-FFF2-40B4-BE49-F238E27FC236}">
                <a16:creationId xmlns:a16="http://schemas.microsoft.com/office/drawing/2014/main" id="{2EBB2710-36F0-7DF6-AEF2-DAA928A15070}"/>
              </a:ext>
            </a:extLst>
          </p:cNvPr>
          <p:cNvSpPr txBox="1">
            <a:spLocks/>
          </p:cNvSpPr>
          <p:nvPr/>
        </p:nvSpPr>
        <p:spPr>
          <a:xfrm>
            <a:off x="319523" y="228405"/>
            <a:ext cx="12502134" cy="849793"/>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400" b="0" i="0" u="none" strike="noStrike" kern="1200" cap="none" spc="-200" normalizeH="0" baseline="0" noProof="0">
                <a:ln>
                  <a:noFill/>
                </a:ln>
                <a:solidFill>
                  <a:srgbClr val="000000"/>
                </a:solidFill>
                <a:effectLst/>
                <a:uLnTx/>
                <a:uFillTx/>
                <a:latin typeface="Aptos" panose="020B0004020202020204" pitchFamily="34" charset="0"/>
                <a:ea typeface="+mj-ea"/>
                <a:cs typeface="+mj-cs"/>
              </a:rPr>
              <a:t>Dual Homed PON Gateway Solution</a:t>
            </a:r>
          </a:p>
        </p:txBody>
      </p:sp>
    </p:spTree>
    <p:extLst>
      <p:ext uri="{BB962C8B-B14F-4D97-AF65-F5344CB8AC3E}">
        <p14:creationId xmlns:p14="http://schemas.microsoft.com/office/powerpoint/2010/main" val="16649347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F43D4-8A43-8305-8EDF-65D3922B84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4116977-52E6-A049-8CDC-45DC874EFB88}"/>
              </a:ext>
            </a:extLst>
          </p:cNvPr>
          <p:cNvSpPr txBox="1"/>
          <p:nvPr/>
        </p:nvSpPr>
        <p:spPr>
          <a:xfrm>
            <a:off x="385713" y="1078198"/>
            <a:ext cx="12340261" cy="45704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lvl="0" indent="0" algn="just">
              <a:lnSpc>
                <a:spcPct val="100000"/>
              </a:lnSpc>
              <a:spcBef>
                <a:spcPts val="600"/>
              </a:spcBef>
              <a:buNone/>
            </a:pPr>
            <a:r>
              <a:rPr lang="en-GB" sz="1600">
                <a:solidFill>
                  <a:srgbClr val="000000"/>
                </a:solidFill>
                <a:latin typeface="Aptos"/>
              </a:rPr>
              <a:t>The</a:t>
            </a:r>
            <a:r>
              <a:rPr lang="en-GB" sz="1600" b="0">
                <a:solidFill>
                  <a:srgbClr val="000000"/>
                </a:solidFill>
                <a:latin typeface="Aptos"/>
              </a:rPr>
              <a:t> Dual-Homed PON Gateway is delivered as a parallel, self-contained solution alongside the existing </a:t>
            </a:r>
            <a:r>
              <a:rPr lang="en-GB" sz="1600" b="0" err="1">
                <a:solidFill>
                  <a:srgbClr val="000000"/>
                </a:solidFill>
                <a:latin typeface="Aptos"/>
              </a:rPr>
              <a:t>SONiC</a:t>
            </a:r>
            <a:r>
              <a:rPr lang="en-GB" sz="1600" b="0">
                <a:solidFill>
                  <a:srgbClr val="000000"/>
                </a:solidFill>
                <a:latin typeface="Aptos"/>
              </a:rPr>
              <a:t> Dual-</a:t>
            </a:r>
            <a:r>
              <a:rPr lang="en-GB" sz="1600" b="0" err="1">
                <a:solidFill>
                  <a:srgbClr val="000000"/>
                </a:solidFill>
                <a:latin typeface="Aptos"/>
              </a:rPr>
              <a:t>ToR</a:t>
            </a:r>
            <a:r>
              <a:rPr lang="en-GB" sz="1600" b="0">
                <a:solidFill>
                  <a:srgbClr val="000000"/>
                </a:solidFill>
                <a:latin typeface="Aptos"/>
              </a:rPr>
              <a:t> implementation, rather than extending Dual-</a:t>
            </a:r>
            <a:r>
              <a:rPr lang="en-GB" sz="1600" b="0" err="1">
                <a:solidFill>
                  <a:srgbClr val="000000"/>
                </a:solidFill>
                <a:latin typeface="Aptos"/>
              </a:rPr>
              <a:t>ToR</a:t>
            </a:r>
            <a:r>
              <a:rPr lang="en-GB" sz="1600" b="0">
                <a:solidFill>
                  <a:srgbClr val="000000"/>
                </a:solidFill>
                <a:latin typeface="Aptos"/>
              </a:rPr>
              <a:t> itself. The rationale is to contain complexity and minimize changes to existing functionality in production:</a:t>
            </a:r>
            <a:endParaRPr lang="en-US"/>
          </a:p>
          <a:p>
            <a:pPr marL="285750" lvl="0" indent="-285750" algn="just">
              <a:lnSpc>
                <a:spcPct val="100000"/>
              </a:lnSpc>
              <a:spcBef>
                <a:spcPts val="600"/>
              </a:spcBef>
              <a:buFont typeface="Arial" panose="020B0604020202020204" pitchFamily="34" charset="0"/>
              <a:buChar char="•"/>
            </a:pPr>
            <a:r>
              <a:rPr lang="en-GB" sz="1600" b="1">
                <a:solidFill>
                  <a:srgbClr val="000000"/>
                </a:solidFill>
                <a:latin typeface="Aptos"/>
              </a:rPr>
              <a:t>Contains complexity - </a:t>
            </a:r>
            <a:r>
              <a:rPr lang="en-GB" sz="1600" b="0">
                <a:solidFill>
                  <a:srgbClr val="000000"/>
                </a:solidFill>
                <a:latin typeface="Aptos"/>
              </a:rPr>
              <a:t>PON protection logic lives in its own FSM and orchestrator, so the Dual-</a:t>
            </a:r>
            <a:r>
              <a:rPr lang="en-GB" sz="1600" b="0" err="1">
                <a:solidFill>
                  <a:srgbClr val="000000"/>
                </a:solidFill>
                <a:latin typeface="Aptos"/>
              </a:rPr>
              <a:t>ToR</a:t>
            </a:r>
            <a:r>
              <a:rPr lang="en-GB" sz="1600" b="0">
                <a:solidFill>
                  <a:srgbClr val="000000"/>
                </a:solidFill>
                <a:latin typeface="Aptos"/>
              </a:rPr>
              <a:t> state machine does not acquire PON-specific branches and conditions.</a:t>
            </a:r>
          </a:p>
          <a:p>
            <a:pPr marL="285750" lvl="0" indent="-285750" algn="just">
              <a:lnSpc>
                <a:spcPct val="100000"/>
              </a:lnSpc>
              <a:spcBef>
                <a:spcPts val="600"/>
              </a:spcBef>
              <a:buFont typeface="Arial" panose="020B0604020202020204" pitchFamily="34" charset="0"/>
              <a:buChar char="•"/>
            </a:pPr>
            <a:r>
              <a:rPr lang="en-GB" sz="1600" b="1">
                <a:solidFill>
                  <a:srgbClr val="000000"/>
                </a:solidFill>
                <a:latin typeface="Aptos"/>
              </a:rPr>
              <a:t>Avoids regression risk - </a:t>
            </a:r>
            <a:r>
              <a:rPr lang="en-GB" sz="1600" b="0">
                <a:solidFill>
                  <a:srgbClr val="000000"/>
                </a:solidFill>
                <a:latin typeface="Aptos"/>
              </a:rPr>
              <a:t>No changes are made to the Dual-</a:t>
            </a:r>
            <a:r>
              <a:rPr lang="en-GB" sz="1600" b="0" err="1">
                <a:solidFill>
                  <a:srgbClr val="000000"/>
                </a:solidFill>
                <a:latin typeface="Aptos"/>
              </a:rPr>
              <a:t>ToR</a:t>
            </a:r>
            <a:r>
              <a:rPr lang="en-GB" sz="1600" b="0">
                <a:solidFill>
                  <a:srgbClr val="000000"/>
                </a:solidFill>
                <a:latin typeface="Aptos"/>
              </a:rPr>
              <a:t> FSM or data path, so existing Dual-</a:t>
            </a:r>
            <a:r>
              <a:rPr lang="en-GB" sz="1600" b="0" err="1">
                <a:solidFill>
                  <a:srgbClr val="000000"/>
                </a:solidFill>
                <a:latin typeface="Aptos"/>
              </a:rPr>
              <a:t>ToR</a:t>
            </a:r>
            <a:r>
              <a:rPr lang="en-GB" sz="1600" b="0">
                <a:solidFill>
                  <a:srgbClr val="000000"/>
                </a:solidFill>
                <a:latin typeface="Aptos"/>
              </a:rPr>
              <a:t> deployments carry no regression exposure from PON work.</a:t>
            </a:r>
          </a:p>
          <a:p>
            <a:pPr marL="285750" lvl="0" indent="-285750" algn="just">
              <a:lnSpc>
                <a:spcPct val="100000"/>
              </a:lnSpc>
              <a:spcBef>
                <a:spcPts val="600"/>
              </a:spcBef>
              <a:buFont typeface="Arial" panose="020B0604020202020204" pitchFamily="34" charset="0"/>
              <a:buChar char="•"/>
            </a:pPr>
            <a:r>
              <a:rPr lang="en-GB" sz="1600" b="1">
                <a:solidFill>
                  <a:srgbClr val="000000"/>
                </a:solidFill>
                <a:latin typeface="Aptos"/>
              </a:rPr>
              <a:t>Limits blast radius - </a:t>
            </a:r>
            <a:r>
              <a:rPr lang="en-GB" sz="1600" b="0">
                <a:solidFill>
                  <a:srgbClr val="000000"/>
                </a:solidFill>
                <a:latin typeface="Aptos"/>
              </a:rPr>
              <a:t>A defect or change in the PON path only affects PON-connected subscribers; Dual-</a:t>
            </a:r>
            <a:r>
              <a:rPr lang="en-GB" sz="1600" b="0" err="1">
                <a:solidFill>
                  <a:srgbClr val="000000"/>
                </a:solidFill>
                <a:latin typeface="Aptos"/>
              </a:rPr>
              <a:t>ToR</a:t>
            </a:r>
            <a:r>
              <a:rPr lang="en-GB" sz="1600" b="0">
                <a:solidFill>
                  <a:srgbClr val="000000"/>
                </a:solidFill>
                <a:latin typeface="Aptos"/>
              </a:rPr>
              <a:t> failover behaviour is untouched.</a:t>
            </a:r>
          </a:p>
          <a:p>
            <a:pPr marL="285750" lvl="0" indent="-285750" algn="just">
              <a:lnSpc>
                <a:spcPct val="100000"/>
              </a:lnSpc>
              <a:spcBef>
                <a:spcPts val="600"/>
              </a:spcBef>
              <a:buFont typeface="Arial" panose="020B0604020202020204" pitchFamily="34" charset="0"/>
              <a:buChar char="•"/>
            </a:pPr>
            <a:r>
              <a:rPr lang="en-GB" sz="1600" b="1">
                <a:solidFill>
                  <a:srgbClr val="000000"/>
                </a:solidFill>
                <a:latin typeface="Aptos"/>
              </a:rPr>
              <a:t>Different detection model - </a:t>
            </a:r>
            <a:r>
              <a:rPr lang="en-GB" sz="1600" b="0">
                <a:solidFill>
                  <a:srgbClr val="000000"/>
                </a:solidFill>
                <a:latin typeface="Aptos"/>
              </a:rPr>
              <a:t>Dual-</a:t>
            </a:r>
            <a:r>
              <a:rPr lang="en-GB" sz="1600" b="0" err="1">
                <a:solidFill>
                  <a:srgbClr val="000000"/>
                </a:solidFill>
                <a:latin typeface="Aptos"/>
              </a:rPr>
              <a:t>ToR</a:t>
            </a:r>
            <a:r>
              <a:rPr lang="en-GB" sz="1600" b="0">
                <a:solidFill>
                  <a:srgbClr val="000000"/>
                </a:solidFill>
                <a:latin typeface="Aptos"/>
              </a:rPr>
              <a:t> failover is driven by ICMP probing between </a:t>
            </a:r>
            <a:r>
              <a:rPr lang="en-GB" sz="1600" b="0" err="1">
                <a:solidFill>
                  <a:srgbClr val="000000"/>
                </a:solidFill>
                <a:latin typeface="Aptos"/>
              </a:rPr>
              <a:t>ToRs</a:t>
            </a:r>
            <a:r>
              <a:rPr lang="en-GB" sz="1600" b="0">
                <a:solidFill>
                  <a:srgbClr val="000000"/>
                </a:solidFill>
                <a:latin typeface="Aptos"/>
              </a:rPr>
              <a:t>, which does not apply to PON; PON protection is triggered by OLT and PON fault events. Merging PON with Dual </a:t>
            </a:r>
            <a:r>
              <a:rPr lang="en-GB" sz="1600" b="0" err="1">
                <a:solidFill>
                  <a:srgbClr val="000000"/>
                </a:solidFill>
                <a:latin typeface="Aptos"/>
              </a:rPr>
              <a:t>ToR</a:t>
            </a:r>
            <a:r>
              <a:rPr lang="en-GB" sz="1600" b="0">
                <a:solidFill>
                  <a:srgbClr val="000000"/>
                </a:solidFill>
                <a:latin typeface="Aptos"/>
              </a:rPr>
              <a:t> would force two unrelated detection models into one FSM.</a:t>
            </a:r>
          </a:p>
          <a:p>
            <a:pPr marL="285750" lvl="0" indent="-285750" algn="just">
              <a:lnSpc>
                <a:spcPct val="100000"/>
              </a:lnSpc>
              <a:spcBef>
                <a:spcPts val="600"/>
              </a:spcBef>
              <a:buFont typeface="Arial" panose="020B0604020202020204" pitchFamily="34" charset="0"/>
              <a:buChar char="•"/>
            </a:pPr>
            <a:r>
              <a:rPr lang="en-GB" sz="1600" b="1">
                <a:solidFill>
                  <a:srgbClr val="000000"/>
                </a:solidFill>
                <a:latin typeface="Aptos"/>
              </a:rPr>
              <a:t>Scoped by design - </a:t>
            </a:r>
            <a:r>
              <a:rPr lang="en-GB" sz="1600" b="0">
                <a:solidFill>
                  <a:srgbClr val="000000"/>
                </a:solidFill>
                <a:latin typeface="Aptos"/>
              </a:rPr>
              <a:t>The solution is purpose-built for PON deployments and is not a general Dual-</a:t>
            </a:r>
            <a:r>
              <a:rPr lang="en-GB" sz="1600" b="0" err="1">
                <a:solidFill>
                  <a:srgbClr val="000000"/>
                </a:solidFill>
                <a:latin typeface="Aptos"/>
              </a:rPr>
              <a:t>ToR</a:t>
            </a:r>
            <a:r>
              <a:rPr lang="en-GB" sz="1600" b="0">
                <a:solidFill>
                  <a:srgbClr val="000000"/>
                </a:solidFill>
                <a:latin typeface="Aptos"/>
              </a:rPr>
              <a:t> replacement, so it should not inherit Dual-</a:t>
            </a:r>
            <a:r>
              <a:rPr lang="en-GB" sz="1600" b="0" err="1">
                <a:solidFill>
                  <a:srgbClr val="000000"/>
                </a:solidFill>
                <a:latin typeface="Aptos"/>
              </a:rPr>
              <a:t>ToR's</a:t>
            </a:r>
            <a:r>
              <a:rPr lang="en-GB" sz="1600" b="0">
                <a:solidFill>
                  <a:srgbClr val="000000"/>
                </a:solidFill>
                <a:latin typeface="Aptos"/>
              </a:rPr>
              <a:t> general-purpose requirements.</a:t>
            </a:r>
          </a:p>
          <a:p>
            <a:pPr marL="285750" lvl="0" indent="-285750" algn="just">
              <a:lnSpc>
                <a:spcPct val="100000"/>
              </a:lnSpc>
              <a:spcBef>
                <a:spcPts val="600"/>
              </a:spcBef>
              <a:buFont typeface="Arial" panose="020B0604020202020204" pitchFamily="34" charset="0"/>
              <a:buChar char="•"/>
            </a:pPr>
            <a:r>
              <a:rPr lang="en-GB" sz="1600" b="1">
                <a:solidFill>
                  <a:srgbClr val="000000"/>
                </a:solidFill>
                <a:latin typeface="Aptos"/>
              </a:rPr>
              <a:t>Preserves open-source testability - </a:t>
            </a:r>
            <a:r>
              <a:rPr lang="en-GB" sz="1600" b="0">
                <a:solidFill>
                  <a:srgbClr val="000000"/>
                </a:solidFill>
                <a:latin typeface="Aptos"/>
              </a:rPr>
              <a:t>Upstream contributors cannot validate PON behaviour without physical OLT hardware/simulation; separation keeps Dual-</a:t>
            </a:r>
            <a:r>
              <a:rPr lang="en-GB" sz="1600" b="0" err="1">
                <a:solidFill>
                  <a:srgbClr val="000000"/>
                </a:solidFill>
                <a:latin typeface="Aptos"/>
              </a:rPr>
              <a:t>ToR</a:t>
            </a:r>
            <a:r>
              <a:rPr lang="en-GB" sz="1600" b="0">
                <a:solidFill>
                  <a:srgbClr val="000000"/>
                </a:solidFill>
                <a:latin typeface="Aptos"/>
              </a:rPr>
              <a:t> fully testable by the community.</a:t>
            </a:r>
          </a:p>
          <a:p>
            <a:pPr marL="285750" lvl="0" indent="-285750" algn="just">
              <a:lnSpc>
                <a:spcPct val="100000"/>
              </a:lnSpc>
              <a:spcBef>
                <a:spcPts val="600"/>
              </a:spcBef>
              <a:buFont typeface="Arial" panose="020B0604020202020204" pitchFamily="34" charset="0"/>
              <a:buChar char="•"/>
            </a:pPr>
            <a:r>
              <a:rPr lang="en-GB" sz="1600" b="1">
                <a:solidFill>
                  <a:srgbClr val="000000"/>
                </a:solidFill>
                <a:latin typeface="Aptos"/>
              </a:rPr>
              <a:t>Independent delivery - </a:t>
            </a:r>
            <a:r>
              <a:rPr lang="en-GB" sz="1600" b="0">
                <a:solidFill>
                  <a:srgbClr val="000000"/>
                </a:solidFill>
                <a:latin typeface="Aptos"/>
              </a:rPr>
              <a:t>Each solution can be developed, tested and released on its own cadence, with a smaller and clearer test matrix for both.</a:t>
            </a:r>
          </a:p>
        </p:txBody>
      </p:sp>
      <p:sp>
        <p:nvSpPr>
          <p:cNvPr id="6" name="Title 1">
            <a:extLst>
              <a:ext uri="{FF2B5EF4-FFF2-40B4-BE49-F238E27FC236}">
                <a16:creationId xmlns:a16="http://schemas.microsoft.com/office/drawing/2014/main" id="{8A9B2849-B6C2-0DF3-CC6B-4E893667D840}"/>
              </a:ext>
            </a:extLst>
          </p:cNvPr>
          <p:cNvSpPr txBox="1">
            <a:spLocks/>
          </p:cNvSpPr>
          <p:nvPr/>
        </p:nvSpPr>
        <p:spPr>
          <a:xfrm>
            <a:off x="319523" y="228405"/>
            <a:ext cx="12502134" cy="849793"/>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CA" sz="3600" b="0" i="0" u="none" strike="noStrike" kern="1200" cap="none" spc="-200" normalizeH="0" baseline="0" noProof="0">
                <a:ln>
                  <a:noFill/>
                </a:ln>
                <a:solidFill>
                  <a:srgbClr val="000000"/>
                </a:solidFill>
                <a:effectLst/>
                <a:uLnTx/>
                <a:uFillTx/>
                <a:latin typeface="Aptos" panose="020B0004020202020204" pitchFamily="34" charset="0"/>
                <a:ea typeface="+mj-ea"/>
                <a:cs typeface="+mj-cs"/>
              </a:rPr>
              <a:t>Dual-ToR &amp; Dual Homed PON: Parallel Architecture Strategy</a:t>
            </a:r>
            <a:endParaRPr kumimoji="0" lang="en-US" sz="3400" b="0" i="0" u="none" strike="noStrike" kern="1200" cap="none" spc="-200" normalizeH="0" baseline="0" noProof="0">
              <a:ln>
                <a:noFill/>
              </a:ln>
              <a:solidFill>
                <a:srgbClr val="000000"/>
              </a:solidFill>
              <a:effectLst/>
              <a:uLnTx/>
              <a:uFillTx/>
              <a:latin typeface="Aptos" panose="020B0004020202020204" pitchFamily="34" charset="0"/>
              <a:ea typeface="+mj-ea"/>
              <a:cs typeface="+mj-cs"/>
            </a:endParaRPr>
          </a:p>
        </p:txBody>
      </p:sp>
    </p:spTree>
    <p:extLst>
      <p:ext uri="{BB962C8B-B14F-4D97-AF65-F5344CB8AC3E}">
        <p14:creationId xmlns:p14="http://schemas.microsoft.com/office/powerpoint/2010/main" val="3697776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6E5DE-C2FE-72E6-48C7-3D06E47CA167}"/>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0033853B-CE7F-AD0D-AE81-56FE53EAE164}"/>
              </a:ext>
            </a:extLst>
          </p:cNvPr>
          <p:cNvGrpSpPr/>
          <p:nvPr/>
        </p:nvGrpSpPr>
        <p:grpSpPr>
          <a:xfrm>
            <a:off x="3365500" y="698500"/>
            <a:ext cx="10071760" cy="4215001"/>
            <a:chOff x="4631528" y="1909698"/>
            <a:chExt cx="8860682" cy="3218919"/>
          </a:xfrm>
        </p:grpSpPr>
        <p:pic>
          <p:nvPicPr>
            <p:cNvPr id="6" name="Picture 5">
              <a:extLst>
                <a:ext uri="{FF2B5EF4-FFF2-40B4-BE49-F238E27FC236}">
                  <a16:creationId xmlns:a16="http://schemas.microsoft.com/office/drawing/2014/main" id="{919EC54D-C1D5-74BE-E327-CF3A6CD88D19}"/>
                </a:ext>
              </a:extLst>
            </p:cNvPr>
            <p:cNvPicPr>
              <a:picLocks noChangeAspect="1"/>
            </p:cNvPicPr>
            <p:nvPr/>
          </p:nvPicPr>
          <p:blipFill>
            <a:blip r:embed="rId2"/>
            <a:stretch>
              <a:fillRect/>
            </a:stretch>
          </p:blipFill>
          <p:spPr>
            <a:xfrm>
              <a:off x="4631528" y="1909698"/>
              <a:ext cx="8860682" cy="3218919"/>
            </a:xfrm>
            <a:prstGeom prst="rect">
              <a:avLst/>
            </a:prstGeom>
          </p:spPr>
        </p:pic>
        <p:sp>
          <p:nvSpPr>
            <p:cNvPr id="3" name="Oval 2">
              <a:extLst>
                <a:ext uri="{FF2B5EF4-FFF2-40B4-BE49-F238E27FC236}">
                  <a16:creationId xmlns:a16="http://schemas.microsoft.com/office/drawing/2014/main" id="{9D713A9E-68D6-78E1-9BA7-EC28A57D5E43}"/>
                </a:ext>
              </a:extLst>
            </p:cNvPr>
            <p:cNvSpPr>
              <a:spLocks noChangeAspect="1"/>
            </p:cNvSpPr>
            <p:nvPr/>
          </p:nvSpPr>
          <p:spPr>
            <a:xfrm>
              <a:off x="11066758" y="3565866"/>
              <a:ext cx="185008" cy="193334"/>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2</a:t>
              </a:r>
            </a:p>
          </p:txBody>
        </p:sp>
        <p:sp>
          <p:nvSpPr>
            <p:cNvPr id="5" name="Oval 4">
              <a:extLst>
                <a:ext uri="{FF2B5EF4-FFF2-40B4-BE49-F238E27FC236}">
                  <a16:creationId xmlns:a16="http://schemas.microsoft.com/office/drawing/2014/main" id="{7E111022-3028-29AC-ABCF-18F18A5AACC3}"/>
                </a:ext>
              </a:extLst>
            </p:cNvPr>
            <p:cNvSpPr>
              <a:spLocks noChangeAspect="1"/>
            </p:cNvSpPr>
            <p:nvPr/>
          </p:nvSpPr>
          <p:spPr>
            <a:xfrm>
              <a:off x="9442850" y="3235666"/>
              <a:ext cx="185008" cy="193334"/>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3</a:t>
              </a:r>
            </a:p>
          </p:txBody>
        </p:sp>
        <p:sp>
          <p:nvSpPr>
            <p:cNvPr id="8" name="Oval 7">
              <a:extLst>
                <a:ext uri="{FF2B5EF4-FFF2-40B4-BE49-F238E27FC236}">
                  <a16:creationId xmlns:a16="http://schemas.microsoft.com/office/drawing/2014/main" id="{21CA5D9D-5371-F640-F1A4-7930AAEDEAE9}"/>
                </a:ext>
              </a:extLst>
            </p:cNvPr>
            <p:cNvSpPr>
              <a:spLocks noChangeAspect="1"/>
            </p:cNvSpPr>
            <p:nvPr/>
          </p:nvSpPr>
          <p:spPr>
            <a:xfrm>
              <a:off x="11125395" y="2355291"/>
              <a:ext cx="185008" cy="193334"/>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1</a:t>
              </a:r>
            </a:p>
          </p:txBody>
        </p:sp>
      </p:grpSp>
      <p:sp>
        <p:nvSpPr>
          <p:cNvPr id="15" name="Content Placeholder 2">
            <a:extLst>
              <a:ext uri="{FF2B5EF4-FFF2-40B4-BE49-F238E27FC236}">
                <a16:creationId xmlns:a16="http://schemas.microsoft.com/office/drawing/2014/main" id="{9C5B5BD5-0219-2E51-A2E1-6C2AC844C77C}"/>
              </a:ext>
            </a:extLst>
          </p:cNvPr>
          <p:cNvSpPr>
            <a:spLocks noGrp="1"/>
          </p:cNvSpPr>
          <p:nvPr>
            <p:ph sz="half" idx="1"/>
          </p:nvPr>
        </p:nvSpPr>
        <p:spPr>
          <a:xfrm>
            <a:off x="418440" y="1231784"/>
            <a:ext cx="2947060" cy="2110131"/>
          </a:xfrm>
        </p:spPr>
        <p:txBody>
          <a:bodyPr vert="horz" lIns="0" tIns="91440" rIns="91440" bIns="91440" rtlCol="0" anchor="t">
            <a:normAutofit/>
          </a:bodyPr>
          <a:lstStyle/>
          <a:p>
            <a:pPr algn="l">
              <a:spcBef>
                <a:spcPts val="500"/>
              </a:spcBef>
              <a:buNone/>
            </a:pPr>
            <a:r>
              <a:rPr lang="en-CA" sz="1600" b="1">
                <a:latin typeface="Aptos"/>
              </a:rPr>
              <a:t>Legend - callouts 1-3 in the diagram</a:t>
            </a:r>
          </a:p>
          <a:p>
            <a:pPr algn="l">
              <a:spcBef>
                <a:spcPts val="500"/>
              </a:spcBef>
              <a:buNone/>
            </a:pPr>
            <a:r>
              <a:rPr lang="en-CA" sz="1600" b="0">
                <a:latin typeface="Aptos"/>
              </a:rPr>
              <a:t>Key Dual-Homed PON Gateway components in the traffic forwarding and switchover path:</a:t>
            </a:r>
          </a:p>
          <a:p>
            <a:pPr marL="228600" indent="-228600" algn="l">
              <a:spcBef>
                <a:spcPts val="500"/>
              </a:spcBef>
              <a:buFont typeface="+mj-lt"/>
              <a:buAutoNum type="arabicPeriod"/>
            </a:pPr>
            <a:r>
              <a:rPr lang="en-CA" sz="1600" b="1">
                <a:latin typeface="Aptos"/>
              </a:rPr>
              <a:t>PON protection daemon </a:t>
            </a:r>
          </a:p>
          <a:p>
            <a:pPr marL="228600" indent="-228600" algn="l">
              <a:spcBef>
                <a:spcPts val="500"/>
              </a:spcBef>
              <a:buFont typeface="+mj-lt"/>
              <a:buAutoNum type="arabicPeriod"/>
            </a:pPr>
            <a:r>
              <a:rPr lang="en-CA" sz="1600" b="1">
                <a:latin typeface="Aptos"/>
              </a:rPr>
              <a:t>PON syncd daemon </a:t>
            </a:r>
          </a:p>
          <a:p>
            <a:pPr marL="228600" indent="-228600" algn="l">
              <a:spcBef>
                <a:spcPts val="500"/>
              </a:spcBef>
              <a:buFont typeface="+mj-lt"/>
              <a:buAutoNum type="arabicPeriod"/>
            </a:pPr>
            <a:r>
              <a:rPr lang="en-CA" sz="1600" b="1">
                <a:latin typeface="Aptos"/>
              </a:rPr>
              <a:t>PON protection orchestrator</a:t>
            </a:r>
            <a:endParaRPr lang="en-CA" sz="1600" b="0">
              <a:latin typeface="Aptos"/>
            </a:endParaRPr>
          </a:p>
        </p:txBody>
      </p:sp>
      <p:graphicFrame>
        <p:nvGraphicFramePr>
          <p:cNvPr id="11" name="Table 11">
            <a:extLst>
              <a:ext uri="{FF2B5EF4-FFF2-40B4-BE49-F238E27FC236}">
                <a16:creationId xmlns:a16="http://schemas.microsoft.com/office/drawing/2014/main" id="{A927A8D1-AD96-7FA6-CA6F-6CE9366B7944}"/>
              </a:ext>
            </a:extLst>
          </p:cNvPr>
          <p:cNvGraphicFramePr>
            <a:graphicFrameLocks noGrp="1"/>
          </p:cNvGraphicFramePr>
          <p:nvPr>
            <p:extLst>
              <p:ext uri="{D42A27DB-BD31-4B8C-83A1-F6EECF244321}">
                <p14:modId xmlns:p14="http://schemas.microsoft.com/office/powerpoint/2010/main" val="3961116994"/>
              </p:ext>
            </p:extLst>
          </p:nvPr>
        </p:nvGraphicFramePr>
        <p:xfrm>
          <a:off x="319523" y="4980000"/>
          <a:ext cx="6399999" cy="1414959"/>
        </p:xfrm>
        <a:graphic>
          <a:graphicData uri="http://schemas.openxmlformats.org/drawingml/2006/table">
            <a:tbl>
              <a:tblPr/>
              <a:tblGrid>
                <a:gridCol w="564005">
                  <a:extLst>
                    <a:ext uri="{9D8B030D-6E8A-4147-A177-3AD203B41FA5}">
                      <a16:colId xmlns:a16="http://schemas.microsoft.com/office/drawing/2014/main" val="2683286098"/>
                    </a:ext>
                  </a:extLst>
                </a:gridCol>
                <a:gridCol w="2182208">
                  <a:extLst>
                    <a:ext uri="{9D8B030D-6E8A-4147-A177-3AD203B41FA5}">
                      <a16:colId xmlns:a16="http://schemas.microsoft.com/office/drawing/2014/main" val="1229427833"/>
                    </a:ext>
                  </a:extLst>
                </a:gridCol>
                <a:gridCol w="3653786">
                  <a:extLst>
                    <a:ext uri="{9D8B030D-6E8A-4147-A177-3AD203B41FA5}">
                      <a16:colId xmlns:a16="http://schemas.microsoft.com/office/drawing/2014/main" val="3947007686"/>
                    </a:ext>
                  </a:extLst>
                </a:gridCol>
              </a:tblGrid>
              <a:tr h="223449">
                <a:tc>
                  <a:txBody>
                    <a:bodyPr/>
                    <a:lstStyle/>
                    <a:p>
                      <a:pPr algn="l">
                        <a:buNone/>
                      </a:pPr>
                      <a:r>
                        <a:rPr lang="en-IN" sz="1000" b="1" i="1"/>
                        <a:t>Label</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1E6"/>
                    </a:solidFill>
                  </a:tcPr>
                </a:tc>
                <a:tc>
                  <a:txBody>
                    <a:bodyPr/>
                    <a:lstStyle/>
                    <a:p>
                      <a:pPr algn="l">
                        <a:buNone/>
                      </a:pPr>
                      <a:r>
                        <a:rPr lang="en-IN" sz="1000" b="1" i="1"/>
                        <a:t>Path</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1E6"/>
                    </a:solidFill>
                  </a:tcPr>
                </a:tc>
                <a:tc>
                  <a:txBody>
                    <a:bodyPr/>
                    <a:lstStyle/>
                    <a:p>
                      <a:pPr algn="l">
                        <a:buNone/>
                      </a:pPr>
                      <a:r>
                        <a:rPr lang="en-IN" sz="1000" b="1" i="1"/>
                        <a:t>Description</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1E6"/>
                    </a:solidFill>
                  </a:tcPr>
                </a:tc>
                <a:extLst>
                  <a:ext uri="{0D108BD9-81ED-4DB2-BD59-A6C34878D82A}">
                    <a16:rowId xmlns:a16="http://schemas.microsoft.com/office/drawing/2014/main" val="2548540579"/>
                  </a:ext>
                </a:extLst>
              </a:tr>
              <a:tr h="272026">
                <a:tc>
                  <a:txBody>
                    <a:bodyPr/>
                    <a:lstStyle/>
                    <a:p>
                      <a:pPr algn="l">
                        <a:buNone/>
                      </a:pPr>
                      <a:r>
                        <a:rPr lang="en-IN" sz="1100" b="1"/>
                        <a:t>A</a:t>
                      </a:r>
                      <a:endParaRPr lang="en-IN" sz="1100"/>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100"/>
                        <a:t>CONFIG_DB → pon-protd</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100"/>
                        <a:t>Config updates for PEER_SWITCH and </a:t>
                      </a:r>
                      <a:r>
                        <a:rPr lang="en-IN" sz="1100" b="0" i="0" kern="1200">
                          <a:solidFill>
                            <a:schemeClr val="tx1"/>
                          </a:solidFill>
                          <a:effectLst/>
                          <a:latin typeface="+mn-lt"/>
                          <a:ea typeface="+mn-ea"/>
                          <a:cs typeface="+mn-cs"/>
                        </a:rPr>
                        <a:t>PON_OLT_INTF_PROTECTION</a:t>
                      </a:r>
                      <a:r>
                        <a:rPr lang="en-US" sz="1100"/>
                        <a:t>.</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8468887"/>
                  </a:ext>
                </a:extLst>
              </a:tr>
              <a:tr h="272026">
                <a:tc>
                  <a:txBody>
                    <a:bodyPr/>
                    <a:lstStyle/>
                    <a:p>
                      <a:pPr algn="l">
                        <a:buNone/>
                      </a:pPr>
                      <a:r>
                        <a:rPr lang="en-IN" sz="1100" b="1"/>
                        <a:t>B</a:t>
                      </a:r>
                      <a:endParaRPr lang="en-IN" sz="1100"/>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C2"/>
                    </a:solidFill>
                  </a:tcPr>
                </a:tc>
                <a:tc>
                  <a:txBody>
                    <a:bodyPr/>
                    <a:lstStyle/>
                    <a:p>
                      <a:pPr algn="l">
                        <a:buNone/>
                      </a:pPr>
                      <a:r>
                        <a:rPr lang="en-IN" sz="1100"/>
                        <a:t>STATE_DB → pon-protd</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C2"/>
                    </a:solidFill>
                  </a:tcPr>
                </a:tc>
                <a:tc>
                  <a:txBody>
                    <a:bodyPr/>
                    <a:lstStyle/>
                    <a:p>
                      <a:pPr algn="l">
                        <a:buNone/>
                      </a:pPr>
                      <a:r>
                        <a:rPr lang="en-US" sz="1100"/>
                        <a:t>State change updates for OLT/PON interface and associated switch port.</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C2"/>
                    </a:solidFill>
                  </a:tcPr>
                </a:tc>
                <a:extLst>
                  <a:ext uri="{0D108BD9-81ED-4DB2-BD59-A6C34878D82A}">
                    <a16:rowId xmlns:a16="http://schemas.microsoft.com/office/drawing/2014/main" val="1261053089"/>
                  </a:ext>
                </a:extLst>
              </a:tr>
              <a:tr h="272026">
                <a:tc>
                  <a:txBody>
                    <a:bodyPr/>
                    <a:lstStyle/>
                    <a:p>
                      <a:pPr algn="l">
                        <a:buNone/>
                      </a:pPr>
                      <a:r>
                        <a:rPr lang="en-IN" sz="1100" b="1"/>
                        <a:t>C</a:t>
                      </a:r>
                      <a:endParaRPr lang="en-IN" sz="1100"/>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100"/>
                        <a:t>pon-protd → APP_DB</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100"/>
                        <a:t>Composite protection state updates from </a:t>
                      </a:r>
                      <a:r>
                        <a:rPr lang="en-IN" sz="1100"/>
                        <a:t>pon-protd</a:t>
                      </a:r>
                      <a:r>
                        <a:rPr lang="en-US" sz="1100"/>
                        <a:t> FSM.</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6988268"/>
                  </a:ext>
                </a:extLst>
              </a:tr>
            </a:tbl>
          </a:graphicData>
        </a:graphic>
      </p:graphicFrame>
      <p:graphicFrame>
        <p:nvGraphicFramePr>
          <p:cNvPr id="31" name="Table 31">
            <a:extLst>
              <a:ext uri="{FF2B5EF4-FFF2-40B4-BE49-F238E27FC236}">
                <a16:creationId xmlns:a16="http://schemas.microsoft.com/office/drawing/2014/main" id="{A927A8D1-AD96-7FA6-CA6F-6CE9366B7944}"/>
              </a:ext>
            </a:extLst>
          </p:cNvPr>
          <p:cNvGraphicFramePr>
            <a:graphicFrameLocks noGrp="1"/>
          </p:cNvGraphicFramePr>
          <p:nvPr>
            <p:extLst>
              <p:ext uri="{D42A27DB-BD31-4B8C-83A1-F6EECF244321}">
                <p14:modId xmlns:p14="http://schemas.microsoft.com/office/powerpoint/2010/main" val="2301829806"/>
              </p:ext>
            </p:extLst>
          </p:nvPr>
        </p:nvGraphicFramePr>
        <p:xfrm>
          <a:off x="6899523" y="4980000"/>
          <a:ext cx="6399999" cy="1289815"/>
        </p:xfrm>
        <a:graphic>
          <a:graphicData uri="http://schemas.openxmlformats.org/drawingml/2006/table">
            <a:tbl>
              <a:tblPr/>
              <a:tblGrid>
                <a:gridCol w="564005">
                  <a:extLst>
                    <a:ext uri="{9D8B030D-6E8A-4147-A177-3AD203B41FA5}">
                      <a16:colId xmlns:a16="http://schemas.microsoft.com/office/drawing/2014/main" val="2683286098"/>
                    </a:ext>
                  </a:extLst>
                </a:gridCol>
                <a:gridCol w="2182208">
                  <a:extLst>
                    <a:ext uri="{9D8B030D-6E8A-4147-A177-3AD203B41FA5}">
                      <a16:colId xmlns:a16="http://schemas.microsoft.com/office/drawing/2014/main" val="1229427833"/>
                    </a:ext>
                  </a:extLst>
                </a:gridCol>
                <a:gridCol w="3653786">
                  <a:extLst>
                    <a:ext uri="{9D8B030D-6E8A-4147-A177-3AD203B41FA5}">
                      <a16:colId xmlns:a16="http://schemas.microsoft.com/office/drawing/2014/main" val="3947007686"/>
                    </a:ext>
                  </a:extLst>
                </a:gridCol>
              </a:tblGrid>
              <a:tr h="223449">
                <a:tc>
                  <a:txBody>
                    <a:bodyPr/>
                    <a:lstStyle/>
                    <a:p>
                      <a:pPr algn="l">
                        <a:buNone/>
                      </a:pPr>
                      <a:r>
                        <a:rPr lang="en-IN" sz="1000" b="1" i="1"/>
                        <a:t>Label</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1E6"/>
                    </a:solidFill>
                  </a:tcPr>
                </a:tc>
                <a:tc>
                  <a:txBody>
                    <a:bodyPr/>
                    <a:lstStyle/>
                    <a:p>
                      <a:pPr algn="l">
                        <a:buNone/>
                      </a:pPr>
                      <a:r>
                        <a:rPr lang="en-IN" sz="1000" b="1" i="1"/>
                        <a:t>Path</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1E6"/>
                    </a:solidFill>
                  </a:tcPr>
                </a:tc>
                <a:tc>
                  <a:txBody>
                    <a:bodyPr/>
                    <a:lstStyle/>
                    <a:p>
                      <a:pPr algn="l">
                        <a:buNone/>
                      </a:pPr>
                      <a:r>
                        <a:rPr lang="en-IN" sz="1000" b="1" i="1"/>
                        <a:t>Description</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1E6"/>
                    </a:solidFill>
                  </a:tcPr>
                </a:tc>
                <a:extLst>
                  <a:ext uri="{0D108BD9-81ED-4DB2-BD59-A6C34878D82A}">
                    <a16:rowId xmlns:a16="http://schemas.microsoft.com/office/drawing/2014/main" val="2548540579"/>
                  </a:ext>
                </a:extLst>
              </a:tr>
              <a:tr h="272026">
                <a:tc>
                  <a:txBody>
                    <a:bodyPr/>
                    <a:lstStyle/>
                    <a:p>
                      <a:pPr algn="l">
                        <a:buNone/>
                      </a:pPr>
                      <a:r>
                        <a:rPr lang="en-IN" sz="1100" b="1"/>
                        <a:t>D</a:t>
                      </a:r>
                      <a:endParaRPr lang="en-IN" sz="1100"/>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100"/>
                        <a:t>APP_DB → pon-</a:t>
                      </a:r>
                      <a:r>
                        <a:rPr lang="en-IN" sz="1100" err="1"/>
                        <a:t>prot</a:t>
                      </a:r>
                      <a:r>
                        <a:rPr lang="en-IN" sz="1100"/>
                        <a:t>-orch</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100"/>
                        <a:t>Protection state change updates for the OLT/PON interface.</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0560"/>
                  </a:ext>
                </a:extLst>
              </a:tr>
              <a:tr h="272026">
                <a:tc>
                  <a:txBody>
                    <a:bodyPr/>
                    <a:lstStyle/>
                    <a:p>
                      <a:pPr algn="l">
                        <a:buNone/>
                      </a:pPr>
                      <a:r>
                        <a:rPr lang="en-IN" sz="1100" b="1"/>
                        <a:t>E</a:t>
                      </a:r>
                      <a:endParaRPr lang="en-IN" sz="1100"/>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100"/>
                        <a:t>pon-prot-orch → ASIC_DB</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100"/>
                        <a:t>Next hop updates based on OLT/PON interface protection state. </a:t>
                      </a:r>
                    </a:p>
                  </a:txBody>
                  <a:tcPr marL="61889" marR="61889" marT="30945" marB="309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2340632"/>
                  </a:ext>
                </a:extLst>
              </a:tr>
              <a:tr h="272026">
                <a:tc>
                  <a:txBody>
                    <a:bodyPr/>
                    <a:lstStyle/>
                    <a:p>
                      <a:pPr lvl="0" algn="l">
                        <a:buNone/>
                      </a:pPr>
                      <a:r>
                        <a:rPr lang="en-IN" sz="1100" b="1"/>
                        <a:t>F</a:t>
                      </a:r>
                    </a:p>
                  </a:txBody>
                  <a:tcPr marL="61889" marR="61889" marT="30944" marB="30944"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buNone/>
                      </a:pPr>
                      <a:r>
                        <a:rPr lang="en-IN" sz="1100"/>
                        <a:t>ASIC_DB  </a:t>
                      </a:r>
                      <a:r>
                        <a:rPr lang="en-IN" sz="1100" b="0" i="0" u="none" strike="noStrike" noProof="0">
                          <a:solidFill>
                            <a:srgbClr val="000000"/>
                          </a:solidFill>
                          <a:latin typeface="Aptos"/>
                        </a:rPr>
                        <a:t>→  syncd</a:t>
                      </a:r>
                      <a:endParaRPr lang="en-IN" sz="1100" err="1"/>
                    </a:p>
                  </a:txBody>
                  <a:tcPr marL="61889" marR="61889" marT="30944" marB="30944"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buNone/>
                      </a:pPr>
                      <a:r>
                        <a:rPr lang="en-US" sz="1100"/>
                        <a:t>Programming to hardware forwarding tables via SAI.</a:t>
                      </a:r>
                    </a:p>
                  </a:txBody>
                  <a:tcPr marL="61889" marR="61889" marT="30944" marB="30944"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208383229"/>
                  </a:ext>
                </a:extLst>
              </a:tr>
            </a:tbl>
          </a:graphicData>
        </a:graphic>
      </p:graphicFrame>
      <p:sp>
        <p:nvSpPr>
          <p:cNvPr id="13" name="Title 1">
            <a:extLst>
              <a:ext uri="{FF2B5EF4-FFF2-40B4-BE49-F238E27FC236}">
                <a16:creationId xmlns:a16="http://schemas.microsoft.com/office/drawing/2014/main" id="{9DF77A64-2FA8-4030-A13A-ED30FBD432AD}"/>
              </a:ext>
            </a:extLst>
          </p:cNvPr>
          <p:cNvSpPr txBox="1">
            <a:spLocks/>
          </p:cNvSpPr>
          <p:nvPr/>
        </p:nvSpPr>
        <p:spPr>
          <a:xfrm>
            <a:off x="319523" y="228405"/>
            <a:ext cx="12502134" cy="849793"/>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CA" sz="3600" b="0" i="0" u="none" strike="noStrike" kern="1200" cap="none" spc="-200" normalizeH="0" baseline="0" noProof="0">
                <a:ln>
                  <a:noFill/>
                </a:ln>
                <a:solidFill>
                  <a:srgbClr val="000000"/>
                </a:solidFill>
                <a:effectLst/>
                <a:uLnTx/>
                <a:uFillTx/>
                <a:latin typeface="Aptos" panose="020B0004020202020204" pitchFamily="34" charset="0"/>
                <a:ea typeface="+mj-ea"/>
                <a:cs typeface="+mj-cs"/>
              </a:rPr>
              <a:t>High Level Architecture</a:t>
            </a:r>
            <a:endParaRPr kumimoji="0" lang="en-US" sz="3400" b="0" i="0" u="none" strike="noStrike" kern="1200" cap="none" spc="-200" normalizeH="0" baseline="0" noProof="0">
              <a:ln>
                <a:noFill/>
              </a:ln>
              <a:solidFill>
                <a:srgbClr val="000000"/>
              </a:solidFill>
              <a:effectLst/>
              <a:uLnTx/>
              <a:uFillTx/>
              <a:latin typeface="Aptos" panose="020B0004020202020204" pitchFamily="34" charset="0"/>
              <a:ea typeface="+mj-ea"/>
              <a:cs typeface="+mj-cs"/>
            </a:endParaRPr>
          </a:p>
        </p:txBody>
      </p:sp>
      <p:sp>
        <p:nvSpPr>
          <p:cNvPr id="2" name="TextBox 1">
            <a:extLst>
              <a:ext uri="{FF2B5EF4-FFF2-40B4-BE49-F238E27FC236}">
                <a16:creationId xmlns:a16="http://schemas.microsoft.com/office/drawing/2014/main" id="{6D7C9AB5-016B-985E-4855-51AB3D553D69}"/>
              </a:ext>
            </a:extLst>
          </p:cNvPr>
          <p:cNvSpPr txBox="1"/>
          <p:nvPr/>
        </p:nvSpPr>
        <p:spPr>
          <a:xfrm>
            <a:off x="278740" y="3990838"/>
            <a:ext cx="4565403" cy="1107996"/>
          </a:xfrm>
          <a:prstGeom prst="rect">
            <a:avLst/>
          </a:prstGeom>
          <a:noFill/>
        </p:spPr>
        <p:txBody>
          <a:bodyPr wrap="square" rtlCol="0">
            <a:spAutoFit/>
          </a:bodyPr>
          <a:lstStyle/>
          <a:p>
            <a:r>
              <a:rPr lang="en-CA" sz="1600">
                <a:latin typeface="Aptos"/>
              </a:rPr>
              <a:t>Letters A-F below map to the lettered data paths shown in the diagram. Path B (highlighted) is the operational state-change flow.</a:t>
            </a:r>
          </a:p>
          <a:p>
            <a:endParaRPr lang="en-US" sz="1600"/>
          </a:p>
        </p:txBody>
      </p:sp>
    </p:spTree>
    <p:extLst>
      <p:ext uri="{BB962C8B-B14F-4D97-AF65-F5344CB8AC3E}">
        <p14:creationId xmlns:p14="http://schemas.microsoft.com/office/powerpoint/2010/main" val="2298961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CFCC6-EDD7-F66C-1763-5C98014C070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C8713DC-E966-7D1F-ACB7-A4294C711660}"/>
              </a:ext>
            </a:extLst>
          </p:cNvPr>
          <p:cNvPicPr>
            <a:picLocks noChangeAspect="1"/>
          </p:cNvPicPr>
          <p:nvPr/>
        </p:nvPicPr>
        <p:blipFill>
          <a:blip r:embed="rId2"/>
          <a:stretch>
            <a:fillRect/>
          </a:stretch>
        </p:blipFill>
        <p:spPr>
          <a:xfrm>
            <a:off x="5319469" y="1001040"/>
            <a:ext cx="7717980" cy="3949435"/>
          </a:xfrm>
          <a:prstGeom prst="rect">
            <a:avLst/>
          </a:prstGeom>
        </p:spPr>
      </p:pic>
      <p:graphicFrame>
        <p:nvGraphicFramePr>
          <p:cNvPr id="6" name="Table 5">
            <a:extLst>
              <a:ext uri="{FF2B5EF4-FFF2-40B4-BE49-F238E27FC236}">
                <a16:creationId xmlns:a16="http://schemas.microsoft.com/office/drawing/2014/main" id="{623EB1A0-755C-6A5E-F34F-F7A1168F3934}"/>
              </a:ext>
            </a:extLst>
          </p:cNvPr>
          <p:cNvGraphicFramePr>
            <a:graphicFrameLocks noGrp="1"/>
          </p:cNvGraphicFramePr>
          <p:nvPr/>
        </p:nvGraphicFramePr>
        <p:xfrm>
          <a:off x="5549676" y="5407511"/>
          <a:ext cx="7071174" cy="932475"/>
        </p:xfrm>
        <a:graphic>
          <a:graphicData uri="http://schemas.openxmlformats.org/drawingml/2006/table">
            <a:tbl>
              <a:tblPr firstRow="1" bandRow="1">
                <a:tableStyleId>{5C22544A-7EE6-4342-B048-85BDC9FD1C3A}</a:tableStyleId>
              </a:tblPr>
              <a:tblGrid>
                <a:gridCol w="1452880">
                  <a:extLst>
                    <a:ext uri="{9D8B030D-6E8A-4147-A177-3AD203B41FA5}">
                      <a16:colId xmlns:a16="http://schemas.microsoft.com/office/drawing/2014/main" val="3665052326"/>
                    </a:ext>
                  </a:extLst>
                </a:gridCol>
                <a:gridCol w="1513205">
                  <a:extLst>
                    <a:ext uri="{9D8B030D-6E8A-4147-A177-3AD203B41FA5}">
                      <a16:colId xmlns:a16="http://schemas.microsoft.com/office/drawing/2014/main" val="2914265349"/>
                    </a:ext>
                  </a:extLst>
                </a:gridCol>
                <a:gridCol w="4105089">
                  <a:extLst>
                    <a:ext uri="{9D8B030D-6E8A-4147-A177-3AD203B41FA5}">
                      <a16:colId xmlns:a16="http://schemas.microsoft.com/office/drawing/2014/main" val="629808786"/>
                    </a:ext>
                  </a:extLst>
                </a:gridCol>
              </a:tblGrid>
              <a:tr h="283444">
                <a:tc>
                  <a:txBody>
                    <a:bodyPr/>
                    <a:lstStyle/>
                    <a:p>
                      <a:pPr algn="l"/>
                      <a:r>
                        <a:rPr lang="en-IN" sz="1100">
                          <a:solidFill>
                            <a:schemeClr val="tx1"/>
                          </a:solidFill>
                        </a:rPr>
                        <a:t>Dimension</a:t>
                      </a:r>
                    </a:p>
                  </a:txBody>
                  <a:tcPr>
                    <a:solidFill>
                      <a:schemeClr val="bg1">
                        <a:lumMod val="75000"/>
                      </a:schemeClr>
                    </a:solidFill>
                  </a:tcPr>
                </a:tc>
                <a:tc>
                  <a:txBody>
                    <a:bodyPr/>
                    <a:lstStyle/>
                    <a:p>
                      <a:pPr algn="l"/>
                      <a:r>
                        <a:rPr lang="en-IN" sz="1100">
                          <a:solidFill>
                            <a:schemeClr val="tx1"/>
                          </a:solidFill>
                        </a:rPr>
                        <a:t>pon-protd</a:t>
                      </a:r>
                    </a:p>
                  </a:txBody>
                  <a:tcPr>
                    <a:solidFill>
                      <a:schemeClr val="bg1">
                        <a:lumMod val="75000"/>
                      </a:schemeClr>
                    </a:solidFill>
                  </a:tcPr>
                </a:tc>
                <a:tc>
                  <a:txBody>
                    <a:bodyPr/>
                    <a:lstStyle/>
                    <a:p>
                      <a:pPr algn="l"/>
                      <a:r>
                        <a:rPr lang="en-IN" sz="1100">
                          <a:solidFill>
                            <a:schemeClr val="tx1"/>
                          </a:solidFill>
                        </a:rPr>
                        <a:t>Key-Source</a:t>
                      </a:r>
                    </a:p>
                  </a:txBody>
                  <a:tcPr>
                    <a:solidFill>
                      <a:schemeClr val="bg1">
                        <a:lumMod val="75000"/>
                      </a:schemeClr>
                    </a:solidFill>
                  </a:tcPr>
                </a:tc>
                <a:extLst>
                  <a:ext uri="{0D108BD9-81ED-4DB2-BD59-A6C34878D82A}">
                    <a16:rowId xmlns:a16="http://schemas.microsoft.com/office/drawing/2014/main" val="489973714"/>
                  </a:ext>
                </a:extLst>
              </a:tr>
              <a:tr h="283444">
                <a:tc>
                  <a:txBody>
                    <a:bodyPr/>
                    <a:lstStyle/>
                    <a:p>
                      <a:pPr algn="l"/>
                      <a:r>
                        <a:rPr lang="en-IN" sz="1050"/>
                        <a:t>Link State</a:t>
                      </a:r>
                    </a:p>
                  </a:txBody>
                  <a:tcPr anchor="ctr">
                    <a:solidFill>
                      <a:schemeClr val="bg1">
                        <a:lumMod val="75000"/>
                      </a:schemeClr>
                    </a:solidFill>
                  </a:tcPr>
                </a:tc>
                <a:tc>
                  <a:txBody>
                    <a:bodyPr/>
                    <a:lstStyle/>
                    <a:p>
                      <a:pPr algn="l"/>
                      <a:r>
                        <a:rPr lang="en-IN" sz="1050"/>
                        <a:t>Physical Uplink State</a:t>
                      </a:r>
                    </a:p>
                  </a:txBody>
                  <a:tcPr anchor="ctr">
                    <a:solidFill>
                      <a:schemeClr val="bg1">
                        <a:lumMod val="95000"/>
                      </a:schemeClr>
                    </a:solidFill>
                  </a:tcPr>
                </a:tc>
                <a:tc>
                  <a:txBody>
                    <a:bodyPr/>
                    <a:lstStyle/>
                    <a:p>
                      <a:pPr algn="l"/>
                      <a:r>
                        <a:rPr lang="en-IN" sz="1050" b="0" i="0" kern="1200">
                          <a:solidFill>
                            <a:schemeClr val="dk1"/>
                          </a:solidFill>
                          <a:effectLst/>
                          <a:latin typeface="+mn-lt"/>
                          <a:ea typeface="+mn-ea"/>
                          <a:cs typeface="+mn-cs"/>
                        </a:rPr>
                        <a:t>STATE_DB:PORT_TABLE - </a:t>
                      </a:r>
                      <a:r>
                        <a:rPr lang="en-IN" sz="1050" b="0" i="0" kern="1200" err="1">
                          <a:solidFill>
                            <a:schemeClr val="dk1"/>
                          </a:solidFill>
                          <a:effectLst/>
                          <a:latin typeface="+mn-lt"/>
                          <a:ea typeface="+mn-ea"/>
                          <a:cs typeface="+mn-cs"/>
                        </a:rPr>
                        <a:t>orchagent</a:t>
                      </a:r>
                      <a:r>
                        <a:rPr lang="en-IN" sz="1050" b="0" i="0" kern="1200">
                          <a:solidFill>
                            <a:schemeClr val="dk1"/>
                          </a:solidFill>
                          <a:effectLst/>
                          <a:latin typeface="+mn-lt"/>
                          <a:ea typeface="+mn-ea"/>
                          <a:cs typeface="+mn-cs"/>
                        </a:rPr>
                        <a:t>/</a:t>
                      </a:r>
                      <a:r>
                        <a:rPr lang="en-IN" sz="1050" b="0" i="0" kern="1200" err="1">
                          <a:solidFill>
                            <a:schemeClr val="dk1"/>
                          </a:solidFill>
                          <a:effectLst/>
                          <a:latin typeface="+mn-lt"/>
                          <a:ea typeface="+mn-ea"/>
                          <a:cs typeface="+mn-cs"/>
                        </a:rPr>
                        <a:t>portsyncd</a:t>
                      </a:r>
                      <a:endParaRPr lang="en-IN" sz="1050"/>
                    </a:p>
                  </a:txBody>
                  <a:tcPr anchor="ctr">
                    <a:solidFill>
                      <a:schemeClr val="bg1">
                        <a:lumMod val="95000"/>
                      </a:schemeClr>
                    </a:solidFill>
                  </a:tcPr>
                </a:tc>
                <a:extLst>
                  <a:ext uri="{0D108BD9-81ED-4DB2-BD59-A6C34878D82A}">
                    <a16:rowId xmlns:a16="http://schemas.microsoft.com/office/drawing/2014/main" val="1437211043"/>
                  </a:ext>
                </a:extLst>
              </a:tr>
              <a:tr h="365587">
                <a:tc>
                  <a:txBody>
                    <a:bodyPr/>
                    <a:lstStyle/>
                    <a:p>
                      <a:pPr algn="l"/>
                      <a:r>
                        <a:rPr lang="en-IN" sz="1050"/>
                        <a:t>OLT Interface State</a:t>
                      </a:r>
                    </a:p>
                  </a:txBody>
                  <a:tcPr anchor="ctr">
                    <a:solidFill>
                      <a:schemeClr val="bg1">
                        <a:lumMod val="75000"/>
                      </a:schemeClr>
                    </a:solidFill>
                  </a:tcPr>
                </a:tc>
                <a:tc>
                  <a:txBody>
                    <a:bodyPr/>
                    <a:lstStyle/>
                    <a:p>
                      <a:pPr algn="l"/>
                      <a:r>
                        <a:rPr lang="en-IN" sz="1050"/>
                        <a:t>OLT Interface State </a:t>
                      </a:r>
                    </a:p>
                  </a:txBody>
                  <a:tcPr anchor="ctr">
                    <a:solidFill>
                      <a:schemeClr val="bg1">
                        <a:lumMod val="95000"/>
                      </a:schemeClr>
                    </a:solidFill>
                  </a:tcPr>
                </a:tc>
                <a:tc>
                  <a:txBody>
                    <a:bodyPr/>
                    <a:lstStyle/>
                    <a:p>
                      <a:pPr algn="l"/>
                      <a:r>
                        <a:rPr lang="en-IN" sz="1050" b="0" i="0" kern="1200">
                          <a:solidFill>
                            <a:schemeClr val="dk1"/>
                          </a:solidFill>
                          <a:effectLst/>
                          <a:latin typeface="+mn-lt"/>
                          <a:ea typeface="+mn-ea"/>
                          <a:cs typeface="+mn-cs"/>
                        </a:rPr>
                        <a:t>STATE_DB:PON_OLT_INTF_PROTECTION_STATE - pon-orch</a:t>
                      </a:r>
                      <a:endParaRPr lang="en-IN" sz="1050"/>
                    </a:p>
                  </a:txBody>
                  <a:tcPr anchor="ctr">
                    <a:solidFill>
                      <a:schemeClr val="bg1">
                        <a:lumMod val="95000"/>
                      </a:schemeClr>
                    </a:solidFill>
                  </a:tcPr>
                </a:tc>
                <a:extLst>
                  <a:ext uri="{0D108BD9-81ED-4DB2-BD59-A6C34878D82A}">
                    <a16:rowId xmlns:a16="http://schemas.microsoft.com/office/drawing/2014/main" val="2686324770"/>
                  </a:ext>
                </a:extLst>
              </a:tr>
            </a:tbl>
          </a:graphicData>
        </a:graphic>
      </p:graphicFrame>
      <p:sp>
        <p:nvSpPr>
          <p:cNvPr id="5136" name="Content Placeholder 2">
            <a:extLst>
              <a:ext uri="{FF2B5EF4-FFF2-40B4-BE49-F238E27FC236}">
                <a16:creationId xmlns:a16="http://schemas.microsoft.com/office/drawing/2014/main" id="{CEC3735B-F7F5-6042-271C-6F53E2CE973B}"/>
              </a:ext>
            </a:extLst>
          </p:cNvPr>
          <p:cNvSpPr>
            <a:spLocks noGrp="1"/>
          </p:cNvSpPr>
          <p:nvPr>
            <p:ph sz="half" idx="1"/>
          </p:nvPr>
        </p:nvSpPr>
        <p:spPr>
          <a:xfrm>
            <a:off x="319523" y="1199917"/>
            <a:ext cx="5864579" cy="4458166"/>
          </a:xfrm>
        </p:spPr>
        <p:txBody>
          <a:bodyPr vert="horz" lIns="0" tIns="91440" rIns="91440" bIns="91440" rtlCol="0" anchor="t">
            <a:noAutofit/>
          </a:bodyPr>
          <a:lstStyle/>
          <a:p>
            <a:pPr algn="just"/>
            <a:r>
              <a:rPr lang="en-IN" sz="1800">
                <a:latin typeface="Aptos"/>
              </a:rPr>
              <a:t>Composite state FSM that drive the forwarding decisions:</a:t>
            </a:r>
          </a:p>
          <a:p>
            <a:pPr marL="746125" lvl="1" indent="-285750" algn="just">
              <a:buFont typeface="Arial" panose="020B0604020202020204" pitchFamily="34" charset="0"/>
              <a:buChar char="•"/>
            </a:pPr>
            <a:r>
              <a:rPr lang="en-IN" sz="1800">
                <a:latin typeface="Aptos"/>
              </a:rPr>
              <a:t>Link State  - Physical interface state (Up, Down)</a:t>
            </a:r>
          </a:p>
          <a:p>
            <a:pPr marL="746125" lvl="1" indent="-285750" algn="just">
              <a:buFont typeface="Arial" panose="020B0604020202020204" pitchFamily="34" charset="0"/>
              <a:buChar char="•"/>
            </a:pPr>
            <a:r>
              <a:rPr lang="en-IN" sz="1800">
                <a:latin typeface="Aptos"/>
              </a:rPr>
              <a:t>OLT Interface State (Active, Standby, Unknown)</a:t>
            </a:r>
          </a:p>
          <a:p>
            <a:pPr algn="just"/>
            <a:r>
              <a:rPr lang="en-IN" sz="1800">
                <a:latin typeface="Aptos"/>
              </a:rPr>
              <a:t>Forwarding decisions are as follows</a:t>
            </a:r>
          </a:p>
          <a:p>
            <a:pPr marL="285750" indent="-285750" algn="just">
              <a:buFont typeface="Arial" panose="020B0604020202020204" pitchFamily="34" charset="0"/>
              <a:buChar char="•"/>
            </a:pPr>
            <a:r>
              <a:rPr lang="en-IN" sz="1800">
                <a:latin typeface="Aptos"/>
              </a:rPr>
              <a:t>Direct Forwarding: </a:t>
            </a:r>
          </a:p>
          <a:p>
            <a:pPr marL="746125" lvl="1" indent="-285750" algn="just">
              <a:buFont typeface="Arial" panose="020B0604020202020204" pitchFamily="34" charset="0"/>
              <a:buChar char="•"/>
            </a:pPr>
            <a:r>
              <a:rPr lang="en-IN" sz="1800">
                <a:latin typeface="Aptos"/>
              </a:rPr>
              <a:t>Link State is UP and</a:t>
            </a:r>
          </a:p>
          <a:p>
            <a:pPr marL="746125" lvl="1" indent="-285750" algn="just">
              <a:buFont typeface="Arial" panose="020B0604020202020204" pitchFamily="34" charset="0"/>
              <a:buChar char="•"/>
            </a:pPr>
            <a:r>
              <a:rPr lang="en-IN" sz="1800">
                <a:latin typeface="Aptos"/>
              </a:rPr>
              <a:t>OLT interface State is Active</a:t>
            </a:r>
          </a:p>
          <a:p>
            <a:pPr marL="285750" indent="-285750" algn="just">
              <a:buFont typeface="Arial" panose="020B0604020202020204" pitchFamily="34" charset="0"/>
              <a:buChar char="•"/>
            </a:pPr>
            <a:r>
              <a:rPr lang="en-IN" sz="1800">
                <a:latin typeface="Aptos"/>
              </a:rPr>
              <a:t>Tunnelled: </a:t>
            </a:r>
          </a:p>
          <a:p>
            <a:pPr marL="746125" lvl="1" indent="-285750" algn="just">
              <a:buFont typeface="Arial" panose="020B0604020202020204" pitchFamily="34" charset="0"/>
              <a:buChar char="•"/>
            </a:pPr>
            <a:r>
              <a:rPr lang="en-IN" sz="1800">
                <a:latin typeface="Aptos"/>
              </a:rPr>
              <a:t>Link State is Down or </a:t>
            </a:r>
          </a:p>
          <a:p>
            <a:pPr marL="746125" lvl="1" indent="-285750" algn="just">
              <a:buFont typeface="Arial" panose="020B0604020202020204" pitchFamily="34" charset="0"/>
              <a:buChar char="•"/>
            </a:pPr>
            <a:r>
              <a:rPr lang="en-IN" sz="1800">
                <a:latin typeface="Aptos"/>
              </a:rPr>
              <a:t>OLT Interface State is Standby or </a:t>
            </a:r>
          </a:p>
          <a:p>
            <a:pPr marL="746125" lvl="1" indent="-285750" algn="just">
              <a:buFont typeface="Arial" panose="020B0604020202020204" pitchFamily="34" charset="0"/>
              <a:buChar char="•"/>
            </a:pPr>
            <a:r>
              <a:rPr lang="en-IN" sz="1800">
                <a:latin typeface="Aptos"/>
              </a:rPr>
              <a:t>OLT Interface State is Unknown </a:t>
            </a:r>
          </a:p>
          <a:p>
            <a:pPr algn="just"/>
            <a:endParaRPr lang="en-US" sz="1600"/>
          </a:p>
          <a:p>
            <a:pPr algn="just"/>
            <a:endParaRPr lang="en-US"/>
          </a:p>
        </p:txBody>
      </p:sp>
      <p:sp>
        <p:nvSpPr>
          <p:cNvPr id="5" name="Title 1">
            <a:extLst>
              <a:ext uri="{FF2B5EF4-FFF2-40B4-BE49-F238E27FC236}">
                <a16:creationId xmlns:a16="http://schemas.microsoft.com/office/drawing/2014/main" id="{EC17A9F4-7C98-D412-596D-1BD6C232E879}"/>
              </a:ext>
            </a:extLst>
          </p:cNvPr>
          <p:cNvSpPr txBox="1">
            <a:spLocks/>
          </p:cNvSpPr>
          <p:nvPr/>
        </p:nvSpPr>
        <p:spPr>
          <a:xfrm>
            <a:off x="319523" y="228405"/>
            <a:ext cx="12502134" cy="849793"/>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600" b="0" i="0" u="none" strike="noStrike" kern="1200" cap="none" spc="-200" normalizeH="0" baseline="0" noProof="0">
                <a:ln>
                  <a:noFill/>
                </a:ln>
                <a:solidFill>
                  <a:srgbClr val="000000"/>
                </a:solidFill>
                <a:effectLst/>
                <a:uLnTx/>
                <a:uFillTx/>
                <a:latin typeface="Aptos" panose="020B0004020202020204" pitchFamily="34" charset="0"/>
                <a:ea typeface="+mj-ea"/>
                <a:cs typeface="+mj-cs"/>
              </a:rPr>
              <a:t>PON Protection FSM</a:t>
            </a:r>
            <a:endParaRPr kumimoji="0" lang="en-US" sz="3400" b="0" i="0" u="none" strike="noStrike" kern="1200" cap="none" spc="-200" normalizeH="0" baseline="0" noProof="0">
              <a:ln>
                <a:noFill/>
              </a:ln>
              <a:solidFill>
                <a:srgbClr val="000000"/>
              </a:solidFill>
              <a:effectLst/>
              <a:uLnTx/>
              <a:uFillTx/>
              <a:latin typeface="Aptos" panose="020B0004020202020204" pitchFamily="34" charset="0"/>
              <a:ea typeface="+mj-ea"/>
              <a:cs typeface="+mj-cs"/>
            </a:endParaRPr>
          </a:p>
        </p:txBody>
      </p:sp>
    </p:spTree>
    <p:extLst>
      <p:ext uri="{BB962C8B-B14F-4D97-AF65-F5344CB8AC3E}">
        <p14:creationId xmlns:p14="http://schemas.microsoft.com/office/powerpoint/2010/main" val="682089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F729F-2927-A0C7-1AD0-F088292F0B6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3DFD699-BA82-E4D3-9E2C-880B87A9C2BE}"/>
              </a:ext>
            </a:extLst>
          </p:cNvPr>
          <p:cNvPicPr>
            <a:picLocks noChangeAspect="1"/>
          </p:cNvPicPr>
          <p:nvPr/>
        </p:nvPicPr>
        <p:blipFill>
          <a:blip r:embed="rId2"/>
          <a:stretch>
            <a:fillRect/>
          </a:stretch>
        </p:blipFill>
        <p:spPr>
          <a:xfrm>
            <a:off x="6858000" y="653301"/>
            <a:ext cx="5791882" cy="5588262"/>
          </a:xfrm>
          <a:prstGeom prst="rect">
            <a:avLst/>
          </a:prstGeom>
        </p:spPr>
      </p:pic>
      <p:sp>
        <p:nvSpPr>
          <p:cNvPr id="5136" name="Content Placeholder 2">
            <a:extLst>
              <a:ext uri="{FF2B5EF4-FFF2-40B4-BE49-F238E27FC236}">
                <a16:creationId xmlns:a16="http://schemas.microsoft.com/office/drawing/2014/main" id="{22DD3B99-C90C-692D-8DDF-1F62B453B0DB}"/>
              </a:ext>
            </a:extLst>
          </p:cNvPr>
          <p:cNvSpPr>
            <a:spLocks noGrp="1"/>
          </p:cNvSpPr>
          <p:nvPr>
            <p:ph sz="half" idx="1"/>
          </p:nvPr>
        </p:nvSpPr>
        <p:spPr>
          <a:xfrm>
            <a:off x="423333" y="1361743"/>
            <a:ext cx="5300134" cy="4632657"/>
          </a:xfrm>
        </p:spPr>
        <p:txBody>
          <a:bodyPr vert="horz" lIns="0" tIns="91440" rIns="91440" bIns="91440" rtlCol="0" anchor="t">
            <a:noAutofit/>
          </a:bodyPr>
          <a:lstStyle/>
          <a:p>
            <a:pPr algn="just"/>
            <a:r>
              <a:rPr lang="en-CA" sz="1600">
                <a:latin typeface="Aptos"/>
              </a:rPr>
              <a:t>The Orchestration Agent (OrchAgent) is responsible for programming IP routes and tunnels on the Gateway to control traffic forwarding to servers/devices</a:t>
            </a:r>
            <a:r>
              <a:rPr lang="en-US" sz="1600">
                <a:latin typeface="Aptos"/>
              </a:rPr>
              <a:t>.</a:t>
            </a:r>
          </a:p>
          <a:p>
            <a:pPr marL="342900" indent="-342900" algn="just">
              <a:buFont typeface="Arial" panose="020B0604020202020204" pitchFamily="34" charset="0"/>
              <a:buChar char="•"/>
            </a:pPr>
            <a:r>
              <a:rPr lang="en-US" sz="1600">
                <a:latin typeface="Aptos"/>
              </a:rPr>
              <a:t>On Active state notification of the OLT Interface, the associated interface route's next hops are updated to point to the directly connected next hop</a:t>
            </a:r>
          </a:p>
          <a:p>
            <a:pPr marL="342900" indent="-342900" algn="just">
              <a:buFont typeface="Arial" panose="020B0604020202020204" pitchFamily="34" charset="0"/>
              <a:buChar char="•"/>
            </a:pPr>
            <a:r>
              <a:rPr lang="en-US" sz="1600">
                <a:latin typeface="Aptos"/>
              </a:rPr>
              <a:t>On Standby or Unknown state notification of the OLT interface, the associated interface route's next hops are updated to point to the tunnel next hop</a:t>
            </a:r>
          </a:p>
          <a:p>
            <a:pPr algn="l">
              <a:spcBef>
                <a:spcPts val="900"/>
              </a:spcBef>
              <a:buNone/>
            </a:pPr>
            <a:r>
              <a:rPr lang="en-US" sz="1600" b="1">
                <a:latin typeface="Aptos"/>
              </a:rPr>
              <a:t>Three orchestrator functions (highlighted) set the forwarding state of an OLT interface:</a:t>
            </a:r>
          </a:p>
          <a:p>
            <a:pPr marL="342900" indent="-342900" algn="l">
              <a:spcBef>
                <a:spcPts val="500"/>
              </a:spcBef>
              <a:buFont typeface="Arial" panose="020B0604020202020204" pitchFamily="34" charset="0"/>
              <a:buChar char="•"/>
            </a:pPr>
            <a:r>
              <a:rPr lang="en-US" sz="1600" b="1">
                <a:latin typeface="Aptos"/>
              </a:rPr>
              <a:t>Route NH updates - </a:t>
            </a:r>
            <a:r>
              <a:rPr lang="en-US" sz="1600" b="0">
                <a:latin typeface="Aptos"/>
              </a:rPr>
              <a:t>switch each OLT interface routes between the connected next hop and the tunnel next hop.</a:t>
            </a:r>
          </a:p>
          <a:p>
            <a:pPr marL="342900" indent="-342900" algn="l">
              <a:spcBef>
                <a:spcPts val="500"/>
              </a:spcBef>
              <a:buFont typeface="Arial" panose="020B0604020202020204" pitchFamily="34" charset="0"/>
              <a:buChar char="•"/>
            </a:pPr>
            <a:r>
              <a:rPr lang="en-US" sz="1600" b="1">
                <a:latin typeface="Aptos"/>
              </a:rPr>
              <a:t>Encapsulation tunnel config - </a:t>
            </a:r>
            <a:r>
              <a:rPr lang="en-US" sz="1600" b="0">
                <a:latin typeface="Aptos"/>
              </a:rPr>
              <a:t>programs the IPinIP encap tunnel used to reach the peer when the OLT interface is standby or unknown.</a:t>
            </a:r>
          </a:p>
          <a:p>
            <a:pPr marL="342900" indent="-342900" algn="l">
              <a:spcBef>
                <a:spcPts val="500"/>
              </a:spcBef>
              <a:buFont typeface="Arial" panose="020B0604020202020204" pitchFamily="34" charset="0"/>
              <a:buChar char="•"/>
            </a:pPr>
            <a:r>
              <a:rPr lang="en-US" sz="1600" b="1">
                <a:latin typeface="Aptos"/>
              </a:rPr>
              <a:t>Decapsulation tunnel config - </a:t>
            </a:r>
            <a:r>
              <a:rPr lang="en-US" sz="1600" b="0">
                <a:latin typeface="Aptos"/>
              </a:rPr>
              <a:t>programs tunnel termination so traffic arriving from the peer is decapsulated and forwarded locally.</a:t>
            </a:r>
          </a:p>
        </p:txBody>
      </p:sp>
      <p:sp>
        <p:nvSpPr>
          <p:cNvPr id="3" name="Speech Bubble: Rectangle 81">
            <a:extLst>
              <a:ext uri="{FF2B5EF4-FFF2-40B4-BE49-F238E27FC236}">
                <a16:creationId xmlns:a16="http://schemas.microsoft.com/office/drawing/2014/main" id="{F18CA7D6-92FE-31CB-69DE-B81C5F5BF129}"/>
              </a:ext>
            </a:extLst>
          </p:cNvPr>
          <p:cNvSpPr/>
          <p:nvPr/>
        </p:nvSpPr>
        <p:spPr>
          <a:xfrm>
            <a:off x="5472355" y="5326119"/>
            <a:ext cx="1620000" cy="499753"/>
          </a:xfrm>
          <a:prstGeom prst="wedgeRectCallout">
            <a:avLst>
              <a:gd name="adj1" fmla="val 80401"/>
              <a:gd name="adj2" fmla="val 55217"/>
            </a:avLst>
          </a:prstGeom>
          <a:solidFill>
            <a:srgbClr val="FFE699"/>
          </a:solidFill>
          <a:ln w="22225">
            <a:solidFill>
              <a:srgbClr val="C55A11"/>
            </a:solidFill>
          </a:ln>
        </p:spPr>
        <p:style>
          <a:lnRef idx="2">
            <a:schemeClr val="dk1"/>
          </a:lnRef>
          <a:fillRef idx="1">
            <a:schemeClr val="lt1"/>
          </a:fillRef>
          <a:effectRef idx="0">
            <a:schemeClr val="dk1"/>
          </a:effectRef>
          <a:fontRef idx="minor">
            <a:schemeClr val="dk1"/>
          </a:fontRef>
        </p:style>
        <p:txBody>
          <a:bodyPr rtlCol="0" anchor="ctr">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000000"/>
                </a:solidFill>
                <a:effectLst/>
                <a:uLnTx/>
                <a:uFillTx/>
                <a:latin typeface="Neue Haas Grotesk Text Pro"/>
                <a:ea typeface="+mn-ea"/>
                <a:cs typeface="+mn-cs"/>
              </a:rPr>
              <a:t>Decapsulation Tunnel config </a:t>
            </a:r>
          </a:p>
        </p:txBody>
      </p:sp>
      <p:sp>
        <p:nvSpPr>
          <p:cNvPr id="4" name="Speech Bubble: Rectangle 81">
            <a:extLst>
              <a:ext uri="{FF2B5EF4-FFF2-40B4-BE49-F238E27FC236}">
                <a16:creationId xmlns:a16="http://schemas.microsoft.com/office/drawing/2014/main" id="{26726F14-DFDA-B8F8-75AD-B6EAA61F3EE5}"/>
              </a:ext>
            </a:extLst>
          </p:cNvPr>
          <p:cNvSpPr/>
          <p:nvPr/>
        </p:nvSpPr>
        <p:spPr>
          <a:xfrm>
            <a:off x="12407946" y="5326119"/>
            <a:ext cx="1222886" cy="499752"/>
          </a:xfrm>
          <a:prstGeom prst="wedgeRectCallout">
            <a:avLst>
              <a:gd name="adj1" fmla="val -86034"/>
              <a:gd name="adj2" fmla="val 55960"/>
            </a:avLst>
          </a:prstGeom>
          <a:solidFill>
            <a:srgbClr val="FFE699"/>
          </a:solidFill>
          <a:ln w="22225">
            <a:solidFill>
              <a:srgbClr val="C55A11"/>
            </a:solidFill>
          </a:ln>
        </p:spPr>
        <p:style>
          <a:lnRef idx="2">
            <a:schemeClr val="dk1"/>
          </a:lnRef>
          <a:fillRef idx="1">
            <a:schemeClr val="lt1"/>
          </a:fillRef>
          <a:effectRef idx="0">
            <a:schemeClr val="dk1"/>
          </a:effectRef>
          <a:fontRef idx="minor">
            <a:schemeClr val="dk1"/>
          </a:fontRef>
        </p:style>
        <p:txBody>
          <a:bodyPr rtlCol="0" anchor="ctr">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000000"/>
                </a:solidFill>
                <a:effectLst/>
                <a:uLnTx/>
                <a:uFillTx/>
                <a:latin typeface="Neue Haas Grotesk Text Pro"/>
                <a:ea typeface="+mn-ea"/>
                <a:cs typeface="+mn-cs"/>
              </a:rPr>
              <a:t>Encapsulation Tunnel config </a:t>
            </a:r>
          </a:p>
        </p:txBody>
      </p:sp>
      <p:sp>
        <p:nvSpPr>
          <p:cNvPr id="6" name="Speech Bubble: Rectangle 81">
            <a:extLst>
              <a:ext uri="{FF2B5EF4-FFF2-40B4-BE49-F238E27FC236}">
                <a16:creationId xmlns:a16="http://schemas.microsoft.com/office/drawing/2014/main" id="{E83ED9EE-7767-A99B-A5B1-0BDBC6A5F11C}"/>
              </a:ext>
            </a:extLst>
          </p:cNvPr>
          <p:cNvSpPr/>
          <p:nvPr/>
        </p:nvSpPr>
        <p:spPr>
          <a:xfrm>
            <a:off x="8648232" y="5326119"/>
            <a:ext cx="1222886" cy="499752"/>
          </a:xfrm>
          <a:prstGeom prst="wedgeRectCallout">
            <a:avLst>
              <a:gd name="adj1" fmla="val 125802"/>
              <a:gd name="adj2" fmla="val 57900"/>
            </a:avLst>
          </a:prstGeom>
          <a:solidFill>
            <a:srgbClr val="FFE699"/>
          </a:solidFill>
          <a:ln w="22225">
            <a:solidFill>
              <a:srgbClr val="C55A11"/>
            </a:solidFill>
          </a:ln>
        </p:spPr>
        <p:style>
          <a:lnRef idx="2">
            <a:schemeClr val="dk1"/>
          </a:lnRef>
          <a:fillRef idx="1">
            <a:schemeClr val="lt1"/>
          </a:fillRef>
          <a:effectRef idx="0">
            <a:schemeClr val="dk1"/>
          </a:effectRef>
          <a:fontRef idx="minor">
            <a:schemeClr val="dk1"/>
          </a:fontRef>
        </p:style>
        <p:txBody>
          <a:bodyPr rtlCol="0" anchor="ctr">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000000"/>
                </a:solidFill>
                <a:effectLst/>
                <a:uLnTx/>
                <a:uFillTx/>
                <a:latin typeface="Neue Haas Grotesk Text Pro"/>
                <a:ea typeface="+mn-ea"/>
                <a:cs typeface="+mn-cs"/>
              </a:rPr>
              <a:t>Route NH updates</a:t>
            </a:r>
          </a:p>
        </p:txBody>
      </p:sp>
      <p:sp>
        <p:nvSpPr>
          <p:cNvPr id="7" name="Title 1">
            <a:extLst>
              <a:ext uri="{FF2B5EF4-FFF2-40B4-BE49-F238E27FC236}">
                <a16:creationId xmlns:a16="http://schemas.microsoft.com/office/drawing/2014/main" id="{87596628-BEA4-3BF0-0631-ACAB682A4141}"/>
              </a:ext>
            </a:extLst>
          </p:cNvPr>
          <p:cNvSpPr txBox="1">
            <a:spLocks/>
          </p:cNvSpPr>
          <p:nvPr/>
        </p:nvSpPr>
        <p:spPr>
          <a:xfrm>
            <a:off x="319523" y="228405"/>
            <a:ext cx="12502134" cy="849793"/>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IN" sz="3600" b="0" i="0" u="none" strike="noStrike" kern="1200" cap="none" spc="-200" normalizeH="0" baseline="0" noProof="0">
                <a:ln>
                  <a:noFill/>
                </a:ln>
                <a:solidFill>
                  <a:srgbClr val="000000"/>
                </a:solidFill>
                <a:effectLst/>
                <a:uLnTx/>
                <a:uFillTx/>
                <a:latin typeface="Aptos" panose="020B0004020202020204" pitchFamily="34" charset="0"/>
                <a:ea typeface="+mj-ea"/>
                <a:cs typeface="+mj-cs"/>
              </a:rPr>
              <a:t>PON Protection Orchestrator </a:t>
            </a:r>
            <a:endParaRPr kumimoji="0" lang="en-US" sz="3400" b="0" i="0" u="none" strike="noStrike" kern="1200" cap="none" spc="-200" normalizeH="0" baseline="0" noProof="0">
              <a:ln>
                <a:noFill/>
              </a:ln>
              <a:solidFill>
                <a:srgbClr val="000000"/>
              </a:solidFill>
              <a:effectLst/>
              <a:uLnTx/>
              <a:uFillTx/>
              <a:latin typeface="Aptos" panose="020B0004020202020204" pitchFamily="34" charset="0"/>
              <a:ea typeface="+mj-ea"/>
              <a:cs typeface="+mj-cs"/>
            </a:endParaRPr>
          </a:p>
        </p:txBody>
      </p:sp>
    </p:spTree>
    <p:extLst>
      <p:ext uri="{BB962C8B-B14F-4D97-AF65-F5344CB8AC3E}">
        <p14:creationId xmlns:p14="http://schemas.microsoft.com/office/powerpoint/2010/main" val="701598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DFB67-B0F6-2131-158E-9834F9AA80A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7B2D3C8-7590-73CF-AD27-0A601DBBB4EC}"/>
              </a:ext>
            </a:extLst>
          </p:cNvPr>
          <p:cNvPicPr>
            <a:picLocks noChangeAspect="1"/>
          </p:cNvPicPr>
          <p:nvPr/>
        </p:nvPicPr>
        <p:blipFill>
          <a:blip r:embed="rId2"/>
          <a:stretch>
            <a:fillRect/>
          </a:stretch>
        </p:blipFill>
        <p:spPr>
          <a:xfrm>
            <a:off x="5453743" y="1335995"/>
            <a:ext cx="8097753" cy="5171807"/>
          </a:xfrm>
          <a:prstGeom prst="rect">
            <a:avLst/>
          </a:prstGeom>
        </p:spPr>
      </p:pic>
      <p:sp>
        <p:nvSpPr>
          <p:cNvPr id="5136" name="Content Placeholder 2">
            <a:extLst>
              <a:ext uri="{FF2B5EF4-FFF2-40B4-BE49-F238E27FC236}">
                <a16:creationId xmlns:a16="http://schemas.microsoft.com/office/drawing/2014/main" id="{05961AA7-9731-FC95-F7A0-CED24AB7E6B0}"/>
              </a:ext>
            </a:extLst>
          </p:cNvPr>
          <p:cNvSpPr>
            <a:spLocks noGrp="1"/>
          </p:cNvSpPr>
          <p:nvPr>
            <p:ph sz="half" idx="1"/>
          </p:nvPr>
        </p:nvSpPr>
        <p:spPr>
          <a:xfrm>
            <a:off x="461804" y="1433864"/>
            <a:ext cx="4674640" cy="779842"/>
          </a:xfrm>
        </p:spPr>
        <p:txBody>
          <a:bodyPr vert="horz" lIns="0" tIns="91440" rIns="91440" bIns="91440" rtlCol="0" anchor="t">
            <a:noAutofit/>
          </a:bodyPr>
          <a:lstStyle/>
          <a:p>
            <a:pPr algn="just"/>
            <a:r>
              <a:rPr lang="en-CA" sz="1600">
                <a:latin typeface="Aptos"/>
              </a:rPr>
              <a:t>IPinIP Example</a:t>
            </a:r>
          </a:p>
          <a:p>
            <a:pPr marL="342900" indent="-342900" algn="just">
              <a:buFont typeface="Arial" panose="020B0604020202020204" pitchFamily="34" charset="0"/>
              <a:buChar char="•"/>
            </a:pPr>
            <a:r>
              <a:rPr lang="en-CA" sz="1600">
                <a:latin typeface="Aptos"/>
              </a:rPr>
              <a:t>The diagram below provides a configuration example of Gateway (G-B) with an OLT interface in a standby state</a:t>
            </a:r>
          </a:p>
          <a:p>
            <a:pPr marL="342900" indent="-342900" algn="just">
              <a:buFont typeface="Arial" panose="020B0604020202020204" pitchFamily="34" charset="0"/>
              <a:buChar char="•"/>
            </a:pPr>
            <a:r>
              <a:rPr lang="en-CA" sz="1600">
                <a:latin typeface="Aptos"/>
              </a:rPr>
              <a:t>The illustration shows the IPinIP tunnel which redirects traffic to from Gateways Router (G-B) to Gateway Router (G-A).</a:t>
            </a:r>
            <a:endParaRPr lang="en-US" sz="1600">
              <a:latin typeface="Aptos"/>
            </a:endParaRPr>
          </a:p>
          <a:p>
            <a:pPr marL="342900" indent="-342900" algn="just">
              <a:buFont typeface="Arial" panose="020B0604020202020204" pitchFamily="34" charset="0"/>
              <a:buChar char="•"/>
            </a:pPr>
            <a:r>
              <a:rPr lang="en-CA" sz="1600">
                <a:latin typeface="Aptos"/>
              </a:rPr>
              <a:t>Neighbors that are part of the IP subnet configured on Gateway (G-B) port are redirected via the IPinIP tunnel.</a:t>
            </a:r>
          </a:p>
          <a:p>
            <a:pPr marL="342900" indent="-342900" algn="just">
              <a:buFont typeface="Arial" panose="020B0604020202020204" pitchFamily="34" charset="0"/>
              <a:buChar char="•"/>
            </a:pPr>
            <a:endParaRPr lang="en-CA" sz="1600"/>
          </a:p>
          <a:p>
            <a:pPr algn="just"/>
            <a:endParaRPr lang="en-US" sz="1600"/>
          </a:p>
        </p:txBody>
      </p:sp>
      <p:sp>
        <p:nvSpPr>
          <p:cNvPr id="9" name="Title 1">
            <a:extLst>
              <a:ext uri="{FF2B5EF4-FFF2-40B4-BE49-F238E27FC236}">
                <a16:creationId xmlns:a16="http://schemas.microsoft.com/office/drawing/2014/main" id="{0EE9DA43-F75A-C90B-FD12-F2F87428B77D}"/>
              </a:ext>
            </a:extLst>
          </p:cNvPr>
          <p:cNvSpPr txBox="1">
            <a:spLocks/>
          </p:cNvSpPr>
          <p:nvPr/>
        </p:nvSpPr>
        <p:spPr>
          <a:xfrm>
            <a:off x="319523" y="228405"/>
            <a:ext cx="12502134" cy="849793"/>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IN" sz="3600" b="0" i="0" u="none" strike="noStrike" kern="1200" cap="none" spc="-200" normalizeH="0" baseline="0" noProof="0">
                <a:ln>
                  <a:noFill/>
                </a:ln>
                <a:solidFill>
                  <a:srgbClr val="000000"/>
                </a:solidFill>
                <a:effectLst/>
                <a:uLnTx/>
                <a:uFillTx/>
                <a:latin typeface="Aptos" panose="020B0004020202020204" pitchFamily="34" charset="0"/>
                <a:ea typeface="+mj-ea"/>
                <a:cs typeface="+mj-cs"/>
              </a:rPr>
              <a:t>IPinIP Tunnel Programming</a:t>
            </a:r>
            <a:endParaRPr kumimoji="0" lang="en-US" sz="3400" b="0" i="0" u="none" strike="noStrike" kern="1200" cap="none" spc="-200" normalizeH="0" baseline="0" noProof="0">
              <a:ln>
                <a:noFill/>
              </a:ln>
              <a:solidFill>
                <a:srgbClr val="000000"/>
              </a:solidFill>
              <a:effectLst/>
              <a:uLnTx/>
              <a:uFillTx/>
              <a:latin typeface="Aptos" panose="020B0004020202020204" pitchFamily="34" charset="0"/>
              <a:ea typeface="+mj-ea"/>
              <a:cs typeface="+mj-cs"/>
            </a:endParaRPr>
          </a:p>
        </p:txBody>
      </p:sp>
    </p:spTree>
    <p:extLst>
      <p:ext uri="{BB962C8B-B14F-4D97-AF65-F5344CB8AC3E}">
        <p14:creationId xmlns:p14="http://schemas.microsoft.com/office/powerpoint/2010/main" val="267741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67D836-B708-5A5B-CF61-C565ECC2187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D6FA0CD-F0A9-765B-F767-D3EB334A201D}"/>
              </a:ext>
            </a:extLst>
          </p:cNvPr>
          <p:cNvSpPr txBox="1">
            <a:spLocks/>
          </p:cNvSpPr>
          <p:nvPr/>
        </p:nvSpPr>
        <p:spPr>
          <a:xfrm>
            <a:off x="319523" y="228405"/>
            <a:ext cx="12502134" cy="849793"/>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a:defRPr/>
            </a:pPr>
            <a:r>
              <a:rPr lang="en-IN" sz="3600">
                <a:solidFill>
                  <a:srgbClr val="000000"/>
                </a:solidFill>
                <a:latin typeface="Aptos"/>
              </a:rPr>
              <a:t>REDIS DB Architecture</a:t>
            </a:r>
          </a:p>
        </p:txBody>
      </p:sp>
      <p:graphicFrame>
        <p:nvGraphicFramePr>
          <p:cNvPr id="17" name="Content Placeholder 16">
            <a:extLst>
              <a:ext uri="{FF2B5EF4-FFF2-40B4-BE49-F238E27FC236}">
                <a16:creationId xmlns:a16="http://schemas.microsoft.com/office/drawing/2014/main" id="{B011502B-A586-B3BA-69AE-7ED2E1928E0A}"/>
              </a:ext>
            </a:extLst>
          </p:cNvPr>
          <p:cNvGraphicFramePr>
            <a:graphicFrameLocks noGrp="1"/>
          </p:cNvGraphicFramePr>
          <p:nvPr>
            <p:ph sz="half" idx="1"/>
            <p:extLst>
              <p:ext uri="{D42A27DB-BD31-4B8C-83A1-F6EECF244321}">
                <p14:modId xmlns:p14="http://schemas.microsoft.com/office/powerpoint/2010/main" val="471514556"/>
              </p:ext>
            </p:extLst>
          </p:nvPr>
        </p:nvGraphicFramePr>
        <p:xfrm>
          <a:off x="505659" y="1292156"/>
          <a:ext cx="12436044" cy="1676400"/>
        </p:xfrm>
        <a:graphic>
          <a:graphicData uri="http://schemas.openxmlformats.org/drawingml/2006/table">
            <a:tbl>
              <a:tblPr firstRow="1" bandRow="1">
                <a:tableStyleId>{5C22544A-7EE6-4342-B048-85BDC9FD1C3A}</a:tableStyleId>
              </a:tblPr>
              <a:tblGrid>
                <a:gridCol w="1970222">
                  <a:extLst>
                    <a:ext uri="{9D8B030D-6E8A-4147-A177-3AD203B41FA5}">
                      <a16:colId xmlns:a16="http://schemas.microsoft.com/office/drawing/2014/main" val="1861609335"/>
                    </a:ext>
                  </a:extLst>
                </a:gridCol>
                <a:gridCol w="5469337">
                  <a:extLst>
                    <a:ext uri="{9D8B030D-6E8A-4147-A177-3AD203B41FA5}">
                      <a16:colId xmlns:a16="http://schemas.microsoft.com/office/drawing/2014/main" val="2182674155"/>
                    </a:ext>
                  </a:extLst>
                </a:gridCol>
                <a:gridCol w="4996485">
                  <a:extLst>
                    <a:ext uri="{9D8B030D-6E8A-4147-A177-3AD203B41FA5}">
                      <a16:colId xmlns:a16="http://schemas.microsoft.com/office/drawing/2014/main" val="2550117343"/>
                    </a:ext>
                  </a:extLst>
                </a:gridCol>
              </a:tblGrid>
              <a:tr h="330734">
                <a:tc>
                  <a:txBody>
                    <a:bodyPr/>
                    <a:lstStyle/>
                    <a:p>
                      <a:r>
                        <a:rPr lang="en-GB" sz="1600">
                          <a:latin typeface="Aptos"/>
                        </a:rPr>
                        <a:t>DB</a:t>
                      </a:r>
                    </a:p>
                  </a:txBody>
                  <a:tcPr/>
                </a:tc>
                <a:tc>
                  <a:txBody>
                    <a:bodyPr/>
                    <a:lstStyle/>
                    <a:p>
                      <a:r>
                        <a:rPr lang="en-GB" sz="1600">
                          <a:latin typeface="Aptos"/>
                        </a:rPr>
                        <a:t>Table</a:t>
                      </a:r>
                    </a:p>
                  </a:txBody>
                  <a:tcPr/>
                </a:tc>
                <a:tc>
                  <a:txBody>
                    <a:bodyPr/>
                    <a:lstStyle/>
                    <a:p>
                      <a:r>
                        <a:rPr lang="en-GB" sz="1600">
                          <a:latin typeface="Aptos"/>
                        </a:rPr>
                        <a:t>Purpose</a:t>
                      </a:r>
                    </a:p>
                  </a:txBody>
                  <a:tcPr/>
                </a:tc>
                <a:extLst>
                  <a:ext uri="{0D108BD9-81ED-4DB2-BD59-A6C34878D82A}">
                    <a16:rowId xmlns:a16="http://schemas.microsoft.com/office/drawing/2014/main" val="2481708156"/>
                  </a:ext>
                </a:extLst>
              </a:tr>
              <a:tr h="330734">
                <a:tc>
                  <a:txBody>
                    <a:bodyPr/>
                    <a:lstStyle/>
                    <a:p>
                      <a:r>
                        <a:rPr lang="en-GB" sz="1600">
                          <a:latin typeface="Aptos"/>
                        </a:rPr>
                        <a:t>CONFIG_DB</a:t>
                      </a:r>
                    </a:p>
                  </a:txBody>
                  <a:tcPr/>
                </a:tc>
                <a:tc>
                  <a:txBody>
                    <a:bodyPr/>
                    <a:lstStyle/>
                    <a:p>
                      <a:pPr lvl="0">
                        <a:buNone/>
                      </a:pPr>
                      <a:r>
                        <a:rPr lang="en-GB" sz="1600" b="0" i="0" u="none" strike="noStrike" baseline="0" noProof="0">
                          <a:solidFill>
                            <a:srgbClr val="000000"/>
                          </a:solidFill>
                          <a:latin typeface="Aptos"/>
                        </a:rPr>
                        <a:t>BGP_DEVICE_GLOBAL</a:t>
                      </a:r>
                      <a:endParaRPr lang="en-US" sz="1600">
                        <a:latin typeface="Aptos"/>
                      </a:endParaRPr>
                    </a:p>
                  </a:txBody>
                  <a:tcPr/>
                </a:tc>
                <a:tc>
                  <a:txBody>
                    <a:bodyPr/>
                    <a:lstStyle/>
                    <a:p>
                      <a:pPr lvl="0">
                        <a:buNone/>
                      </a:pPr>
                      <a:r>
                        <a:rPr lang="en-GB" sz="1600" b="0" i="0" u="none" strike="noStrike" baseline="0" noProof="0">
                          <a:solidFill>
                            <a:srgbClr val="000000"/>
                          </a:solidFill>
                          <a:latin typeface="Aptos"/>
                        </a:rPr>
                        <a:t>TSA drain signal (tsa_enabled)</a:t>
                      </a:r>
                      <a:endParaRPr lang="en-US" sz="1600">
                        <a:latin typeface="Aptos"/>
                      </a:endParaRPr>
                    </a:p>
                  </a:txBody>
                  <a:tcPr/>
                </a:tc>
                <a:extLst>
                  <a:ext uri="{0D108BD9-81ED-4DB2-BD59-A6C34878D82A}">
                    <a16:rowId xmlns:a16="http://schemas.microsoft.com/office/drawing/2014/main" val="2436045786"/>
                  </a:ext>
                </a:extLst>
              </a:tr>
              <a:tr h="330734">
                <a:tc>
                  <a:txBody>
                    <a:bodyPr/>
                    <a:lstStyle/>
                    <a:p>
                      <a:pPr lvl="0" algn="l">
                        <a:lnSpc>
                          <a:spcPct val="100000"/>
                        </a:lnSpc>
                        <a:spcBef>
                          <a:spcPts val="0"/>
                        </a:spcBef>
                        <a:spcAft>
                          <a:spcPts val="0"/>
                        </a:spcAft>
                        <a:buNone/>
                      </a:pPr>
                      <a:r>
                        <a:rPr lang="en-GB" sz="1600" b="0" i="0" u="none" strike="noStrike" noProof="0">
                          <a:solidFill>
                            <a:srgbClr val="000000"/>
                          </a:solidFill>
                          <a:latin typeface="Aptos"/>
                        </a:rPr>
                        <a:t>CONFIG_DB</a:t>
                      </a:r>
                    </a:p>
                  </a:txBody>
                  <a:tcPr/>
                </a:tc>
                <a:tc>
                  <a:txBody>
                    <a:bodyPr/>
                    <a:lstStyle/>
                    <a:p>
                      <a:pPr lvl="0">
                        <a:buNone/>
                      </a:pPr>
                      <a:r>
                        <a:rPr lang="en-GB" sz="1600" b="0" i="0" u="none" strike="noStrike" baseline="0" noProof="0">
                          <a:solidFill>
                            <a:srgbClr val="000000"/>
                          </a:solidFill>
                          <a:latin typeface="Aptos"/>
                        </a:rPr>
                        <a:t>PEER_SWITCH</a:t>
                      </a:r>
                      <a:endParaRPr lang="en-US" sz="1600">
                        <a:latin typeface="Aptos"/>
                      </a:endParaRPr>
                    </a:p>
                  </a:txBody>
                  <a:tcPr/>
                </a:tc>
                <a:tc>
                  <a:txBody>
                    <a:bodyPr/>
                    <a:lstStyle/>
                    <a:p>
                      <a:pPr lvl="0">
                        <a:buNone/>
                      </a:pPr>
                      <a:r>
                        <a:rPr lang="en-GB" sz="1600" b="0" i="0" u="none" strike="noStrike" baseline="0" noProof="0">
                          <a:solidFill>
                            <a:srgbClr val="000000"/>
                          </a:solidFill>
                          <a:latin typeface="Aptos"/>
                        </a:rPr>
                        <a:t>Peer Gateway IP for tunnel</a:t>
                      </a:r>
                      <a:endParaRPr lang="en-US" sz="1600">
                        <a:latin typeface="Aptos"/>
                      </a:endParaRPr>
                    </a:p>
                  </a:txBody>
                  <a:tcPr/>
                </a:tc>
                <a:extLst>
                  <a:ext uri="{0D108BD9-81ED-4DB2-BD59-A6C34878D82A}">
                    <a16:rowId xmlns:a16="http://schemas.microsoft.com/office/drawing/2014/main" val="627409640"/>
                  </a:ext>
                </a:extLst>
              </a:tr>
              <a:tr h="330734">
                <a:tc>
                  <a:txBody>
                    <a:bodyPr/>
                    <a:lstStyle/>
                    <a:p>
                      <a:pPr lvl="0">
                        <a:buNone/>
                      </a:pPr>
                      <a:r>
                        <a:rPr lang="en-GB" sz="1600">
                          <a:latin typeface="Aptos"/>
                        </a:rPr>
                        <a:t>APPL_DB</a:t>
                      </a:r>
                      <a:endParaRPr lang="en-US" sz="1600">
                        <a:latin typeface="Aptos"/>
                      </a:endParaRPr>
                    </a:p>
                  </a:txBody>
                  <a:tcPr/>
                </a:tc>
                <a:tc>
                  <a:txBody>
                    <a:bodyPr/>
                    <a:lstStyle/>
                    <a:p>
                      <a:pPr lvl="0">
                        <a:buNone/>
                      </a:pPr>
                      <a:r>
                        <a:rPr lang="en-GB" sz="1600" b="0" i="0" u="none" strike="noStrike" baseline="0" noProof="0">
                          <a:solidFill>
                            <a:srgbClr val="000000"/>
                          </a:solidFill>
                          <a:latin typeface="Aptos"/>
                        </a:rPr>
                        <a:t>TUNNEL</a:t>
                      </a:r>
                      <a:endParaRPr lang="en-US" sz="1600">
                        <a:latin typeface="Aptos"/>
                      </a:endParaRPr>
                    </a:p>
                  </a:txBody>
                  <a:tcPr/>
                </a:tc>
                <a:tc>
                  <a:txBody>
                    <a:bodyPr/>
                    <a:lstStyle/>
                    <a:p>
                      <a:pPr lvl="0">
                        <a:buNone/>
                      </a:pPr>
                      <a:r>
                        <a:rPr lang="en-GB" sz="1600" b="0" i="0" u="none" strike="noStrike" baseline="0" noProof="0">
                          <a:solidFill>
                            <a:srgbClr val="000000"/>
                          </a:solidFill>
                          <a:latin typeface="Aptos"/>
                        </a:rPr>
                        <a:t>IPinIP tunnel config</a:t>
                      </a:r>
                      <a:endParaRPr lang="en-US" sz="1600">
                        <a:latin typeface="Aptos"/>
                      </a:endParaRPr>
                    </a:p>
                  </a:txBody>
                  <a:tcPr/>
                </a:tc>
                <a:extLst>
                  <a:ext uri="{0D108BD9-81ED-4DB2-BD59-A6C34878D82A}">
                    <a16:rowId xmlns:a16="http://schemas.microsoft.com/office/drawing/2014/main" val="2943588683"/>
                  </a:ext>
                </a:extLst>
              </a:tr>
              <a:tr h="330734">
                <a:tc>
                  <a:txBody>
                    <a:bodyPr/>
                    <a:lstStyle/>
                    <a:p>
                      <a:pPr lvl="0" algn="l">
                        <a:lnSpc>
                          <a:spcPct val="100000"/>
                        </a:lnSpc>
                        <a:spcBef>
                          <a:spcPts val="0"/>
                        </a:spcBef>
                        <a:spcAft>
                          <a:spcPts val="0"/>
                        </a:spcAft>
                        <a:buNone/>
                      </a:pPr>
                      <a:r>
                        <a:rPr lang="en-GB" sz="1600" b="0" i="0" u="none" strike="noStrike" noProof="0">
                          <a:solidFill>
                            <a:srgbClr val="000000"/>
                          </a:solidFill>
                          <a:latin typeface="Aptos"/>
                        </a:rPr>
                        <a:t>STATE_DB</a:t>
                      </a:r>
                    </a:p>
                  </a:txBody>
                  <a:tcPr/>
                </a:tc>
                <a:tc>
                  <a:txBody>
                    <a:bodyPr/>
                    <a:lstStyle/>
                    <a:p>
                      <a:pPr lvl="0">
                        <a:buNone/>
                      </a:pPr>
                      <a:r>
                        <a:rPr lang="en-GB" sz="1600" b="0" i="0" u="none" strike="noStrike" baseline="0" noProof="0">
                          <a:solidFill>
                            <a:srgbClr val="000000"/>
                          </a:solidFill>
                          <a:latin typeface="Aptos"/>
                        </a:rPr>
                        <a:t>PORT_TABLE</a:t>
                      </a:r>
                      <a:endParaRPr lang="en-US" sz="1600">
                        <a:latin typeface="Aptos"/>
                      </a:endParaRPr>
                    </a:p>
                  </a:txBody>
                  <a:tcPr/>
                </a:tc>
                <a:tc>
                  <a:txBody>
                    <a:bodyPr/>
                    <a:lstStyle/>
                    <a:p>
                      <a:pPr lvl="0">
                        <a:buNone/>
                      </a:pPr>
                      <a:r>
                        <a:rPr lang="en-GB" sz="1600" b="0" i="0" u="none" strike="noStrike" baseline="0" noProof="0">
                          <a:solidFill>
                            <a:srgbClr val="000000"/>
                          </a:solidFill>
                          <a:latin typeface="Aptos"/>
                        </a:rPr>
                        <a:t>Physical link state (up/down)</a:t>
                      </a:r>
                    </a:p>
                  </a:txBody>
                  <a:tcPr/>
                </a:tc>
                <a:extLst>
                  <a:ext uri="{0D108BD9-81ED-4DB2-BD59-A6C34878D82A}">
                    <a16:rowId xmlns:a16="http://schemas.microsoft.com/office/drawing/2014/main" val="1446277165"/>
                  </a:ext>
                </a:extLst>
              </a:tr>
            </a:tbl>
          </a:graphicData>
        </a:graphic>
      </p:graphicFrame>
      <p:graphicFrame>
        <p:nvGraphicFramePr>
          <p:cNvPr id="19" name="Table 18">
            <a:extLst>
              <a:ext uri="{FF2B5EF4-FFF2-40B4-BE49-F238E27FC236}">
                <a16:creationId xmlns:a16="http://schemas.microsoft.com/office/drawing/2014/main" id="{D47E040F-4D68-A583-47EF-7B8A2E17C813}"/>
              </a:ext>
            </a:extLst>
          </p:cNvPr>
          <p:cNvGraphicFramePr>
            <a:graphicFrameLocks noGrp="1"/>
          </p:cNvGraphicFramePr>
          <p:nvPr>
            <p:extLst>
              <p:ext uri="{D42A27DB-BD31-4B8C-83A1-F6EECF244321}">
                <p14:modId xmlns:p14="http://schemas.microsoft.com/office/powerpoint/2010/main" val="930555183"/>
              </p:ext>
            </p:extLst>
          </p:nvPr>
        </p:nvGraphicFramePr>
        <p:xfrm>
          <a:off x="503030" y="3429026"/>
          <a:ext cx="12436041" cy="2907488"/>
        </p:xfrm>
        <a:graphic>
          <a:graphicData uri="http://schemas.openxmlformats.org/drawingml/2006/table">
            <a:tbl>
              <a:tblPr firstRow="1" bandRow="1">
                <a:tableStyleId>{5C22544A-7EE6-4342-B048-85BDC9FD1C3A}</a:tableStyleId>
              </a:tblPr>
              <a:tblGrid>
                <a:gridCol w="1970218">
                  <a:extLst>
                    <a:ext uri="{9D8B030D-6E8A-4147-A177-3AD203B41FA5}">
                      <a16:colId xmlns:a16="http://schemas.microsoft.com/office/drawing/2014/main" val="2888611711"/>
                    </a:ext>
                  </a:extLst>
                </a:gridCol>
                <a:gridCol w="5469341">
                  <a:extLst>
                    <a:ext uri="{9D8B030D-6E8A-4147-A177-3AD203B41FA5}">
                      <a16:colId xmlns:a16="http://schemas.microsoft.com/office/drawing/2014/main" val="4208144182"/>
                    </a:ext>
                  </a:extLst>
                </a:gridCol>
                <a:gridCol w="4996482">
                  <a:extLst>
                    <a:ext uri="{9D8B030D-6E8A-4147-A177-3AD203B41FA5}">
                      <a16:colId xmlns:a16="http://schemas.microsoft.com/office/drawing/2014/main" val="410651409"/>
                    </a:ext>
                  </a:extLst>
                </a:gridCol>
              </a:tblGrid>
              <a:tr h="363436">
                <a:tc>
                  <a:txBody>
                    <a:bodyPr/>
                    <a:lstStyle/>
                    <a:p>
                      <a:pPr marL="0" marR="0" indent="0" algn="l" rtl="0" fontAlgn="base">
                        <a:buNone/>
                      </a:pPr>
                      <a:r>
                        <a:rPr lang="en-GB" sz="1600" b="1" i="0">
                          <a:solidFill>
                            <a:srgbClr val="FFFFFF"/>
                          </a:solidFill>
                          <a:effectLst/>
                          <a:latin typeface="Aptos"/>
                        </a:rPr>
                        <a:t>DB</a:t>
                      </a:r>
                      <a:endParaRPr lang="en-US" sz="1600" b="1" i="0">
                        <a:solidFill>
                          <a:srgbClr val="FFFFFF"/>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96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1" i="0">
                          <a:solidFill>
                            <a:srgbClr val="FFFFFF"/>
                          </a:solidFill>
                          <a:effectLst/>
                          <a:latin typeface="Aptos"/>
                        </a:rPr>
                        <a:t>Table</a:t>
                      </a:r>
                      <a:endParaRPr lang="en-US" sz="1600" b="1" i="0">
                        <a:solidFill>
                          <a:srgbClr val="FFFFFF"/>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96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1" i="0">
                          <a:solidFill>
                            <a:srgbClr val="FFFFFF"/>
                          </a:solidFill>
                          <a:effectLst/>
                          <a:latin typeface="Aptos"/>
                        </a:rPr>
                        <a:t>Purpose</a:t>
                      </a: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96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891197542"/>
                  </a:ext>
                </a:extLst>
              </a:tr>
              <a:tr h="363436">
                <a:tc>
                  <a:txBody>
                    <a:bodyPr/>
                    <a:lstStyle/>
                    <a:p>
                      <a:pPr marL="0" marR="0" indent="0" algn="l" rtl="0" fontAlgn="base">
                        <a:buNone/>
                      </a:pPr>
                      <a:r>
                        <a:rPr lang="en-GB" sz="1600" b="0" i="0">
                          <a:solidFill>
                            <a:srgbClr val="000000"/>
                          </a:solidFill>
                          <a:effectLst/>
                          <a:latin typeface="Aptos"/>
                        </a:rPr>
                        <a:t>CONFIG_DB</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96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PON_OLT_INTF_PROTECTION</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96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Protection instance config (port, mode)</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96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312734683"/>
                  </a:ext>
                </a:extLst>
              </a:tr>
              <a:tr h="363436">
                <a:tc>
                  <a:txBody>
                    <a:bodyPr/>
                    <a:lstStyle/>
                    <a:p>
                      <a:pPr marL="0" marR="0" indent="0" algn="l" rtl="0" fontAlgn="base">
                        <a:buNone/>
                      </a:pPr>
                      <a:r>
                        <a:rPr lang="en-GB" sz="1600" b="0" i="0">
                          <a:solidFill>
                            <a:srgbClr val="000000"/>
                          </a:solidFill>
                          <a:effectLst/>
                          <a:latin typeface="Aptos"/>
                        </a:rPr>
                        <a:t>STATE_DB</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PON_OLT_INTF_PROTECTION_STATE</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OLT interface role (active/standby/unknown)</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934733245"/>
                  </a:ext>
                </a:extLst>
              </a:tr>
              <a:tr h="363436">
                <a:tc>
                  <a:txBody>
                    <a:bodyPr/>
                    <a:lstStyle/>
                    <a:p>
                      <a:pPr marL="0" marR="0" indent="0" algn="l" rtl="0" fontAlgn="base">
                        <a:buNone/>
                      </a:pPr>
                      <a:r>
                        <a:rPr lang="en-GB" sz="1600" b="0" i="0">
                          <a:solidFill>
                            <a:srgbClr val="000000"/>
                          </a:solidFill>
                          <a:effectLst/>
                          <a:latin typeface="Aptos"/>
                        </a:rPr>
                        <a:t>APPL_DB</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PON_OLT_INTF_PROTECTION_TABLE</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Forwarding intent via composite state FSM</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539465161"/>
                  </a:ext>
                </a:extLst>
              </a:tr>
              <a:tr h="363436">
                <a:tc>
                  <a:txBody>
                    <a:bodyPr/>
                    <a:lstStyle/>
                    <a:p>
                      <a:pPr marL="0" marR="0" indent="0" algn="l" rtl="0" fontAlgn="base">
                        <a:buNone/>
                      </a:pPr>
                      <a:r>
                        <a:rPr lang="en-GB" sz="1600" b="0" i="0" u="none" strike="noStrike">
                          <a:solidFill>
                            <a:srgbClr val="000000"/>
                          </a:solidFill>
                          <a:effectLst/>
                          <a:latin typeface="Aptos"/>
                        </a:rPr>
                        <a:t>STATE_DB</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HW_PON_OLT_INTF_PROTECTION_TABLE</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HW ACK after SAI route programming</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89337134"/>
                  </a:ext>
                </a:extLst>
              </a:tr>
              <a:tr h="363436">
                <a:tc>
                  <a:txBody>
                    <a:bodyPr/>
                    <a:lstStyle/>
                    <a:p>
                      <a:pPr marL="0" marR="0" indent="0" algn="l" rtl="0" fontAlgn="base">
                        <a:buNone/>
                      </a:pPr>
                      <a:r>
                        <a:rPr lang="en-GB" sz="1600" b="0" i="0" u="none" strike="noStrike">
                          <a:solidFill>
                            <a:srgbClr val="000000"/>
                          </a:solidFill>
                          <a:effectLst/>
                          <a:latin typeface="Aptos"/>
                        </a:rPr>
                        <a:t>STATE_DB</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PON_OLT_INTF_PROTECTION_RT_TABLE</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Control-plane view: composite state, health</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545825579"/>
                  </a:ext>
                </a:extLst>
              </a:tr>
              <a:tr h="363436">
                <a:tc>
                  <a:txBody>
                    <a:bodyPr/>
                    <a:lstStyle/>
                    <a:p>
                      <a:pPr marL="0" marR="0" indent="0" algn="l" rtl="0" fontAlgn="base">
                        <a:buNone/>
                      </a:pPr>
                      <a:r>
                        <a:rPr lang="en-GB" sz="1600" b="0" i="0" u="none" strike="noStrike">
                          <a:solidFill>
                            <a:srgbClr val="000000"/>
                          </a:solidFill>
                          <a:effectLst/>
                          <a:latin typeface="Aptos"/>
                        </a:rPr>
                        <a:t>STATE_DB</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PON_OLT_INTF_PROTECTION_METRICS_TABLE</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Per-port switchover count and timestamps</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526888776"/>
                  </a:ext>
                </a:extLst>
              </a:tr>
              <a:tr h="363436">
                <a:tc>
                  <a:txBody>
                    <a:bodyPr/>
                    <a:lstStyle/>
                    <a:p>
                      <a:pPr marL="0" marR="0" indent="0" algn="l" rtl="0" fontAlgn="base">
                        <a:buNone/>
                      </a:pPr>
                      <a:r>
                        <a:rPr lang="en-GB" sz="1600" b="0" i="0" u="none" strike="noStrike">
                          <a:solidFill>
                            <a:srgbClr val="000000"/>
                          </a:solidFill>
                          <a:effectLst/>
                          <a:latin typeface="Aptos"/>
                        </a:rPr>
                        <a:t>APPL_DB</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PON_OLT_INTF_PROTECTION_SWITCH_CMD</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marR="0" indent="0" algn="l" rtl="0" fontAlgn="base">
                        <a:buNone/>
                      </a:pPr>
                      <a:r>
                        <a:rPr lang="en-GB" sz="1600" b="0" i="0" u="none" strike="noStrike">
                          <a:solidFill>
                            <a:srgbClr val="000000"/>
                          </a:solidFill>
                          <a:effectLst/>
                          <a:latin typeface="Aptos"/>
                        </a:rPr>
                        <a:t>TSA drain command (enable/disable)</a:t>
                      </a:r>
                      <a:endParaRPr lang="en-US" sz="1600" b="0" i="0">
                        <a:solidFill>
                          <a:srgbClr val="000000"/>
                        </a:solidFill>
                        <a:effectLst/>
                        <a:latin typeface="Aptos"/>
                      </a:endParaRPr>
                    </a:p>
                  </a:txBody>
                  <a:tcPr marL="55112" marR="55112" marT="27556" marB="2755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713217039"/>
                  </a:ext>
                </a:extLst>
              </a:tr>
            </a:tbl>
          </a:graphicData>
        </a:graphic>
      </p:graphicFrame>
      <p:sp>
        <p:nvSpPr>
          <p:cNvPr id="26" name="TextBox 25">
            <a:extLst>
              <a:ext uri="{FF2B5EF4-FFF2-40B4-BE49-F238E27FC236}">
                <a16:creationId xmlns:a16="http://schemas.microsoft.com/office/drawing/2014/main" id="{8C69D17F-B9F5-ACDF-EE4C-45917E3C3448}"/>
              </a:ext>
            </a:extLst>
          </p:cNvPr>
          <p:cNvSpPr txBox="1"/>
          <p:nvPr/>
        </p:nvSpPr>
        <p:spPr>
          <a:xfrm>
            <a:off x="316037" y="890170"/>
            <a:ext cx="456673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latin typeface="Aptos"/>
              </a:rPr>
              <a:t>Existing tables (Reused)</a:t>
            </a:r>
          </a:p>
          <a:p>
            <a:endParaRPr lang="en-GB" b="1">
              <a:latin typeface="Aptos"/>
            </a:endParaRPr>
          </a:p>
        </p:txBody>
      </p:sp>
      <p:sp>
        <p:nvSpPr>
          <p:cNvPr id="27" name="TextBox 26">
            <a:extLst>
              <a:ext uri="{FF2B5EF4-FFF2-40B4-BE49-F238E27FC236}">
                <a16:creationId xmlns:a16="http://schemas.microsoft.com/office/drawing/2014/main" id="{1CD73DA5-EFDF-FC93-5AA5-18EAD62F99E6}"/>
              </a:ext>
            </a:extLst>
          </p:cNvPr>
          <p:cNvSpPr txBox="1"/>
          <p:nvPr/>
        </p:nvSpPr>
        <p:spPr>
          <a:xfrm>
            <a:off x="316037" y="3049755"/>
            <a:ext cx="25598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latin typeface="Aptos"/>
              </a:rPr>
              <a:t>New tables</a:t>
            </a:r>
          </a:p>
        </p:txBody>
      </p:sp>
    </p:spTree>
    <p:extLst>
      <p:ext uri="{BB962C8B-B14F-4D97-AF65-F5344CB8AC3E}">
        <p14:creationId xmlns:p14="http://schemas.microsoft.com/office/powerpoint/2010/main" val="689065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6B073-9F60-1954-70E1-530CB2D05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43E0D-9DB7-3253-554F-2D8B4BF0D0F4}"/>
              </a:ext>
            </a:extLst>
          </p:cNvPr>
          <p:cNvSpPr>
            <a:spLocks noGrp="1"/>
          </p:cNvSpPr>
          <p:nvPr>
            <p:ph type="title"/>
          </p:nvPr>
        </p:nvSpPr>
        <p:spPr>
          <a:xfrm>
            <a:off x="761999" y="329514"/>
            <a:ext cx="7256585" cy="779842"/>
          </a:xfrm>
        </p:spPr>
        <p:txBody>
          <a:bodyPr anchor="t">
            <a:normAutofit/>
          </a:bodyPr>
          <a:lstStyle/>
          <a:p>
            <a:r>
              <a:rPr lang="en-US" b="1">
                <a:latin typeface="Aptos Light"/>
              </a:rPr>
              <a:t> </a:t>
            </a:r>
          </a:p>
        </p:txBody>
      </p:sp>
      <p:grpSp>
        <p:nvGrpSpPr>
          <p:cNvPr id="149" name="Group 148">
            <a:extLst>
              <a:ext uri="{FF2B5EF4-FFF2-40B4-BE49-F238E27FC236}">
                <a16:creationId xmlns:a16="http://schemas.microsoft.com/office/drawing/2014/main" id="{4C8EF567-52BE-2608-8415-7D59ABBE9244}"/>
              </a:ext>
            </a:extLst>
          </p:cNvPr>
          <p:cNvGrpSpPr/>
          <p:nvPr/>
        </p:nvGrpSpPr>
        <p:grpSpPr>
          <a:xfrm>
            <a:off x="-986723" y="8650562"/>
            <a:ext cx="196635" cy="478684"/>
            <a:chOff x="2284144" y="4229066"/>
            <a:chExt cx="228963" cy="533379"/>
          </a:xfrm>
        </p:grpSpPr>
        <p:grpSp>
          <p:nvGrpSpPr>
            <p:cNvPr id="203" name="Group 202">
              <a:extLst>
                <a:ext uri="{FF2B5EF4-FFF2-40B4-BE49-F238E27FC236}">
                  <a16:creationId xmlns:a16="http://schemas.microsoft.com/office/drawing/2014/main" id="{85EF6C7B-B988-C75F-2ED7-19E5E9FD0ADF}"/>
                </a:ext>
              </a:extLst>
            </p:cNvPr>
            <p:cNvGrpSpPr/>
            <p:nvPr/>
          </p:nvGrpSpPr>
          <p:grpSpPr>
            <a:xfrm>
              <a:off x="2316759" y="4247664"/>
              <a:ext cx="182880" cy="514781"/>
              <a:chOff x="1817137" y="4119504"/>
              <a:chExt cx="182880" cy="514781"/>
            </a:xfrm>
          </p:grpSpPr>
          <p:sp>
            <p:nvSpPr>
              <p:cNvPr id="205" name="Oval 204">
                <a:extLst>
                  <a:ext uri="{FF2B5EF4-FFF2-40B4-BE49-F238E27FC236}">
                    <a16:creationId xmlns:a16="http://schemas.microsoft.com/office/drawing/2014/main" id="{CD8D3D9C-A782-2FEB-D3F5-DE7D6039185D}"/>
                  </a:ext>
                </a:extLst>
              </p:cNvPr>
              <p:cNvSpPr/>
              <p:nvPr/>
            </p:nvSpPr>
            <p:spPr>
              <a:xfrm>
                <a:off x="1817137" y="4119504"/>
                <a:ext cx="182880" cy="18288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06" name="Oval 205">
                <a:extLst>
                  <a:ext uri="{FF2B5EF4-FFF2-40B4-BE49-F238E27FC236}">
                    <a16:creationId xmlns:a16="http://schemas.microsoft.com/office/drawing/2014/main" id="{95E79453-8DC9-7D1D-8AC1-CF32A3A7DFA8}"/>
                  </a:ext>
                </a:extLst>
              </p:cNvPr>
              <p:cNvSpPr/>
              <p:nvPr/>
            </p:nvSpPr>
            <p:spPr>
              <a:xfrm>
                <a:off x="1817137" y="4239912"/>
                <a:ext cx="182880" cy="18288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07" name="Oval 206">
                <a:extLst>
                  <a:ext uri="{FF2B5EF4-FFF2-40B4-BE49-F238E27FC236}">
                    <a16:creationId xmlns:a16="http://schemas.microsoft.com/office/drawing/2014/main" id="{4EBCFA24-6547-34BB-E89C-44C95DDEDF6D}"/>
                  </a:ext>
                </a:extLst>
              </p:cNvPr>
              <p:cNvSpPr/>
              <p:nvPr/>
            </p:nvSpPr>
            <p:spPr>
              <a:xfrm>
                <a:off x="1817137" y="4354988"/>
                <a:ext cx="182880" cy="18288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08" name="Oval 207">
                <a:extLst>
                  <a:ext uri="{FF2B5EF4-FFF2-40B4-BE49-F238E27FC236}">
                    <a16:creationId xmlns:a16="http://schemas.microsoft.com/office/drawing/2014/main" id="{57BEF5A9-D859-8E6C-984E-BCA2A1003C8B}"/>
                  </a:ext>
                </a:extLst>
              </p:cNvPr>
              <p:cNvSpPr/>
              <p:nvPr/>
            </p:nvSpPr>
            <p:spPr>
              <a:xfrm>
                <a:off x="1817137" y="4451405"/>
                <a:ext cx="182880" cy="18288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pic>
          <p:nvPicPr>
            <p:cNvPr id="204" name="Picture 203">
              <a:extLst>
                <a:ext uri="{FF2B5EF4-FFF2-40B4-BE49-F238E27FC236}">
                  <a16:creationId xmlns:a16="http://schemas.microsoft.com/office/drawing/2014/main" id="{C8FDA162-4270-838A-12DB-6B21E1F137FB}"/>
                </a:ext>
              </a:extLst>
            </p:cNvPr>
            <p:cNvPicPr>
              <a:picLocks noChangeAspect="1"/>
            </p:cNvPicPr>
            <p:nvPr/>
          </p:nvPicPr>
          <p:blipFill>
            <a:blip r:embed="rId2"/>
            <a:stretch>
              <a:fillRect/>
            </a:stretch>
          </p:blipFill>
          <p:spPr>
            <a:xfrm>
              <a:off x="2284144" y="4229066"/>
              <a:ext cx="228963" cy="507195"/>
            </a:xfrm>
            <a:prstGeom prst="rect">
              <a:avLst/>
            </a:prstGeom>
          </p:spPr>
        </p:pic>
      </p:grpSp>
      <p:sp>
        <p:nvSpPr>
          <p:cNvPr id="3" name="Cloud">
            <a:extLst>
              <a:ext uri="{FF2B5EF4-FFF2-40B4-BE49-F238E27FC236}">
                <a16:creationId xmlns:a16="http://schemas.microsoft.com/office/drawing/2014/main" id="{6F741EC5-EA53-4E01-CF6F-66B11DDC948B}"/>
              </a:ext>
            </a:extLst>
          </p:cNvPr>
          <p:cNvSpPr>
            <a:spLocks noChangeAspect="1" noEditPoints="1" noChangeArrowheads="1"/>
          </p:cNvSpPr>
          <p:nvPr/>
        </p:nvSpPr>
        <p:spPr bwMode="auto">
          <a:xfrm>
            <a:off x="10561028" y="774194"/>
            <a:ext cx="2524143" cy="2500789"/>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12700">
            <a:solidFill>
              <a:schemeClr val="bg1">
                <a:lumMod val="50000"/>
              </a:schemeClr>
            </a:solidFill>
            <a:miter lim="800000"/>
            <a:headEnd/>
            <a:tailEnd/>
          </a:ln>
          <a:effectLst>
            <a:glow rad="101600">
              <a:schemeClr val="accent1">
                <a:satMod val="175000"/>
                <a:alpha val="40000"/>
              </a:schemeClr>
            </a:glow>
          </a:effectLst>
        </p:spPr>
        <p:txBody>
          <a:bodyPr vert="horz" wrap="square" lIns="0" tIns="45708" rIns="0" bIns="45708"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000000"/>
              </a:solidFill>
              <a:effectLst/>
              <a:uLnTx/>
              <a:uFillTx/>
              <a:latin typeface="Aptos"/>
              <a:ea typeface="ＭＳ Ｐゴシック" pitchFamily="34" charset="-128"/>
              <a:cs typeface="Arial"/>
            </a:endParaRPr>
          </a:p>
        </p:txBody>
      </p:sp>
      <p:pic>
        <p:nvPicPr>
          <p:cNvPr id="4" name="Picture 3">
            <a:extLst>
              <a:ext uri="{FF2B5EF4-FFF2-40B4-BE49-F238E27FC236}">
                <a16:creationId xmlns:a16="http://schemas.microsoft.com/office/drawing/2014/main" id="{96A3C6D5-723E-3B46-F04A-934507C9A9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7209" y="1032042"/>
            <a:ext cx="499369" cy="499369"/>
          </a:xfrm>
          <a:prstGeom prst="rect">
            <a:avLst/>
          </a:prstGeom>
        </p:spPr>
      </p:pic>
      <p:sp>
        <p:nvSpPr>
          <p:cNvPr id="5" name="AutoShape 38">
            <a:extLst>
              <a:ext uri="{FF2B5EF4-FFF2-40B4-BE49-F238E27FC236}">
                <a16:creationId xmlns:a16="http://schemas.microsoft.com/office/drawing/2014/main" id="{29CC762D-E0DD-C5F0-F5C0-FE843FC0185F}"/>
              </a:ext>
            </a:extLst>
          </p:cNvPr>
          <p:cNvSpPr>
            <a:spLocks noChangeArrowheads="1"/>
          </p:cNvSpPr>
          <p:nvPr/>
        </p:nvSpPr>
        <p:spPr bwMode="auto">
          <a:xfrm rot="5400000">
            <a:off x="11078080" y="1138212"/>
            <a:ext cx="387818" cy="264777"/>
          </a:xfrm>
          <a:prstGeom prst="can">
            <a:avLst>
              <a:gd name="adj" fmla="val 31653"/>
            </a:avLst>
          </a:prstGeom>
          <a:ln>
            <a:solidFill>
              <a:schemeClr val="tx1"/>
            </a:solidFill>
            <a:headEnd/>
            <a:tailEnd/>
          </a:ln>
        </p:spPr>
        <p:style>
          <a:lnRef idx="1">
            <a:schemeClr val="accent5"/>
          </a:lnRef>
          <a:fillRef idx="2">
            <a:schemeClr val="accent5"/>
          </a:fillRef>
          <a:effectRef idx="1">
            <a:schemeClr val="accent5"/>
          </a:effectRef>
          <a:fontRef idx="minor">
            <a:schemeClr val="dk1"/>
          </a:fontRef>
        </p:style>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pic>
        <p:nvPicPr>
          <p:cNvPr id="6" name="Picture 5">
            <a:extLst>
              <a:ext uri="{FF2B5EF4-FFF2-40B4-BE49-F238E27FC236}">
                <a16:creationId xmlns:a16="http://schemas.microsoft.com/office/drawing/2014/main" id="{778E2366-9A34-DD2B-6D94-17411D394E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7209" y="2319185"/>
            <a:ext cx="499369" cy="499369"/>
          </a:xfrm>
          <a:prstGeom prst="rect">
            <a:avLst/>
          </a:prstGeom>
        </p:spPr>
      </p:pic>
      <p:sp>
        <p:nvSpPr>
          <p:cNvPr id="7" name="Text Box 83">
            <a:extLst>
              <a:ext uri="{FF2B5EF4-FFF2-40B4-BE49-F238E27FC236}">
                <a16:creationId xmlns:a16="http://schemas.microsoft.com/office/drawing/2014/main" id="{412C50D8-D94D-5CF6-1EA4-6D291218E3D0}"/>
              </a:ext>
            </a:extLst>
          </p:cNvPr>
          <p:cNvSpPr txBox="1">
            <a:spLocks noChangeArrowheads="1"/>
          </p:cNvSpPr>
          <p:nvPr/>
        </p:nvSpPr>
        <p:spPr bwMode="auto">
          <a:xfrm>
            <a:off x="10714895" y="743806"/>
            <a:ext cx="6367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rPr>
              <a:t>Router A</a:t>
            </a:r>
          </a:p>
        </p:txBody>
      </p:sp>
      <p:sp>
        <p:nvSpPr>
          <p:cNvPr id="64" name="Text Box 83">
            <a:extLst>
              <a:ext uri="{FF2B5EF4-FFF2-40B4-BE49-F238E27FC236}">
                <a16:creationId xmlns:a16="http://schemas.microsoft.com/office/drawing/2014/main" id="{C0567F40-87FE-91D9-96FF-8A0BFFC350AE}"/>
              </a:ext>
            </a:extLst>
          </p:cNvPr>
          <p:cNvSpPr txBox="1">
            <a:spLocks noChangeArrowheads="1"/>
          </p:cNvSpPr>
          <p:nvPr/>
        </p:nvSpPr>
        <p:spPr bwMode="auto">
          <a:xfrm>
            <a:off x="10752860" y="2068903"/>
            <a:ext cx="6367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rPr>
              <a:t>Router B</a:t>
            </a:r>
          </a:p>
        </p:txBody>
      </p:sp>
      <p:sp>
        <p:nvSpPr>
          <p:cNvPr id="178" name="AutoShape 38">
            <a:extLst>
              <a:ext uri="{FF2B5EF4-FFF2-40B4-BE49-F238E27FC236}">
                <a16:creationId xmlns:a16="http://schemas.microsoft.com/office/drawing/2014/main" id="{7DAEA6DC-185B-4599-EF49-AAF9A314ED25}"/>
              </a:ext>
            </a:extLst>
          </p:cNvPr>
          <p:cNvSpPr>
            <a:spLocks noChangeArrowheads="1"/>
          </p:cNvSpPr>
          <p:nvPr/>
        </p:nvSpPr>
        <p:spPr bwMode="auto">
          <a:xfrm rot="16200000" flipH="1">
            <a:off x="10549211" y="1171570"/>
            <a:ext cx="285012" cy="220314"/>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sp>
        <p:nvSpPr>
          <p:cNvPr id="216" name="AutoShape 38">
            <a:extLst>
              <a:ext uri="{FF2B5EF4-FFF2-40B4-BE49-F238E27FC236}">
                <a16:creationId xmlns:a16="http://schemas.microsoft.com/office/drawing/2014/main" id="{CBBEDB83-805D-6D5E-861E-1EA0A27A098C}"/>
              </a:ext>
            </a:extLst>
          </p:cNvPr>
          <p:cNvSpPr>
            <a:spLocks noChangeArrowheads="1"/>
          </p:cNvSpPr>
          <p:nvPr/>
        </p:nvSpPr>
        <p:spPr bwMode="auto">
          <a:xfrm rot="16200000" flipH="1">
            <a:off x="10557326" y="2458713"/>
            <a:ext cx="285012" cy="220313"/>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cxnSp>
        <p:nvCxnSpPr>
          <p:cNvPr id="217" name="Straight Connector 216">
            <a:extLst>
              <a:ext uri="{FF2B5EF4-FFF2-40B4-BE49-F238E27FC236}">
                <a16:creationId xmlns:a16="http://schemas.microsoft.com/office/drawing/2014/main" id="{E9422838-440C-C4C1-D197-76146B5EDB6A}"/>
              </a:ext>
            </a:extLst>
          </p:cNvPr>
          <p:cNvCxnSpPr>
            <a:cxnSpLocks/>
            <a:endCxn id="178" idx="3"/>
          </p:cNvCxnSpPr>
          <p:nvPr/>
        </p:nvCxnSpPr>
        <p:spPr>
          <a:xfrm flipH="1" flipV="1">
            <a:off x="10801874" y="1281728"/>
            <a:ext cx="2242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280E3574-2A48-152B-A4D1-982C37C2AA27}"/>
              </a:ext>
            </a:extLst>
          </p:cNvPr>
          <p:cNvCxnSpPr>
            <a:cxnSpLocks/>
            <a:endCxn id="216" idx="3"/>
          </p:cNvCxnSpPr>
          <p:nvPr/>
        </p:nvCxnSpPr>
        <p:spPr>
          <a:xfrm flipH="1" flipV="1">
            <a:off x="10809988" y="2568870"/>
            <a:ext cx="21851"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9" name="Text Box 83">
            <a:extLst>
              <a:ext uri="{FF2B5EF4-FFF2-40B4-BE49-F238E27FC236}">
                <a16:creationId xmlns:a16="http://schemas.microsoft.com/office/drawing/2014/main" id="{D3DC2B36-EF8C-D134-21E5-B46AD02753F4}"/>
              </a:ext>
            </a:extLst>
          </p:cNvPr>
          <p:cNvSpPr txBox="1">
            <a:spLocks noChangeArrowheads="1"/>
          </p:cNvSpPr>
          <p:nvPr/>
        </p:nvSpPr>
        <p:spPr bwMode="auto">
          <a:xfrm>
            <a:off x="9931580" y="1288287"/>
            <a:ext cx="695611" cy="26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sym typeface="Symbol" panose="05050102010706020507" pitchFamily="18" charset="2"/>
              </a:rPr>
              <a:t>OLT Interface Active</a:t>
            </a:r>
            <a:endPar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endParaRPr>
          </a:p>
        </p:txBody>
      </p:sp>
      <p:sp>
        <p:nvSpPr>
          <p:cNvPr id="220" name="Arc 219">
            <a:extLst>
              <a:ext uri="{FF2B5EF4-FFF2-40B4-BE49-F238E27FC236}">
                <a16:creationId xmlns:a16="http://schemas.microsoft.com/office/drawing/2014/main" id="{45050202-417E-45A4-DC3D-5CD61A764540}"/>
              </a:ext>
            </a:extLst>
          </p:cNvPr>
          <p:cNvSpPr/>
          <p:nvPr/>
        </p:nvSpPr>
        <p:spPr>
          <a:xfrm>
            <a:off x="10528202" y="1349695"/>
            <a:ext cx="1548939" cy="1168378"/>
          </a:xfrm>
          <a:prstGeom prst="arc">
            <a:avLst>
              <a:gd name="adj1" fmla="val 16050478"/>
              <a:gd name="adj2" fmla="val 5583987"/>
            </a:avLst>
          </a:prstGeom>
          <a:ln w="127000">
            <a:solidFill>
              <a:srgbClr val="00B0F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221" name="Rectangle: Rounded Corners 220">
            <a:extLst>
              <a:ext uri="{FF2B5EF4-FFF2-40B4-BE49-F238E27FC236}">
                <a16:creationId xmlns:a16="http://schemas.microsoft.com/office/drawing/2014/main" id="{F53533CC-5A09-21E9-679E-2FAE999E79D3}"/>
              </a:ext>
            </a:extLst>
          </p:cNvPr>
          <p:cNvSpPr/>
          <p:nvPr/>
        </p:nvSpPr>
        <p:spPr>
          <a:xfrm>
            <a:off x="11063699" y="1281727"/>
            <a:ext cx="240764" cy="148138"/>
          </a:xfrm>
          <a:prstGeom prst="roundRect">
            <a:avLst/>
          </a:prstGeom>
          <a:solidFill>
            <a:srgbClr val="00B0F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sp>
        <p:nvSpPr>
          <p:cNvPr id="222" name="Rectangle: Rounded Corners 221">
            <a:extLst>
              <a:ext uri="{FF2B5EF4-FFF2-40B4-BE49-F238E27FC236}">
                <a16:creationId xmlns:a16="http://schemas.microsoft.com/office/drawing/2014/main" id="{453FE92B-D5FF-B7C3-E355-1236CDBAAF5C}"/>
              </a:ext>
            </a:extLst>
          </p:cNvPr>
          <p:cNvSpPr/>
          <p:nvPr/>
        </p:nvSpPr>
        <p:spPr>
          <a:xfrm>
            <a:off x="11108955" y="2414100"/>
            <a:ext cx="240764" cy="148138"/>
          </a:xfrm>
          <a:prstGeom prst="roundRect">
            <a:avLst/>
          </a:prstGeom>
          <a:solidFill>
            <a:srgbClr val="00B0F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sp>
        <p:nvSpPr>
          <p:cNvPr id="223" name="TextBox 222">
            <a:extLst>
              <a:ext uri="{FF2B5EF4-FFF2-40B4-BE49-F238E27FC236}">
                <a16:creationId xmlns:a16="http://schemas.microsoft.com/office/drawing/2014/main" id="{A9281233-765C-8CCD-75DA-2E96122FA613}"/>
              </a:ext>
            </a:extLst>
          </p:cNvPr>
          <p:cNvSpPr txBox="1"/>
          <p:nvPr/>
        </p:nvSpPr>
        <p:spPr>
          <a:xfrm>
            <a:off x="11189843" y="1816278"/>
            <a:ext cx="815594" cy="190846"/>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a:ea typeface="ＭＳ Ｐゴシック" pitchFamily="34" charset="-128"/>
                <a:cs typeface="Arial"/>
              </a:rPr>
              <a:t>Network</a:t>
            </a:r>
          </a:p>
        </p:txBody>
      </p:sp>
      <p:sp>
        <p:nvSpPr>
          <p:cNvPr id="224" name="Rectangle: Rounded Corners 223">
            <a:extLst>
              <a:ext uri="{FF2B5EF4-FFF2-40B4-BE49-F238E27FC236}">
                <a16:creationId xmlns:a16="http://schemas.microsoft.com/office/drawing/2014/main" id="{FFE76ED0-16F9-56A9-12E4-AC40B77152BF}"/>
              </a:ext>
            </a:extLst>
          </p:cNvPr>
          <p:cNvSpPr/>
          <p:nvPr/>
        </p:nvSpPr>
        <p:spPr>
          <a:xfrm>
            <a:off x="11063699" y="1114058"/>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sp>
        <p:nvSpPr>
          <p:cNvPr id="225" name="Rectangle: Rounded Corners 224">
            <a:extLst>
              <a:ext uri="{FF2B5EF4-FFF2-40B4-BE49-F238E27FC236}">
                <a16:creationId xmlns:a16="http://schemas.microsoft.com/office/drawing/2014/main" id="{CFDB64AD-380F-1517-770E-EB9171FB521B}"/>
              </a:ext>
            </a:extLst>
          </p:cNvPr>
          <p:cNvSpPr/>
          <p:nvPr/>
        </p:nvSpPr>
        <p:spPr>
          <a:xfrm>
            <a:off x="11108955" y="2579481"/>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sp>
        <p:nvSpPr>
          <p:cNvPr id="226" name="Freeform: Shape 225">
            <a:extLst>
              <a:ext uri="{FF2B5EF4-FFF2-40B4-BE49-F238E27FC236}">
                <a16:creationId xmlns:a16="http://schemas.microsoft.com/office/drawing/2014/main" id="{F45852DD-B8B1-D897-7DC8-CCE19AE97511}"/>
              </a:ext>
            </a:extLst>
          </p:cNvPr>
          <p:cNvSpPr/>
          <p:nvPr/>
        </p:nvSpPr>
        <p:spPr>
          <a:xfrm>
            <a:off x="10988123" y="1390637"/>
            <a:ext cx="1695111" cy="1266645"/>
          </a:xfrm>
          <a:custGeom>
            <a:avLst/>
            <a:gdLst>
              <a:gd name="csX0" fmla="*/ 2773495 w 2776086"/>
              <a:gd name="csY0" fmla="*/ 0 h 1187887"/>
              <a:gd name="csX1" fmla="*/ 2514295 w 2776086"/>
              <a:gd name="csY1" fmla="*/ 388800 h 1187887"/>
              <a:gd name="csX2" fmla="*/ 1124695 w 2776086"/>
              <a:gd name="csY2" fmla="*/ 1022400 h 1187887"/>
              <a:gd name="csX3" fmla="*/ 339895 w 2776086"/>
              <a:gd name="csY3" fmla="*/ 1180800 h 1187887"/>
              <a:gd name="csX4" fmla="*/ 1495 w 2776086"/>
              <a:gd name="csY4" fmla="*/ 1137600 h 1187887"/>
              <a:gd name="csX5" fmla="*/ 217495 w 2776086"/>
              <a:gd name="csY5" fmla="*/ 936000 h 1187887"/>
              <a:gd name="csX0" fmla="*/ 2823895 w 2824855"/>
              <a:gd name="csY0" fmla="*/ 0 h 1051087"/>
              <a:gd name="csX1" fmla="*/ 2514295 w 2824855"/>
              <a:gd name="csY1" fmla="*/ 252000 h 1051087"/>
              <a:gd name="csX2" fmla="*/ 1124695 w 2824855"/>
              <a:gd name="csY2" fmla="*/ 885600 h 1051087"/>
              <a:gd name="csX3" fmla="*/ 339895 w 2824855"/>
              <a:gd name="csY3" fmla="*/ 1044000 h 1051087"/>
              <a:gd name="csX4" fmla="*/ 1495 w 2824855"/>
              <a:gd name="csY4" fmla="*/ 1000800 h 1051087"/>
              <a:gd name="csX5" fmla="*/ 217495 w 2824855"/>
              <a:gd name="csY5" fmla="*/ 799200 h 1051087"/>
              <a:gd name="csX0" fmla="*/ 2823895 w 2824083"/>
              <a:gd name="csY0" fmla="*/ 0 h 1051087"/>
              <a:gd name="csX1" fmla="*/ 2312695 w 2824083"/>
              <a:gd name="csY1" fmla="*/ 424800 h 1051087"/>
              <a:gd name="csX2" fmla="*/ 1124695 w 2824083"/>
              <a:gd name="csY2" fmla="*/ 885600 h 1051087"/>
              <a:gd name="csX3" fmla="*/ 339895 w 2824083"/>
              <a:gd name="csY3" fmla="*/ 1044000 h 1051087"/>
              <a:gd name="csX4" fmla="*/ 1495 w 2824083"/>
              <a:gd name="csY4" fmla="*/ 1000800 h 1051087"/>
              <a:gd name="csX5" fmla="*/ 217495 w 2824083"/>
              <a:gd name="csY5" fmla="*/ 799200 h 1051087"/>
              <a:gd name="csX0" fmla="*/ 2759095 w 2759336"/>
              <a:gd name="csY0" fmla="*/ 0 h 950287"/>
              <a:gd name="csX1" fmla="*/ 2312695 w 2759336"/>
              <a:gd name="csY1" fmla="*/ 324000 h 950287"/>
              <a:gd name="csX2" fmla="*/ 1124695 w 2759336"/>
              <a:gd name="csY2" fmla="*/ 784800 h 950287"/>
              <a:gd name="csX3" fmla="*/ 339895 w 2759336"/>
              <a:gd name="csY3" fmla="*/ 943200 h 950287"/>
              <a:gd name="csX4" fmla="*/ 1495 w 2759336"/>
              <a:gd name="csY4" fmla="*/ 900000 h 950287"/>
              <a:gd name="csX5" fmla="*/ 217495 w 2759336"/>
              <a:gd name="csY5" fmla="*/ 698400 h 950287"/>
              <a:gd name="csX0" fmla="*/ 2759095 w 2759095"/>
              <a:gd name="csY0" fmla="*/ 0 h 950287"/>
              <a:gd name="csX1" fmla="*/ 2312695 w 2759095"/>
              <a:gd name="csY1" fmla="*/ 324000 h 950287"/>
              <a:gd name="csX2" fmla="*/ 1124695 w 2759095"/>
              <a:gd name="csY2" fmla="*/ 784800 h 950287"/>
              <a:gd name="csX3" fmla="*/ 339895 w 2759095"/>
              <a:gd name="csY3" fmla="*/ 943200 h 950287"/>
              <a:gd name="csX4" fmla="*/ 1495 w 2759095"/>
              <a:gd name="csY4" fmla="*/ 900000 h 950287"/>
              <a:gd name="csX5" fmla="*/ 217495 w 2759095"/>
              <a:gd name="csY5" fmla="*/ 698400 h 950287"/>
              <a:gd name="csX0" fmla="*/ 2759095 w 2759095"/>
              <a:gd name="csY0" fmla="*/ 0 h 950287"/>
              <a:gd name="csX1" fmla="*/ 2059776 w 2759095"/>
              <a:gd name="csY1" fmla="*/ 265634 h 950287"/>
              <a:gd name="csX2" fmla="*/ 1124695 w 2759095"/>
              <a:gd name="csY2" fmla="*/ 784800 h 950287"/>
              <a:gd name="csX3" fmla="*/ 339895 w 2759095"/>
              <a:gd name="csY3" fmla="*/ 943200 h 950287"/>
              <a:gd name="csX4" fmla="*/ 1495 w 2759095"/>
              <a:gd name="csY4" fmla="*/ 900000 h 950287"/>
              <a:gd name="csX5" fmla="*/ 217495 w 2759095"/>
              <a:gd name="csY5" fmla="*/ 698400 h 950287"/>
              <a:gd name="csX0" fmla="*/ 2515903 w 2515903"/>
              <a:gd name="csY0" fmla="*/ 0 h 1621496"/>
              <a:gd name="csX1" fmla="*/ 2059776 w 2515903"/>
              <a:gd name="csY1" fmla="*/ 936843 h 1621496"/>
              <a:gd name="csX2" fmla="*/ 1124695 w 2515903"/>
              <a:gd name="csY2" fmla="*/ 1456009 h 1621496"/>
              <a:gd name="csX3" fmla="*/ 339895 w 2515903"/>
              <a:gd name="csY3" fmla="*/ 1614409 h 1621496"/>
              <a:gd name="csX4" fmla="*/ 1495 w 2515903"/>
              <a:gd name="csY4" fmla="*/ 1571209 h 1621496"/>
              <a:gd name="csX5" fmla="*/ 217495 w 2515903"/>
              <a:gd name="csY5" fmla="*/ 1369609 h 1621496"/>
              <a:gd name="csX0" fmla="*/ 2515903 w 2515903"/>
              <a:gd name="csY0" fmla="*/ 0 h 1621496"/>
              <a:gd name="csX1" fmla="*/ 2059776 w 2515903"/>
              <a:gd name="csY1" fmla="*/ 936843 h 1621496"/>
              <a:gd name="csX2" fmla="*/ 1124695 w 2515903"/>
              <a:gd name="csY2" fmla="*/ 1456009 h 1621496"/>
              <a:gd name="csX3" fmla="*/ 339895 w 2515903"/>
              <a:gd name="csY3" fmla="*/ 1614409 h 1621496"/>
              <a:gd name="csX4" fmla="*/ 1495 w 2515903"/>
              <a:gd name="csY4" fmla="*/ 1571209 h 1621496"/>
              <a:gd name="csX5" fmla="*/ 217495 w 2515903"/>
              <a:gd name="csY5" fmla="*/ 1369609 h 1621496"/>
              <a:gd name="csX0" fmla="*/ 2515463 w 2515463"/>
              <a:gd name="csY0" fmla="*/ 0 h 1621496"/>
              <a:gd name="csX1" fmla="*/ 2059336 w 2515463"/>
              <a:gd name="csY1" fmla="*/ 936843 h 1621496"/>
              <a:gd name="csX2" fmla="*/ 1124255 w 2515463"/>
              <a:gd name="csY2" fmla="*/ 1456009 h 1621496"/>
              <a:gd name="csX3" fmla="*/ 339455 w 2515463"/>
              <a:gd name="csY3" fmla="*/ 1614409 h 1621496"/>
              <a:gd name="csX4" fmla="*/ 1055 w 2515463"/>
              <a:gd name="csY4" fmla="*/ 1571209 h 1621496"/>
              <a:gd name="csX5" fmla="*/ 304604 w 2515463"/>
              <a:gd name="csY5" fmla="*/ 1389065 h 1621496"/>
              <a:gd name="csX0" fmla="*/ 2438016 w 2438016"/>
              <a:gd name="csY0" fmla="*/ 0 h 1619571"/>
              <a:gd name="csX1" fmla="*/ 1981889 w 2438016"/>
              <a:gd name="csY1" fmla="*/ 936843 h 1619571"/>
              <a:gd name="csX2" fmla="*/ 1046808 w 2438016"/>
              <a:gd name="csY2" fmla="*/ 1456009 h 1619571"/>
              <a:gd name="csX3" fmla="*/ 262008 w 2438016"/>
              <a:gd name="csY3" fmla="*/ 1614409 h 1619571"/>
              <a:gd name="csX4" fmla="*/ 1429 w 2438016"/>
              <a:gd name="csY4" fmla="*/ 1561481 h 1619571"/>
              <a:gd name="csX5" fmla="*/ 227157 w 2438016"/>
              <a:gd name="csY5" fmla="*/ 1389065 h 1619571"/>
              <a:gd name="csX0" fmla="*/ 2185096 w 2185096"/>
              <a:gd name="csY0" fmla="*/ 0 h 1736303"/>
              <a:gd name="csX1" fmla="*/ 1981889 w 2185096"/>
              <a:gd name="csY1" fmla="*/ 1053575 h 1736303"/>
              <a:gd name="csX2" fmla="*/ 1046808 w 2185096"/>
              <a:gd name="csY2" fmla="*/ 1572741 h 1736303"/>
              <a:gd name="csX3" fmla="*/ 262008 w 2185096"/>
              <a:gd name="csY3" fmla="*/ 1731141 h 1736303"/>
              <a:gd name="csX4" fmla="*/ 1429 w 2185096"/>
              <a:gd name="csY4" fmla="*/ 1678213 h 1736303"/>
              <a:gd name="csX5" fmla="*/ 227157 w 2185096"/>
              <a:gd name="csY5" fmla="*/ 1505797 h 1736303"/>
              <a:gd name="csX0" fmla="*/ 2185096 w 2185096"/>
              <a:gd name="csY0" fmla="*/ 0 h 1736303"/>
              <a:gd name="csX1" fmla="*/ 1826246 w 2185096"/>
              <a:gd name="csY1" fmla="*/ 897932 h 1736303"/>
              <a:gd name="csX2" fmla="*/ 1046808 w 2185096"/>
              <a:gd name="csY2" fmla="*/ 1572741 h 1736303"/>
              <a:gd name="csX3" fmla="*/ 262008 w 2185096"/>
              <a:gd name="csY3" fmla="*/ 1731141 h 1736303"/>
              <a:gd name="csX4" fmla="*/ 1429 w 2185096"/>
              <a:gd name="csY4" fmla="*/ 1678213 h 1736303"/>
              <a:gd name="csX5" fmla="*/ 227157 w 2185096"/>
              <a:gd name="csY5" fmla="*/ 1505797 h 1736303"/>
              <a:gd name="csX0" fmla="*/ 2186041 w 2186041"/>
              <a:gd name="csY0" fmla="*/ 0 h 1736303"/>
              <a:gd name="csX1" fmla="*/ 1827191 w 2186041"/>
              <a:gd name="csY1" fmla="*/ 897932 h 1736303"/>
              <a:gd name="csX2" fmla="*/ 1047753 w 2186041"/>
              <a:gd name="csY2" fmla="*/ 1572741 h 1736303"/>
              <a:gd name="csX3" fmla="*/ 262953 w 2186041"/>
              <a:gd name="csY3" fmla="*/ 1731141 h 1736303"/>
              <a:gd name="csX4" fmla="*/ 2374 w 2186041"/>
              <a:gd name="csY4" fmla="*/ 1678213 h 1736303"/>
              <a:gd name="csX5" fmla="*/ 140553 w 2186041"/>
              <a:gd name="csY5" fmla="*/ 1515524 h 1736303"/>
            </a:gdLst>
            <a:ahLst/>
            <a:cxnLst>
              <a:cxn ang="0">
                <a:pos x="csX0" y="csY0"/>
              </a:cxn>
              <a:cxn ang="0">
                <a:pos x="csX1" y="csY1"/>
              </a:cxn>
              <a:cxn ang="0">
                <a:pos x="csX2" y="csY2"/>
              </a:cxn>
              <a:cxn ang="0">
                <a:pos x="csX3" y="csY3"/>
              </a:cxn>
              <a:cxn ang="0">
                <a:pos x="csX4" y="csY4"/>
              </a:cxn>
              <a:cxn ang="0">
                <a:pos x="csX5" y="csY5"/>
              </a:cxn>
            </a:cxnLst>
            <a:rect l="l" t="t" r="r" b="b"/>
            <a:pathLst>
              <a:path w="2186041" h="1736303">
                <a:moveTo>
                  <a:pt x="2186041" y="0"/>
                </a:moveTo>
                <a:cubicBezTo>
                  <a:pt x="2116173" y="239566"/>
                  <a:pt x="2016906" y="635808"/>
                  <a:pt x="1827191" y="897932"/>
                </a:cubicBezTo>
                <a:cubicBezTo>
                  <a:pt x="1637476" y="1160056"/>
                  <a:pt x="1308459" y="1433873"/>
                  <a:pt x="1047753" y="1572741"/>
                </a:cubicBezTo>
                <a:cubicBezTo>
                  <a:pt x="787047" y="1711609"/>
                  <a:pt x="437183" y="1713562"/>
                  <a:pt x="262953" y="1731141"/>
                </a:cubicBezTo>
                <a:cubicBezTo>
                  <a:pt x="88723" y="1748720"/>
                  <a:pt x="22774" y="1719013"/>
                  <a:pt x="2374" y="1678213"/>
                </a:cubicBezTo>
                <a:cubicBezTo>
                  <a:pt x="-18026" y="1637413"/>
                  <a:pt x="98553" y="1579124"/>
                  <a:pt x="140553" y="1515524"/>
                </a:cubicBezTo>
              </a:path>
            </a:pathLst>
          </a:custGeom>
          <a:noFill/>
          <a:ln w="38100" cap="flat" cmpd="sng" algn="ctr">
            <a:solidFill>
              <a:srgbClr val="00B0F0"/>
            </a:solidFill>
            <a:prstDash val="solid"/>
            <a:miter lim="800000"/>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227" name="Rectangle: Rounded Corners 226">
            <a:extLst>
              <a:ext uri="{FF2B5EF4-FFF2-40B4-BE49-F238E27FC236}">
                <a16:creationId xmlns:a16="http://schemas.microsoft.com/office/drawing/2014/main" id="{DEFBF431-5CAB-C3DD-C9D7-5BB03D626518}"/>
              </a:ext>
            </a:extLst>
          </p:cNvPr>
          <p:cNvSpPr/>
          <p:nvPr/>
        </p:nvSpPr>
        <p:spPr>
          <a:xfrm>
            <a:off x="10665713" y="2493355"/>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pic>
        <p:nvPicPr>
          <p:cNvPr id="228" name="Picture 227">
            <a:extLst>
              <a:ext uri="{FF2B5EF4-FFF2-40B4-BE49-F238E27FC236}">
                <a16:creationId xmlns:a16="http://schemas.microsoft.com/office/drawing/2014/main" id="{3DE24EB3-214E-365D-1665-E8087A9617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55629" y="2290056"/>
            <a:ext cx="499369" cy="499369"/>
          </a:xfrm>
          <a:prstGeom prst="rect">
            <a:avLst/>
          </a:prstGeom>
        </p:spPr>
      </p:pic>
      <p:sp>
        <p:nvSpPr>
          <p:cNvPr id="229" name="Rectangle: Rounded Corners 228">
            <a:extLst>
              <a:ext uri="{FF2B5EF4-FFF2-40B4-BE49-F238E27FC236}">
                <a16:creationId xmlns:a16="http://schemas.microsoft.com/office/drawing/2014/main" id="{5248C332-0790-28BF-7C48-1B53F503CF82}"/>
              </a:ext>
            </a:extLst>
          </p:cNvPr>
          <p:cNvSpPr/>
          <p:nvPr/>
        </p:nvSpPr>
        <p:spPr>
          <a:xfrm>
            <a:off x="10665713" y="1185209"/>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cxnSp>
        <p:nvCxnSpPr>
          <p:cNvPr id="230" name="Connector: Elbow 229">
            <a:extLst>
              <a:ext uri="{FF2B5EF4-FFF2-40B4-BE49-F238E27FC236}">
                <a16:creationId xmlns:a16="http://schemas.microsoft.com/office/drawing/2014/main" id="{EDB18559-C042-2AAE-E423-6D03570424A9}"/>
              </a:ext>
            </a:extLst>
          </p:cNvPr>
          <p:cNvCxnSpPr>
            <a:stCxn id="178" idx="1"/>
            <a:endCxn id="216" idx="1"/>
          </p:cNvCxnSpPr>
          <p:nvPr/>
        </p:nvCxnSpPr>
        <p:spPr>
          <a:xfrm rot="10800000" flipH="1" flipV="1">
            <a:off x="10581559" y="1281728"/>
            <a:ext cx="8115" cy="1287142"/>
          </a:xfrm>
          <a:prstGeom prst="bentConnector3">
            <a:avLst>
              <a:gd name="adj1" fmla="val -12825619"/>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1" name="Rectangle: Rounded Corners 230">
            <a:extLst>
              <a:ext uri="{FF2B5EF4-FFF2-40B4-BE49-F238E27FC236}">
                <a16:creationId xmlns:a16="http://schemas.microsoft.com/office/drawing/2014/main" id="{09AD6966-281B-B442-636E-45822EC77DA4}"/>
              </a:ext>
            </a:extLst>
          </p:cNvPr>
          <p:cNvSpPr/>
          <p:nvPr/>
        </p:nvSpPr>
        <p:spPr>
          <a:xfrm rot="5400000">
            <a:off x="8108613" y="1734300"/>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sp>
        <p:nvSpPr>
          <p:cNvPr id="232" name="Rectangle: Rounded Corners 231">
            <a:extLst>
              <a:ext uri="{FF2B5EF4-FFF2-40B4-BE49-F238E27FC236}">
                <a16:creationId xmlns:a16="http://schemas.microsoft.com/office/drawing/2014/main" id="{1262BEF7-CAFD-AF46-0926-191B02EFEAEA}"/>
              </a:ext>
            </a:extLst>
          </p:cNvPr>
          <p:cNvSpPr/>
          <p:nvPr/>
        </p:nvSpPr>
        <p:spPr>
          <a:xfrm rot="5400000">
            <a:off x="8108613" y="2684255"/>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cxnSp>
        <p:nvCxnSpPr>
          <p:cNvPr id="233" name="Straight Arrow Connector 232">
            <a:extLst>
              <a:ext uri="{FF2B5EF4-FFF2-40B4-BE49-F238E27FC236}">
                <a16:creationId xmlns:a16="http://schemas.microsoft.com/office/drawing/2014/main" id="{78C47398-2CFD-06D3-2322-28C4FAE21DB5}"/>
              </a:ext>
            </a:extLst>
          </p:cNvPr>
          <p:cNvCxnSpPr>
            <a:cxnSpLocks/>
            <a:stCxn id="305" idx="1"/>
            <a:endCxn id="231" idx="0"/>
          </p:cNvCxnSpPr>
          <p:nvPr/>
        </p:nvCxnSpPr>
        <p:spPr>
          <a:xfrm flipH="1" flipV="1">
            <a:off x="8669740" y="1961896"/>
            <a:ext cx="874247" cy="715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4" name="Connector: Elbow 233">
            <a:extLst>
              <a:ext uri="{FF2B5EF4-FFF2-40B4-BE49-F238E27FC236}">
                <a16:creationId xmlns:a16="http://schemas.microsoft.com/office/drawing/2014/main" id="{890B70A1-6F2A-3850-F6DF-5A69D5F35DB5}"/>
              </a:ext>
            </a:extLst>
          </p:cNvPr>
          <p:cNvCxnSpPr>
            <a:cxnSpLocks/>
            <a:stCxn id="260" idx="0"/>
            <a:endCxn id="305" idx="1"/>
          </p:cNvCxnSpPr>
          <p:nvPr/>
        </p:nvCxnSpPr>
        <p:spPr>
          <a:xfrm>
            <a:off x="8669740" y="1108586"/>
            <a:ext cx="874247" cy="860468"/>
          </a:xfrm>
          <a:prstGeom prst="bentConnector3">
            <a:avLst>
              <a:gd name="adj1" fmla="val 50000"/>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5" name="Connector: Elbow 234">
            <a:extLst>
              <a:ext uri="{FF2B5EF4-FFF2-40B4-BE49-F238E27FC236}">
                <a16:creationId xmlns:a16="http://schemas.microsoft.com/office/drawing/2014/main" id="{83CFF1D8-C341-B7AB-C759-39BE9CFF1887}"/>
              </a:ext>
            </a:extLst>
          </p:cNvPr>
          <p:cNvCxnSpPr>
            <a:cxnSpLocks/>
            <a:stCxn id="232" idx="0"/>
            <a:endCxn id="305" idx="1"/>
          </p:cNvCxnSpPr>
          <p:nvPr/>
        </p:nvCxnSpPr>
        <p:spPr>
          <a:xfrm flipV="1">
            <a:off x="8669740" y="1969054"/>
            <a:ext cx="874247" cy="942798"/>
          </a:xfrm>
          <a:prstGeom prst="bentConnector3">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6" name="TextBox 235">
            <a:extLst>
              <a:ext uri="{FF2B5EF4-FFF2-40B4-BE49-F238E27FC236}">
                <a16:creationId xmlns:a16="http://schemas.microsoft.com/office/drawing/2014/main" id="{2EFF1B82-68A1-E520-A882-6253ABE60367}"/>
              </a:ext>
            </a:extLst>
          </p:cNvPr>
          <p:cNvSpPr txBox="1"/>
          <p:nvPr/>
        </p:nvSpPr>
        <p:spPr>
          <a:xfrm rot="5400000">
            <a:off x="8330369" y="2262148"/>
            <a:ext cx="366769" cy="3692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grpSp>
        <p:nvGrpSpPr>
          <p:cNvPr id="237" name="Group 236">
            <a:extLst>
              <a:ext uri="{FF2B5EF4-FFF2-40B4-BE49-F238E27FC236}">
                <a16:creationId xmlns:a16="http://schemas.microsoft.com/office/drawing/2014/main" id="{A685A36A-2994-B6C0-339C-DFB2E5CFD2D2}"/>
              </a:ext>
            </a:extLst>
          </p:cNvPr>
          <p:cNvGrpSpPr/>
          <p:nvPr/>
        </p:nvGrpSpPr>
        <p:grpSpPr>
          <a:xfrm>
            <a:off x="7534733" y="1606928"/>
            <a:ext cx="674523" cy="275497"/>
            <a:chOff x="8197182" y="5756342"/>
            <a:chExt cx="1157443" cy="609600"/>
          </a:xfrm>
        </p:grpSpPr>
        <p:grpSp>
          <p:nvGrpSpPr>
            <p:cNvPr id="238" name="Group 237">
              <a:extLst>
                <a:ext uri="{FF2B5EF4-FFF2-40B4-BE49-F238E27FC236}">
                  <a16:creationId xmlns:a16="http://schemas.microsoft.com/office/drawing/2014/main" id="{DE208948-3374-EF91-6DCE-9CAF58DE6DEA}"/>
                </a:ext>
              </a:extLst>
            </p:cNvPr>
            <p:cNvGrpSpPr/>
            <p:nvPr/>
          </p:nvGrpSpPr>
          <p:grpSpPr>
            <a:xfrm>
              <a:off x="8197182" y="5756342"/>
              <a:ext cx="347133" cy="609600"/>
              <a:chOff x="6451600" y="4943545"/>
              <a:chExt cx="347133" cy="609600"/>
            </a:xfrm>
          </p:grpSpPr>
          <p:sp>
            <p:nvSpPr>
              <p:cNvPr id="240" name="Rectangle 239">
                <a:extLst>
                  <a:ext uri="{FF2B5EF4-FFF2-40B4-BE49-F238E27FC236}">
                    <a16:creationId xmlns:a16="http://schemas.microsoft.com/office/drawing/2014/main" id="{56C87A3C-2102-A773-7CCD-EDF43D1C105F}"/>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241" name="Group 240">
                <a:extLst>
                  <a:ext uri="{FF2B5EF4-FFF2-40B4-BE49-F238E27FC236}">
                    <a16:creationId xmlns:a16="http://schemas.microsoft.com/office/drawing/2014/main" id="{235155CE-A36D-6D43-8B15-C77F8BB82CB8}"/>
                  </a:ext>
                </a:extLst>
              </p:cNvPr>
              <p:cNvGrpSpPr/>
              <p:nvPr/>
            </p:nvGrpSpPr>
            <p:grpSpPr>
              <a:xfrm>
                <a:off x="6499231" y="5022567"/>
                <a:ext cx="251871" cy="158491"/>
                <a:chOff x="6493933" y="5022567"/>
                <a:chExt cx="270933" cy="253998"/>
              </a:xfrm>
            </p:grpSpPr>
            <p:cxnSp>
              <p:nvCxnSpPr>
                <p:cNvPr id="242" name="Straight Connector 241">
                  <a:extLst>
                    <a:ext uri="{FF2B5EF4-FFF2-40B4-BE49-F238E27FC236}">
                      <a16:creationId xmlns:a16="http://schemas.microsoft.com/office/drawing/2014/main" id="{D869AA71-7ECD-A9D3-EFBD-AB44046A7130}"/>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CC663CE4-4577-B019-3EE5-B8A14B712CB1}"/>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4393FF96-CD08-8BA0-FBB4-C1A5B41D5505}"/>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9693E737-A617-702C-BD6B-62BE3A768192}"/>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39" name="Straight Connector 238">
              <a:extLst>
                <a:ext uri="{FF2B5EF4-FFF2-40B4-BE49-F238E27FC236}">
                  <a16:creationId xmlns:a16="http://schemas.microsoft.com/office/drawing/2014/main" id="{119D6ED7-E769-1BFF-C689-0F0CA1C4B9C2}"/>
                </a:ext>
              </a:extLst>
            </p:cNvPr>
            <p:cNvCxnSpPr>
              <a:cxnSpLocks/>
              <a:stCxn id="240"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6" name="Group 245">
            <a:extLst>
              <a:ext uri="{FF2B5EF4-FFF2-40B4-BE49-F238E27FC236}">
                <a16:creationId xmlns:a16="http://schemas.microsoft.com/office/drawing/2014/main" id="{DDF4D21F-C16E-34A9-DD7A-46A7D6368648}"/>
              </a:ext>
            </a:extLst>
          </p:cNvPr>
          <p:cNvGrpSpPr/>
          <p:nvPr/>
        </p:nvGrpSpPr>
        <p:grpSpPr>
          <a:xfrm>
            <a:off x="7529515" y="2040221"/>
            <a:ext cx="684958" cy="275497"/>
            <a:chOff x="8857587" y="5761985"/>
            <a:chExt cx="1175349" cy="609600"/>
          </a:xfrm>
        </p:grpSpPr>
        <p:grpSp>
          <p:nvGrpSpPr>
            <p:cNvPr id="247" name="Group 246">
              <a:extLst>
                <a:ext uri="{FF2B5EF4-FFF2-40B4-BE49-F238E27FC236}">
                  <a16:creationId xmlns:a16="http://schemas.microsoft.com/office/drawing/2014/main" id="{4DAAEA70-EEA9-2090-7DA7-211CDEB22D85}"/>
                </a:ext>
              </a:extLst>
            </p:cNvPr>
            <p:cNvGrpSpPr/>
            <p:nvPr/>
          </p:nvGrpSpPr>
          <p:grpSpPr>
            <a:xfrm>
              <a:off x="8857587" y="5761985"/>
              <a:ext cx="347133" cy="609600"/>
              <a:chOff x="6451600" y="4943545"/>
              <a:chExt cx="347133" cy="609600"/>
            </a:xfrm>
          </p:grpSpPr>
          <p:sp>
            <p:nvSpPr>
              <p:cNvPr id="249" name="Rectangle 248">
                <a:extLst>
                  <a:ext uri="{FF2B5EF4-FFF2-40B4-BE49-F238E27FC236}">
                    <a16:creationId xmlns:a16="http://schemas.microsoft.com/office/drawing/2014/main" id="{CC4B995B-2327-152A-3109-F8C425F6AEE5}"/>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250" name="Group 249">
                <a:extLst>
                  <a:ext uri="{FF2B5EF4-FFF2-40B4-BE49-F238E27FC236}">
                    <a16:creationId xmlns:a16="http://schemas.microsoft.com/office/drawing/2014/main" id="{3BA655AF-3A89-4C82-FCBC-AD85DBC04F2A}"/>
                  </a:ext>
                </a:extLst>
              </p:cNvPr>
              <p:cNvGrpSpPr/>
              <p:nvPr/>
            </p:nvGrpSpPr>
            <p:grpSpPr>
              <a:xfrm>
                <a:off x="6499231" y="5022567"/>
                <a:ext cx="251871" cy="158491"/>
                <a:chOff x="6493933" y="5022567"/>
                <a:chExt cx="270933" cy="253998"/>
              </a:xfrm>
            </p:grpSpPr>
            <p:cxnSp>
              <p:nvCxnSpPr>
                <p:cNvPr id="251" name="Straight Connector 250">
                  <a:extLst>
                    <a:ext uri="{FF2B5EF4-FFF2-40B4-BE49-F238E27FC236}">
                      <a16:creationId xmlns:a16="http://schemas.microsoft.com/office/drawing/2014/main" id="{4F23F7AA-78E1-96F3-5560-A2C9BF7C69AF}"/>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9FB3572C-4D1C-2EAF-936F-2C19893541CF}"/>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2C5A3449-B851-2193-1195-833EC152D18D}"/>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E9BFC7EF-E443-BC8C-86F2-FB6090C6F1C5}"/>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48" name="Straight Connector 247">
              <a:extLst>
                <a:ext uri="{FF2B5EF4-FFF2-40B4-BE49-F238E27FC236}">
                  <a16:creationId xmlns:a16="http://schemas.microsoft.com/office/drawing/2014/main" id="{0845E079-715A-946D-5593-C803CD74B98B}"/>
                </a:ext>
              </a:extLst>
            </p:cNvPr>
            <p:cNvCxnSpPr>
              <a:cxnSpLocks/>
              <a:stCxn id="249"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5" name="TextBox 254">
            <a:extLst>
              <a:ext uri="{FF2B5EF4-FFF2-40B4-BE49-F238E27FC236}">
                <a16:creationId xmlns:a16="http://schemas.microsoft.com/office/drawing/2014/main" id="{82D6A9C9-FAEF-5531-8FFE-71E9C295975E}"/>
              </a:ext>
            </a:extLst>
          </p:cNvPr>
          <p:cNvSpPr txBox="1"/>
          <p:nvPr/>
        </p:nvSpPr>
        <p:spPr>
          <a:xfrm rot="5400000">
            <a:off x="7538011" y="1830115"/>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256" name="TextBox 255">
            <a:extLst>
              <a:ext uri="{FF2B5EF4-FFF2-40B4-BE49-F238E27FC236}">
                <a16:creationId xmlns:a16="http://schemas.microsoft.com/office/drawing/2014/main" id="{BE61192D-4D57-3149-D432-66E04CF5DCCF}"/>
              </a:ext>
            </a:extLst>
          </p:cNvPr>
          <p:cNvSpPr txBox="1"/>
          <p:nvPr/>
        </p:nvSpPr>
        <p:spPr>
          <a:xfrm>
            <a:off x="6884067" y="1626300"/>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257" name="TextBox 256">
            <a:extLst>
              <a:ext uri="{FF2B5EF4-FFF2-40B4-BE49-F238E27FC236}">
                <a16:creationId xmlns:a16="http://schemas.microsoft.com/office/drawing/2014/main" id="{9F15A685-0BAD-0490-5C84-237C1E5CF3A2}"/>
              </a:ext>
            </a:extLst>
          </p:cNvPr>
          <p:cNvSpPr txBox="1"/>
          <p:nvPr/>
        </p:nvSpPr>
        <p:spPr>
          <a:xfrm>
            <a:off x="6864030" y="2069389"/>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258" name="TextBox 257">
            <a:extLst>
              <a:ext uri="{FF2B5EF4-FFF2-40B4-BE49-F238E27FC236}">
                <a16:creationId xmlns:a16="http://schemas.microsoft.com/office/drawing/2014/main" id="{D41ED494-3575-A4D0-569A-9E4160A06D83}"/>
              </a:ext>
            </a:extLst>
          </p:cNvPr>
          <p:cNvSpPr txBox="1"/>
          <p:nvPr/>
        </p:nvSpPr>
        <p:spPr>
          <a:xfrm rot="5400000">
            <a:off x="9366857" y="1850179"/>
            <a:ext cx="5725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Splitter</a:t>
            </a:r>
          </a:p>
        </p:txBody>
      </p:sp>
      <p:sp>
        <p:nvSpPr>
          <p:cNvPr id="259" name="TextBox 258">
            <a:extLst>
              <a:ext uri="{FF2B5EF4-FFF2-40B4-BE49-F238E27FC236}">
                <a16:creationId xmlns:a16="http://schemas.microsoft.com/office/drawing/2014/main" id="{2D238897-298F-E287-C5E8-0FF27EE01800}"/>
              </a:ext>
            </a:extLst>
          </p:cNvPr>
          <p:cNvSpPr txBox="1"/>
          <p:nvPr/>
        </p:nvSpPr>
        <p:spPr>
          <a:xfrm>
            <a:off x="8146282" y="1875406"/>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ONU-2</a:t>
            </a:r>
          </a:p>
        </p:txBody>
      </p:sp>
      <p:sp>
        <p:nvSpPr>
          <p:cNvPr id="260" name="Rectangle: Rounded Corners 259">
            <a:extLst>
              <a:ext uri="{FF2B5EF4-FFF2-40B4-BE49-F238E27FC236}">
                <a16:creationId xmlns:a16="http://schemas.microsoft.com/office/drawing/2014/main" id="{FB2F74A9-AEFF-3E8C-81A6-26DC45AA2B6A}"/>
              </a:ext>
            </a:extLst>
          </p:cNvPr>
          <p:cNvSpPr/>
          <p:nvPr/>
        </p:nvSpPr>
        <p:spPr>
          <a:xfrm rot="5400000">
            <a:off x="8108613" y="880990"/>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261" name="Group 260">
            <a:extLst>
              <a:ext uri="{FF2B5EF4-FFF2-40B4-BE49-F238E27FC236}">
                <a16:creationId xmlns:a16="http://schemas.microsoft.com/office/drawing/2014/main" id="{85BB9BC0-C600-7E54-ABC8-66F7CBA8D407}"/>
              </a:ext>
            </a:extLst>
          </p:cNvPr>
          <p:cNvGrpSpPr/>
          <p:nvPr/>
        </p:nvGrpSpPr>
        <p:grpSpPr>
          <a:xfrm>
            <a:off x="7534733" y="753618"/>
            <a:ext cx="674523" cy="275497"/>
            <a:chOff x="8197182" y="5756342"/>
            <a:chExt cx="1157443" cy="609600"/>
          </a:xfrm>
        </p:grpSpPr>
        <p:grpSp>
          <p:nvGrpSpPr>
            <p:cNvPr id="262" name="Group 261">
              <a:extLst>
                <a:ext uri="{FF2B5EF4-FFF2-40B4-BE49-F238E27FC236}">
                  <a16:creationId xmlns:a16="http://schemas.microsoft.com/office/drawing/2014/main" id="{43A4D40D-9DCC-8637-73EC-F6B9E7392B12}"/>
                </a:ext>
              </a:extLst>
            </p:cNvPr>
            <p:cNvGrpSpPr/>
            <p:nvPr/>
          </p:nvGrpSpPr>
          <p:grpSpPr>
            <a:xfrm>
              <a:off x="8197182" y="5756342"/>
              <a:ext cx="347133" cy="609600"/>
              <a:chOff x="6451600" y="4943545"/>
              <a:chExt cx="347133" cy="609600"/>
            </a:xfrm>
          </p:grpSpPr>
          <p:sp>
            <p:nvSpPr>
              <p:cNvPr id="264" name="Rectangle 263">
                <a:extLst>
                  <a:ext uri="{FF2B5EF4-FFF2-40B4-BE49-F238E27FC236}">
                    <a16:creationId xmlns:a16="http://schemas.microsoft.com/office/drawing/2014/main" id="{7B42AB3F-6257-FC01-DB86-51267C74FCBA}"/>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265" name="Group 264">
                <a:extLst>
                  <a:ext uri="{FF2B5EF4-FFF2-40B4-BE49-F238E27FC236}">
                    <a16:creationId xmlns:a16="http://schemas.microsoft.com/office/drawing/2014/main" id="{0B7CDD93-8D21-1626-07A0-F28AD3CFE9C9}"/>
                  </a:ext>
                </a:extLst>
              </p:cNvPr>
              <p:cNvGrpSpPr/>
              <p:nvPr/>
            </p:nvGrpSpPr>
            <p:grpSpPr>
              <a:xfrm>
                <a:off x="6499231" y="5022567"/>
                <a:ext cx="251871" cy="158491"/>
                <a:chOff x="6493933" y="5022567"/>
                <a:chExt cx="270933" cy="253998"/>
              </a:xfrm>
            </p:grpSpPr>
            <p:cxnSp>
              <p:nvCxnSpPr>
                <p:cNvPr id="266" name="Straight Connector 265">
                  <a:extLst>
                    <a:ext uri="{FF2B5EF4-FFF2-40B4-BE49-F238E27FC236}">
                      <a16:creationId xmlns:a16="http://schemas.microsoft.com/office/drawing/2014/main" id="{62CB8B23-2CEC-C7DC-B76E-1B36E2DC7BD7}"/>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20D00661-D054-6F77-BE34-B9A7429A41D0}"/>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73DCCE41-941A-E2DD-F90F-C3BC887E57F8}"/>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730FFA2D-8101-5A9F-9AB1-4E956D5A79C3}"/>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63" name="Straight Connector 262">
              <a:extLst>
                <a:ext uri="{FF2B5EF4-FFF2-40B4-BE49-F238E27FC236}">
                  <a16:creationId xmlns:a16="http://schemas.microsoft.com/office/drawing/2014/main" id="{03618292-B2A2-3202-9791-6DEADC59C89A}"/>
                </a:ext>
              </a:extLst>
            </p:cNvPr>
            <p:cNvCxnSpPr>
              <a:cxnSpLocks/>
              <a:stCxn id="264"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0" name="Group 269">
            <a:extLst>
              <a:ext uri="{FF2B5EF4-FFF2-40B4-BE49-F238E27FC236}">
                <a16:creationId xmlns:a16="http://schemas.microsoft.com/office/drawing/2014/main" id="{4840A6C6-AA0B-F448-D0EB-F5A5C032CEA4}"/>
              </a:ext>
            </a:extLst>
          </p:cNvPr>
          <p:cNvGrpSpPr/>
          <p:nvPr/>
        </p:nvGrpSpPr>
        <p:grpSpPr>
          <a:xfrm>
            <a:off x="7529515" y="1186911"/>
            <a:ext cx="684958" cy="275497"/>
            <a:chOff x="8857587" y="5761985"/>
            <a:chExt cx="1175349" cy="609600"/>
          </a:xfrm>
        </p:grpSpPr>
        <p:grpSp>
          <p:nvGrpSpPr>
            <p:cNvPr id="271" name="Group 270">
              <a:extLst>
                <a:ext uri="{FF2B5EF4-FFF2-40B4-BE49-F238E27FC236}">
                  <a16:creationId xmlns:a16="http://schemas.microsoft.com/office/drawing/2014/main" id="{E1CBF9D4-E6B8-18F5-2446-A3F926DF243C}"/>
                </a:ext>
              </a:extLst>
            </p:cNvPr>
            <p:cNvGrpSpPr/>
            <p:nvPr/>
          </p:nvGrpSpPr>
          <p:grpSpPr>
            <a:xfrm>
              <a:off x="8857587" y="5761985"/>
              <a:ext cx="347133" cy="609600"/>
              <a:chOff x="6451600" y="4943545"/>
              <a:chExt cx="347133" cy="609600"/>
            </a:xfrm>
          </p:grpSpPr>
          <p:sp>
            <p:nvSpPr>
              <p:cNvPr id="273" name="Rectangle 272">
                <a:extLst>
                  <a:ext uri="{FF2B5EF4-FFF2-40B4-BE49-F238E27FC236}">
                    <a16:creationId xmlns:a16="http://schemas.microsoft.com/office/drawing/2014/main" id="{DC37D7EC-D588-0D59-7038-94A5A44B2692}"/>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274" name="Group 273">
                <a:extLst>
                  <a:ext uri="{FF2B5EF4-FFF2-40B4-BE49-F238E27FC236}">
                    <a16:creationId xmlns:a16="http://schemas.microsoft.com/office/drawing/2014/main" id="{D5797FCA-478D-B40E-4053-516EEBF6903E}"/>
                  </a:ext>
                </a:extLst>
              </p:cNvPr>
              <p:cNvGrpSpPr/>
              <p:nvPr/>
            </p:nvGrpSpPr>
            <p:grpSpPr>
              <a:xfrm>
                <a:off x="6499231" y="5022567"/>
                <a:ext cx="251871" cy="158491"/>
                <a:chOff x="6493933" y="5022567"/>
                <a:chExt cx="270933" cy="253998"/>
              </a:xfrm>
            </p:grpSpPr>
            <p:cxnSp>
              <p:nvCxnSpPr>
                <p:cNvPr id="275" name="Straight Connector 274">
                  <a:extLst>
                    <a:ext uri="{FF2B5EF4-FFF2-40B4-BE49-F238E27FC236}">
                      <a16:creationId xmlns:a16="http://schemas.microsoft.com/office/drawing/2014/main" id="{003FB1C3-F3A4-F131-3735-A473B84A9A0B}"/>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A6D46EFC-3365-2A3F-4258-F6D6573DADFD}"/>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21F32BC6-FCF3-0B11-51C0-3723E44135BE}"/>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664D90DC-5057-5045-3D65-2576A20E6C95}"/>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72" name="Straight Connector 271">
              <a:extLst>
                <a:ext uri="{FF2B5EF4-FFF2-40B4-BE49-F238E27FC236}">
                  <a16:creationId xmlns:a16="http://schemas.microsoft.com/office/drawing/2014/main" id="{356EAFCA-A0DB-B960-33B6-8C52E9DE4AD2}"/>
                </a:ext>
              </a:extLst>
            </p:cNvPr>
            <p:cNvCxnSpPr>
              <a:cxnSpLocks/>
              <a:stCxn id="273"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9" name="TextBox 278">
            <a:extLst>
              <a:ext uri="{FF2B5EF4-FFF2-40B4-BE49-F238E27FC236}">
                <a16:creationId xmlns:a16="http://schemas.microsoft.com/office/drawing/2014/main" id="{D3079D37-36A5-88C8-7ABF-6B4022A3FA48}"/>
              </a:ext>
            </a:extLst>
          </p:cNvPr>
          <p:cNvSpPr txBox="1"/>
          <p:nvPr/>
        </p:nvSpPr>
        <p:spPr>
          <a:xfrm rot="5400000">
            <a:off x="7538011" y="976805"/>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280" name="TextBox 279">
            <a:extLst>
              <a:ext uri="{FF2B5EF4-FFF2-40B4-BE49-F238E27FC236}">
                <a16:creationId xmlns:a16="http://schemas.microsoft.com/office/drawing/2014/main" id="{E7B6160B-42DE-FDBE-FBB3-709EC0DD63D0}"/>
              </a:ext>
            </a:extLst>
          </p:cNvPr>
          <p:cNvSpPr txBox="1"/>
          <p:nvPr/>
        </p:nvSpPr>
        <p:spPr>
          <a:xfrm>
            <a:off x="6884067" y="772990"/>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281" name="TextBox 280">
            <a:extLst>
              <a:ext uri="{FF2B5EF4-FFF2-40B4-BE49-F238E27FC236}">
                <a16:creationId xmlns:a16="http://schemas.microsoft.com/office/drawing/2014/main" id="{F6D4A55C-0E3D-CCBC-1040-6C94BE3F36FE}"/>
              </a:ext>
            </a:extLst>
          </p:cNvPr>
          <p:cNvSpPr txBox="1"/>
          <p:nvPr/>
        </p:nvSpPr>
        <p:spPr>
          <a:xfrm>
            <a:off x="6864030" y="1216079"/>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282" name="TextBox 281">
            <a:extLst>
              <a:ext uri="{FF2B5EF4-FFF2-40B4-BE49-F238E27FC236}">
                <a16:creationId xmlns:a16="http://schemas.microsoft.com/office/drawing/2014/main" id="{430C8BEB-C860-70F3-464B-E21B5EF5E57C}"/>
              </a:ext>
            </a:extLst>
          </p:cNvPr>
          <p:cNvSpPr txBox="1"/>
          <p:nvPr/>
        </p:nvSpPr>
        <p:spPr>
          <a:xfrm>
            <a:off x="8146282" y="1022097"/>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ONU-1</a:t>
            </a:r>
          </a:p>
        </p:txBody>
      </p:sp>
      <p:grpSp>
        <p:nvGrpSpPr>
          <p:cNvPr id="283" name="Group 282">
            <a:extLst>
              <a:ext uri="{FF2B5EF4-FFF2-40B4-BE49-F238E27FC236}">
                <a16:creationId xmlns:a16="http://schemas.microsoft.com/office/drawing/2014/main" id="{81818CD3-09A2-3223-4D7B-00B7396D1201}"/>
              </a:ext>
            </a:extLst>
          </p:cNvPr>
          <p:cNvGrpSpPr/>
          <p:nvPr/>
        </p:nvGrpSpPr>
        <p:grpSpPr>
          <a:xfrm>
            <a:off x="7534733" y="2569871"/>
            <a:ext cx="674523" cy="275497"/>
            <a:chOff x="8197182" y="5756342"/>
            <a:chExt cx="1157443" cy="609600"/>
          </a:xfrm>
        </p:grpSpPr>
        <p:grpSp>
          <p:nvGrpSpPr>
            <p:cNvPr id="284" name="Group 283">
              <a:extLst>
                <a:ext uri="{FF2B5EF4-FFF2-40B4-BE49-F238E27FC236}">
                  <a16:creationId xmlns:a16="http://schemas.microsoft.com/office/drawing/2014/main" id="{A95E00CC-BE1C-AD33-96DA-61645590741F}"/>
                </a:ext>
              </a:extLst>
            </p:cNvPr>
            <p:cNvGrpSpPr/>
            <p:nvPr/>
          </p:nvGrpSpPr>
          <p:grpSpPr>
            <a:xfrm>
              <a:off x="8197182" y="5756342"/>
              <a:ext cx="347133" cy="609600"/>
              <a:chOff x="6451600" y="4943545"/>
              <a:chExt cx="347133" cy="609600"/>
            </a:xfrm>
          </p:grpSpPr>
          <p:sp>
            <p:nvSpPr>
              <p:cNvPr id="286" name="Rectangle 285">
                <a:extLst>
                  <a:ext uri="{FF2B5EF4-FFF2-40B4-BE49-F238E27FC236}">
                    <a16:creationId xmlns:a16="http://schemas.microsoft.com/office/drawing/2014/main" id="{307A9803-329D-FA02-AF4B-5911A8677E47}"/>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287" name="Group 286">
                <a:extLst>
                  <a:ext uri="{FF2B5EF4-FFF2-40B4-BE49-F238E27FC236}">
                    <a16:creationId xmlns:a16="http://schemas.microsoft.com/office/drawing/2014/main" id="{BAA580AF-B8F8-0C21-8442-E1DED6A5FC07}"/>
                  </a:ext>
                </a:extLst>
              </p:cNvPr>
              <p:cNvGrpSpPr/>
              <p:nvPr/>
            </p:nvGrpSpPr>
            <p:grpSpPr>
              <a:xfrm>
                <a:off x="6499231" y="5022567"/>
                <a:ext cx="251871" cy="158491"/>
                <a:chOff x="6493933" y="5022567"/>
                <a:chExt cx="270933" cy="253998"/>
              </a:xfrm>
            </p:grpSpPr>
            <p:cxnSp>
              <p:nvCxnSpPr>
                <p:cNvPr id="288" name="Straight Connector 287">
                  <a:extLst>
                    <a:ext uri="{FF2B5EF4-FFF2-40B4-BE49-F238E27FC236}">
                      <a16:creationId xmlns:a16="http://schemas.microsoft.com/office/drawing/2014/main" id="{355D02E0-D4A6-9699-9DF5-C11B147FE1A9}"/>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80E066DB-BF8F-CFB2-2270-EF65E2E83C55}"/>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C6FB9611-DB71-4FBF-B4DE-BA856416F581}"/>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762DFD15-78AC-444B-98D6-8001848F0EA3}"/>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85" name="Straight Connector 284">
              <a:extLst>
                <a:ext uri="{FF2B5EF4-FFF2-40B4-BE49-F238E27FC236}">
                  <a16:creationId xmlns:a16="http://schemas.microsoft.com/office/drawing/2014/main" id="{2399BEE0-6356-F320-8D47-849C3212D933}"/>
                </a:ext>
              </a:extLst>
            </p:cNvPr>
            <p:cNvCxnSpPr>
              <a:cxnSpLocks/>
              <a:stCxn id="286"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2" name="Group 291">
            <a:extLst>
              <a:ext uri="{FF2B5EF4-FFF2-40B4-BE49-F238E27FC236}">
                <a16:creationId xmlns:a16="http://schemas.microsoft.com/office/drawing/2014/main" id="{755C7D92-0297-02E0-4AC8-AA541BC22E23}"/>
              </a:ext>
            </a:extLst>
          </p:cNvPr>
          <p:cNvGrpSpPr/>
          <p:nvPr/>
        </p:nvGrpSpPr>
        <p:grpSpPr>
          <a:xfrm>
            <a:off x="7529515" y="3003164"/>
            <a:ext cx="684958" cy="275497"/>
            <a:chOff x="8857587" y="5761985"/>
            <a:chExt cx="1175349" cy="609600"/>
          </a:xfrm>
        </p:grpSpPr>
        <p:grpSp>
          <p:nvGrpSpPr>
            <p:cNvPr id="293" name="Group 292">
              <a:extLst>
                <a:ext uri="{FF2B5EF4-FFF2-40B4-BE49-F238E27FC236}">
                  <a16:creationId xmlns:a16="http://schemas.microsoft.com/office/drawing/2014/main" id="{30E6D0E8-BD8E-F1D4-D584-AAC4ADA78BA1}"/>
                </a:ext>
              </a:extLst>
            </p:cNvPr>
            <p:cNvGrpSpPr/>
            <p:nvPr/>
          </p:nvGrpSpPr>
          <p:grpSpPr>
            <a:xfrm>
              <a:off x="8857587" y="5761985"/>
              <a:ext cx="347133" cy="609600"/>
              <a:chOff x="6451600" y="4943545"/>
              <a:chExt cx="347133" cy="609600"/>
            </a:xfrm>
          </p:grpSpPr>
          <p:sp>
            <p:nvSpPr>
              <p:cNvPr id="295" name="Rectangle 294">
                <a:extLst>
                  <a:ext uri="{FF2B5EF4-FFF2-40B4-BE49-F238E27FC236}">
                    <a16:creationId xmlns:a16="http://schemas.microsoft.com/office/drawing/2014/main" id="{41203FE1-083C-6A7E-DA34-FA93C28218EE}"/>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296" name="Group 295">
                <a:extLst>
                  <a:ext uri="{FF2B5EF4-FFF2-40B4-BE49-F238E27FC236}">
                    <a16:creationId xmlns:a16="http://schemas.microsoft.com/office/drawing/2014/main" id="{0031FE4E-1900-B286-6438-E86A7E933C4B}"/>
                  </a:ext>
                </a:extLst>
              </p:cNvPr>
              <p:cNvGrpSpPr/>
              <p:nvPr/>
            </p:nvGrpSpPr>
            <p:grpSpPr>
              <a:xfrm>
                <a:off x="6499231" y="5022567"/>
                <a:ext cx="251871" cy="158491"/>
                <a:chOff x="6493933" y="5022567"/>
                <a:chExt cx="270933" cy="253998"/>
              </a:xfrm>
            </p:grpSpPr>
            <p:cxnSp>
              <p:nvCxnSpPr>
                <p:cNvPr id="297" name="Straight Connector 296">
                  <a:extLst>
                    <a:ext uri="{FF2B5EF4-FFF2-40B4-BE49-F238E27FC236}">
                      <a16:creationId xmlns:a16="http://schemas.microsoft.com/office/drawing/2014/main" id="{52123757-6F5E-3D98-CE91-117F58A4322E}"/>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650E9CB3-2D35-71E1-77B4-0370BB9BF1B9}"/>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15091CD5-02A8-D143-830D-97D6077CC477}"/>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BB81E6FC-2FB6-46F1-5470-7886238EAD3A}"/>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94" name="Straight Connector 293">
              <a:extLst>
                <a:ext uri="{FF2B5EF4-FFF2-40B4-BE49-F238E27FC236}">
                  <a16:creationId xmlns:a16="http://schemas.microsoft.com/office/drawing/2014/main" id="{7027CE96-9387-81D2-FFEE-85E325DBD173}"/>
                </a:ext>
              </a:extLst>
            </p:cNvPr>
            <p:cNvCxnSpPr>
              <a:cxnSpLocks/>
              <a:stCxn id="295"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1" name="TextBox 300">
            <a:extLst>
              <a:ext uri="{FF2B5EF4-FFF2-40B4-BE49-F238E27FC236}">
                <a16:creationId xmlns:a16="http://schemas.microsoft.com/office/drawing/2014/main" id="{40534F3B-5AC7-8C37-B4A2-02A6E944C196}"/>
              </a:ext>
            </a:extLst>
          </p:cNvPr>
          <p:cNvSpPr txBox="1"/>
          <p:nvPr/>
        </p:nvSpPr>
        <p:spPr>
          <a:xfrm rot="5400000">
            <a:off x="7538011" y="2793058"/>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302" name="TextBox 301">
            <a:extLst>
              <a:ext uri="{FF2B5EF4-FFF2-40B4-BE49-F238E27FC236}">
                <a16:creationId xmlns:a16="http://schemas.microsoft.com/office/drawing/2014/main" id="{7AFF3DE8-861B-B3F4-C1C2-A2FC7A81243C}"/>
              </a:ext>
            </a:extLst>
          </p:cNvPr>
          <p:cNvSpPr txBox="1"/>
          <p:nvPr/>
        </p:nvSpPr>
        <p:spPr>
          <a:xfrm>
            <a:off x="6884067" y="2589243"/>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303" name="TextBox 302">
            <a:extLst>
              <a:ext uri="{FF2B5EF4-FFF2-40B4-BE49-F238E27FC236}">
                <a16:creationId xmlns:a16="http://schemas.microsoft.com/office/drawing/2014/main" id="{D553B798-B931-BD3D-24A3-85C8F0BAA20D}"/>
              </a:ext>
            </a:extLst>
          </p:cNvPr>
          <p:cNvSpPr txBox="1"/>
          <p:nvPr/>
        </p:nvSpPr>
        <p:spPr>
          <a:xfrm>
            <a:off x="6864030" y="3032332"/>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304" name="TextBox 303">
            <a:extLst>
              <a:ext uri="{FF2B5EF4-FFF2-40B4-BE49-F238E27FC236}">
                <a16:creationId xmlns:a16="http://schemas.microsoft.com/office/drawing/2014/main" id="{041030C5-FCA9-EF1C-6136-B2474691CDFC}"/>
              </a:ext>
            </a:extLst>
          </p:cNvPr>
          <p:cNvSpPr txBox="1"/>
          <p:nvPr/>
        </p:nvSpPr>
        <p:spPr>
          <a:xfrm>
            <a:off x="8146282" y="2833580"/>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ONU-N</a:t>
            </a:r>
          </a:p>
        </p:txBody>
      </p:sp>
      <p:sp>
        <p:nvSpPr>
          <p:cNvPr id="305" name="Rectangle 304">
            <a:extLst>
              <a:ext uri="{FF2B5EF4-FFF2-40B4-BE49-F238E27FC236}">
                <a16:creationId xmlns:a16="http://schemas.microsoft.com/office/drawing/2014/main" id="{DCDF5F42-01D0-AA6A-3BF8-AAB8B475F91D}"/>
              </a:ext>
            </a:extLst>
          </p:cNvPr>
          <p:cNvSpPr/>
          <p:nvPr/>
        </p:nvSpPr>
        <p:spPr>
          <a:xfrm>
            <a:off x="9543987" y="1890379"/>
            <a:ext cx="135695" cy="1573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306" name="Freeform: Shape 305">
            <a:extLst>
              <a:ext uri="{FF2B5EF4-FFF2-40B4-BE49-F238E27FC236}">
                <a16:creationId xmlns:a16="http://schemas.microsoft.com/office/drawing/2014/main" id="{F28D06FC-245E-77B1-2FF5-E37F6DBBC950}"/>
              </a:ext>
            </a:extLst>
          </p:cNvPr>
          <p:cNvSpPr/>
          <p:nvPr/>
        </p:nvSpPr>
        <p:spPr>
          <a:xfrm>
            <a:off x="7652699" y="841407"/>
            <a:ext cx="5018003" cy="1111812"/>
          </a:xfrm>
          <a:custGeom>
            <a:avLst/>
            <a:gdLst>
              <a:gd name="csX0" fmla="*/ 7869600 w 7869600"/>
              <a:gd name="csY0" fmla="*/ 1389600 h 1389600"/>
              <a:gd name="csX1" fmla="*/ 6458400 w 7869600"/>
              <a:gd name="csY1" fmla="*/ 864000 h 1389600"/>
              <a:gd name="csX2" fmla="*/ 5450400 w 7869600"/>
              <a:gd name="csY2" fmla="*/ 475200 h 1389600"/>
              <a:gd name="csX3" fmla="*/ 4773600 w 7869600"/>
              <a:gd name="csY3" fmla="*/ 540000 h 1389600"/>
              <a:gd name="csX4" fmla="*/ 3506400 w 7869600"/>
              <a:gd name="csY4" fmla="*/ 583200 h 1389600"/>
              <a:gd name="csX5" fmla="*/ 2001600 w 7869600"/>
              <a:gd name="csY5" fmla="*/ 590400 h 1389600"/>
              <a:gd name="csX6" fmla="*/ 1526400 w 7869600"/>
              <a:gd name="csY6" fmla="*/ 547200 h 1389600"/>
              <a:gd name="csX7" fmla="*/ 655200 w 7869600"/>
              <a:gd name="csY7" fmla="*/ 180000 h 1389600"/>
              <a:gd name="csX8" fmla="*/ 0 w 7869600"/>
              <a:gd name="csY8" fmla="*/ 0 h 1389600"/>
              <a:gd name="csX0" fmla="*/ 7696800 w 7696800"/>
              <a:gd name="csY0" fmla="*/ 1296000 h 1296000"/>
              <a:gd name="csX1" fmla="*/ 6458400 w 7696800"/>
              <a:gd name="csY1" fmla="*/ 864000 h 1296000"/>
              <a:gd name="csX2" fmla="*/ 5450400 w 7696800"/>
              <a:gd name="csY2" fmla="*/ 475200 h 1296000"/>
              <a:gd name="csX3" fmla="*/ 4773600 w 7696800"/>
              <a:gd name="csY3" fmla="*/ 540000 h 1296000"/>
              <a:gd name="csX4" fmla="*/ 3506400 w 7696800"/>
              <a:gd name="csY4" fmla="*/ 583200 h 1296000"/>
              <a:gd name="csX5" fmla="*/ 2001600 w 7696800"/>
              <a:gd name="csY5" fmla="*/ 590400 h 1296000"/>
              <a:gd name="csX6" fmla="*/ 1526400 w 7696800"/>
              <a:gd name="csY6" fmla="*/ 547200 h 1296000"/>
              <a:gd name="csX7" fmla="*/ 655200 w 7696800"/>
              <a:gd name="csY7" fmla="*/ 180000 h 1296000"/>
              <a:gd name="csX8" fmla="*/ 0 w 7696800"/>
              <a:gd name="csY8" fmla="*/ 0 h 1296000"/>
              <a:gd name="csX0" fmla="*/ 7696800 w 7696800"/>
              <a:gd name="csY0" fmla="*/ 1296000 h 1296000"/>
              <a:gd name="csX1" fmla="*/ 6609600 w 7696800"/>
              <a:gd name="csY1" fmla="*/ 842400 h 1296000"/>
              <a:gd name="csX2" fmla="*/ 5450400 w 7696800"/>
              <a:gd name="csY2" fmla="*/ 475200 h 1296000"/>
              <a:gd name="csX3" fmla="*/ 4773600 w 7696800"/>
              <a:gd name="csY3" fmla="*/ 540000 h 1296000"/>
              <a:gd name="csX4" fmla="*/ 3506400 w 7696800"/>
              <a:gd name="csY4" fmla="*/ 583200 h 1296000"/>
              <a:gd name="csX5" fmla="*/ 2001600 w 7696800"/>
              <a:gd name="csY5" fmla="*/ 590400 h 1296000"/>
              <a:gd name="csX6" fmla="*/ 1526400 w 7696800"/>
              <a:gd name="csY6" fmla="*/ 547200 h 1296000"/>
              <a:gd name="csX7" fmla="*/ 655200 w 7696800"/>
              <a:gd name="csY7" fmla="*/ 180000 h 1296000"/>
              <a:gd name="csX8" fmla="*/ 0 w 7696800"/>
              <a:gd name="csY8" fmla="*/ 0 h 1296000"/>
              <a:gd name="csX0" fmla="*/ 7583444 w 7583444"/>
              <a:gd name="csY0" fmla="*/ 1265772 h 1265772"/>
              <a:gd name="csX1" fmla="*/ 6496244 w 7583444"/>
              <a:gd name="csY1" fmla="*/ 812172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583444 w 7583444"/>
              <a:gd name="csY0" fmla="*/ 1265772 h 1265772"/>
              <a:gd name="csX1" fmla="*/ 6496244 w 7583444"/>
              <a:gd name="csY1" fmla="*/ 812172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583444 w 7583444"/>
              <a:gd name="csY0" fmla="*/ 1265772 h 1265772"/>
              <a:gd name="csX1" fmla="*/ 6554610 w 7583444"/>
              <a:gd name="csY1" fmla="*/ 607891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359708 w 7359708"/>
              <a:gd name="csY0" fmla="*/ 536197 h 608531"/>
              <a:gd name="csX1" fmla="*/ 6554610 w 7359708"/>
              <a:gd name="csY1" fmla="*/ 607891 h 608531"/>
              <a:gd name="csX2" fmla="*/ 5337044 w 7359708"/>
              <a:gd name="csY2" fmla="*/ 444972 h 608531"/>
              <a:gd name="csX3" fmla="*/ 4660244 w 7359708"/>
              <a:gd name="csY3" fmla="*/ 509772 h 608531"/>
              <a:gd name="csX4" fmla="*/ 3393044 w 7359708"/>
              <a:gd name="csY4" fmla="*/ 552972 h 608531"/>
              <a:gd name="csX5" fmla="*/ 1888244 w 7359708"/>
              <a:gd name="csY5" fmla="*/ 560172 h 608531"/>
              <a:gd name="csX6" fmla="*/ 1413044 w 7359708"/>
              <a:gd name="csY6" fmla="*/ 516972 h 608531"/>
              <a:gd name="csX7" fmla="*/ 541844 w 7359708"/>
              <a:gd name="csY7" fmla="*/ 149772 h 608531"/>
              <a:gd name="csX8" fmla="*/ 0 w 7359708"/>
              <a:gd name="csY8" fmla="*/ 0 h 608531"/>
              <a:gd name="csX0" fmla="*/ 7359708 w 7359708"/>
              <a:gd name="csY0" fmla="*/ 536197 h 562852"/>
              <a:gd name="csX1" fmla="*/ 6544882 w 7359708"/>
              <a:gd name="csY1" fmla="*/ 442521 h 562852"/>
              <a:gd name="csX2" fmla="*/ 5337044 w 7359708"/>
              <a:gd name="csY2" fmla="*/ 444972 h 562852"/>
              <a:gd name="csX3" fmla="*/ 4660244 w 7359708"/>
              <a:gd name="csY3" fmla="*/ 509772 h 562852"/>
              <a:gd name="csX4" fmla="*/ 3393044 w 7359708"/>
              <a:gd name="csY4" fmla="*/ 552972 h 562852"/>
              <a:gd name="csX5" fmla="*/ 1888244 w 7359708"/>
              <a:gd name="csY5" fmla="*/ 560172 h 562852"/>
              <a:gd name="csX6" fmla="*/ 1413044 w 7359708"/>
              <a:gd name="csY6" fmla="*/ 516972 h 562852"/>
              <a:gd name="csX7" fmla="*/ 541844 w 7359708"/>
              <a:gd name="csY7" fmla="*/ 149772 h 562852"/>
              <a:gd name="csX8" fmla="*/ 0 w 7359708"/>
              <a:gd name="csY8" fmla="*/ 0 h 562852"/>
              <a:gd name="csX0" fmla="*/ 7359708 w 7359708"/>
              <a:gd name="csY0" fmla="*/ 536197 h 562852"/>
              <a:gd name="csX1" fmla="*/ 6437878 w 7359708"/>
              <a:gd name="csY1" fmla="*/ 423066 h 562852"/>
              <a:gd name="csX2" fmla="*/ 5337044 w 7359708"/>
              <a:gd name="csY2" fmla="*/ 444972 h 562852"/>
              <a:gd name="csX3" fmla="*/ 4660244 w 7359708"/>
              <a:gd name="csY3" fmla="*/ 509772 h 562852"/>
              <a:gd name="csX4" fmla="*/ 3393044 w 7359708"/>
              <a:gd name="csY4" fmla="*/ 552972 h 562852"/>
              <a:gd name="csX5" fmla="*/ 1888244 w 7359708"/>
              <a:gd name="csY5" fmla="*/ 560172 h 562852"/>
              <a:gd name="csX6" fmla="*/ 1413044 w 7359708"/>
              <a:gd name="csY6" fmla="*/ 516972 h 562852"/>
              <a:gd name="csX7" fmla="*/ 541844 w 7359708"/>
              <a:gd name="csY7" fmla="*/ 149772 h 562852"/>
              <a:gd name="csX8" fmla="*/ 0 w 7359708"/>
              <a:gd name="csY8" fmla="*/ 0 h 562852"/>
              <a:gd name="csX0" fmla="*/ 7349980 w 7349980"/>
              <a:gd name="csY0" fmla="*/ 575108 h 575108"/>
              <a:gd name="csX1" fmla="*/ 6437878 w 7349980"/>
              <a:gd name="csY1" fmla="*/ 423066 h 575108"/>
              <a:gd name="csX2" fmla="*/ 5337044 w 7349980"/>
              <a:gd name="csY2" fmla="*/ 444972 h 575108"/>
              <a:gd name="csX3" fmla="*/ 4660244 w 7349980"/>
              <a:gd name="csY3" fmla="*/ 509772 h 575108"/>
              <a:gd name="csX4" fmla="*/ 3393044 w 7349980"/>
              <a:gd name="csY4" fmla="*/ 552972 h 575108"/>
              <a:gd name="csX5" fmla="*/ 1888244 w 7349980"/>
              <a:gd name="csY5" fmla="*/ 560172 h 575108"/>
              <a:gd name="csX6" fmla="*/ 1413044 w 7349980"/>
              <a:gd name="csY6" fmla="*/ 516972 h 575108"/>
              <a:gd name="csX7" fmla="*/ 541844 w 7349980"/>
              <a:gd name="csY7" fmla="*/ 149772 h 575108"/>
              <a:gd name="csX8" fmla="*/ 0 w 7349980"/>
              <a:gd name="csY8" fmla="*/ 0 h 575108"/>
              <a:gd name="csX0" fmla="*/ 7349980 w 7349980"/>
              <a:gd name="csY0" fmla="*/ 575108 h 580710"/>
              <a:gd name="csX1" fmla="*/ 6437878 w 7349980"/>
              <a:gd name="csY1" fmla="*/ 423066 h 580710"/>
              <a:gd name="csX2" fmla="*/ 5337044 w 7349980"/>
              <a:gd name="csY2" fmla="*/ 444972 h 580710"/>
              <a:gd name="csX3" fmla="*/ 4660244 w 7349980"/>
              <a:gd name="csY3" fmla="*/ 509772 h 580710"/>
              <a:gd name="csX4" fmla="*/ 3393044 w 7349980"/>
              <a:gd name="csY4" fmla="*/ 552972 h 580710"/>
              <a:gd name="csX5" fmla="*/ 1888244 w 7349980"/>
              <a:gd name="csY5" fmla="*/ 560172 h 580710"/>
              <a:gd name="csX6" fmla="*/ 1685981 w 7349980"/>
              <a:gd name="csY6" fmla="*/ 275728 h 580710"/>
              <a:gd name="csX7" fmla="*/ 541844 w 7349980"/>
              <a:gd name="csY7" fmla="*/ 149772 h 580710"/>
              <a:gd name="csX8" fmla="*/ 0 w 7349980"/>
              <a:gd name="csY8" fmla="*/ 0 h 580710"/>
              <a:gd name="csX0" fmla="*/ 7349980 w 7349980"/>
              <a:gd name="csY0" fmla="*/ 575108 h 1355000"/>
              <a:gd name="csX1" fmla="*/ 6437878 w 7349980"/>
              <a:gd name="csY1" fmla="*/ 423066 h 1355000"/>
              <a:gd name="csX2" fmla="*/ 5337044 w 7349980"/>
              <a:gd name="csY2" fmla="*/ 444972 h 1355000"/>
              <a:gd name="csX3" fmla="*/ 4660244 w 7349980"/>
              <a:gd name="csY3" fmla="*/ 509772 h 1355000"/>
              <a:gd name="csX4" fmla="*/ 3393044 w 7349980"/>
              <a:gd name="csY4" fmla="*/ 552972 h 1355000"/>
              <a:gd name="csX5" fmla="*/ 1935710 w 7349980"/>
              <a:gd name="csY5" fmla="*/ 1352831 h 1355000"/>
              <a:gd name="csX6" fmla="*/ 1685981 w 7349980"/>
              <a:gd name="csY6" fmla="*/ 275728 h 1355000"/>
              <a:gd name="csX7" fmla="*/ 541844 w 7349980"/>
              <a:gd name="csY7" fmla="*/ 149772 h 1355000"/>
              <a:gd name="csX8" fmla="*/ 0 w 7349980"/>
              <a:gd name="csY8" fmla="*/ 0 h 1355000"/>
              <a:gd name="csX0" fmla="*/ 7349980 w 7349980"/>
              <a:gd name="csY0" fmla="*/ 575108 h 1355644"/>
              <a:gd name="csX1" fmla="*/ 6437878 w 7349980"/>
              <a:gd name="csY1" fmla="*/ 423066 h 1355644"/>
              <a:gd name="csX2" fmla="*/ 5337044 w 7349980"/>
              <a:gd name="csY2" fmla="*/ 444972 h 1355644"/>
              <a:gd name="csX3" fmla="*/ 4660244 w 7349980"/>
              <a:gd name="csY3" fmla="*/ 509772 h 1355644"/>
              <a:gd name="csX4" fmla="*/ 3393044 w 7349980"/>
              <a:gd name="csY4" fmla="*/ 552972 h 1355644"/>
              <a:gd name="csX5" fmla="*/ 2158139 w 7349980"/>
              <a:gd name="csY5" fmla="*/ 587626 h 1355644"/>
              <a:gd name="csX6" fmla="*/ 1935710 w 7349980"/>
              <a:gd name="csY6" fmla="*/ 1352831 h 1355644"/>
              <a:gd name="csX7" fmla="*/ 1685981 w 7349980"/>
              <a:gd name="csY7" fmla="*/ 275728 h 1355644"/>
              <a:gd name="csX8" fmla="*/ 541844 w 7349980"/>
              <a:gd name="csY8" fmla="*/ 149772 h 1355644"/>
              <a:gd name="csX9" fmla="*/ 0 w 7349980"/>
              <a:gd name="csY9" fmla="*/ 0 h 1355644"/>
              <a:gd name="csX0" fmla="*/ 7349980 w 7349980"/>
              <a:gd name="csY0" fmla="*/ 575108 h 1321321"/>
              <a:gd name="csX1" fmla="*/ 6437878 w 7349980"/>
              <a:gd name="csY1" fmla="*/ 423066 h 1321321"/>
              <a:gd name="csX2" fmla="*/ 5337044 w 7349980"/>
              <a:gd name="csY2" fmla="*/ 444972 h 1321321"/>
              <a:gd name="csX3" fmla="*/ 4660244 w 7349980"/>
              <a:gd name="csY3" fmla="*/ 509772 h 1321321"/>
              <a:gd name="csX4" fmla="*/ 3393044 w 7349980"/>
              <a:gd name="csY4" fmla="*/ 552972 h 1321321"/>
              <a:gd name="csX5" fmla="*/ 2158139 w 7349980"/>
              <a:gd name="csY5" fmla="*/ 587626 h 1321321"/>
              <a:gd name="csX6" fmla="*/ 1864509 w 7349980"/>
              <a:gd name="csY6" fmla="*/ 1318367 h 1321321"/>
              <a:gd name="csX7" fmla="*/ 1685981 w 7349980"/>
              <a:gd name="csY7" fmla="*/ 275728 h 1321321"/>
              <a:gd name="csX8" fmla="*/ 541844 w 7349980"/>
              <a:gd name="csY8" fmla="*/ 149772 h 1321321"/>
              <a:gd name="csX9" fmla="*/ 0 w 7349980"/>
              <a:gd name="csY9" fmla="*/ 0 h 1321321"/>
              <a:gd name="csX0" fmla="*/ 7349980 w 7349980"/>
              <a:gd name="csY0" fmla="*/ 575108 h 1319746"/>
              <a:gd name="csX1" fmla="*/ 6437878 w 7349980"/>
              <a:gd name="csY1" fmla="*/ 423066 h 1319746"/>
              <a:gd name="csX2" fmla="*/ 5337044 w 7349980"/>
              <a:gd name="csY2" fmla="*/ 444972 h 1319746"/>
              <a:gd name="csX3" fmla="*/ 4660244 w 7349980"/>
              <a:gd name="csY3" fmla="*/ 509772 h 1319746"/>
              <a:gd name="csX4" fmla="*/ 3393044 w 7349980"/>
              <a:gd name="csY4" fmla="*/ 552972 h 1319746"/>
              <a:gd name="csX5" fmla="*/ 2158139 w 7349980"/>
              <a:gd name="csY5" fmla="*/ 587626 h 1319746"/>
              <a:gd name="csX6" fmla="*/ 1864509 w 7349980"/>
              <a:gd name="csY6" fmla="*/ 1318367 h 1319746"/>
              <a:gd name="csX7" fmla="*/ 1685981 w 7349980"/>
              <a:gd name="csY7" fmla="*/ 275728 h 1319746"/>
              <a:gd name="csX8" fmla="*/ 541844 w 7349980"/>
              <a:gd name="csY8" fmla="*/ 149772 h 1319746"/>
              <a:gd name="csX9" fmla="*/ 0 w 7349980"/>
              <a:gd name="csY9" fmla="*/ 0 h 1319746"/>
              <a:gd name="csX0" fmla="*/ 7349980 w 7349980"/>
              <a:gd name="csY0" fmla="*/ 575108 h 1362740"/>
              <a:gd name="csX1" fmla="*/ 6437878 w 7349980"/>
              <a:gd name="csY1" fmla="*/ 423066 h 1362740"/>
              <a:gd name="csX2" fmla="*/ 5337044 w 7349980"/>
              <a:gd name="csY2" fmla="*/ 444972 h 1362740"/>
              <a:gd name="csX3" fmla="*/ 4660244 w 7349980"/>
              <a:gd name="csY3" fmla="*/ 509772 h 1362740"/>
              <a:gd name="csX4" fmla="*/ 3393044 w 7349980"/>
              <a:gd name="csY4" fmla="*/ 552972 h 1362740"/>
              <a:gd name="csX5" fmla="*/ 2158139 w 7349980"/>
              <a:gd name="csY5" fmla="*/ 587626 h 1362740"/>
              <a:gd name="csX6" fmla="*/ 1959443 w 7349980"/>
              <a:gd name="csY6" fmla="*/ 1361446 h 1362740"/>
              <a:gd name="csX7" fmla="*/ 1685981 w 7349980"/>
              <a:gd name="csY7" fmla="*/ 275728 h 1362740"/>
              <a:gd name="csX8" fmla="*/ 541844 w 7349980"/>
              <a:gd name="csY8" fmla="*/ 149772 h 1362740"/>
              <a:gd name="csX9" fmla="*/ 0 w 7349980"/>
              <a:gd name="csY9" fmla="*/ 0 h 1362740"/>
              <a:gd name="csX0" fmla="*/ 7349980 w 7349980"/>
              <a:gd name="csY0" fmla="*/ 575108 h 1362844"/>
              <a:gd name="csX1" fmla="*/ 6437878 w 7349980"/>
              <a:gd name="csY1" fmla="*/ 423066 h 1362844"/>
              <a:gd name="csX2" fmla="*/ 5337044 w 7349980"/>
              <a:gd name="csY2" fmla="*/ 444972 h 1362844"/>
              <a:gd name="csX3" fmla="*/ 4660244 w 7349980"/>
              <a:gd name="csY3" fmla="*/ 509772 h 1362844"/>
              <a:gd name="csX4" fmla="*/ 3393044 w 7349980"/>
              <a:gd name="csY4" fmla="*/ 552972 h 1362844"/>
              <a:gd name="csX5" fmla="*/ 2158139 w 7349980"/>
              <a:gd name="csY5" fmla="*/ 587626 h 1362844"/>
              <a:gd name="csX6" fmla="*/ 1959443 w 7349980"/>
              <a:gd name="csY6" fmla="*/ 1361446 h 1362844"/>
              <a:gd name="csX7" fmla="*/ 1757182 w 7349980"/>
              <a:gd name="csY7" fmla="*/ 370503 h 1362844"/>
              <a:gd name="csX8" fmla="*/ 541844 w 7349980"/>
              <a:gd name="csY8" fmla="*/ 149772 h 1362844"/>
              <a:gd name="csX9" fmla="*/ 0 w 7349980"/>
              <a:gd name="csY9" fmla="*/ 0 h 1362844"/>
              <a:gd name="csX0" fmla="*/ 7349980 w 7349980"/>
              <a:gd name="csY0" fmla="*/ 575108 h 1362844"/>
              <a:gd name="csX1" fmla="*/ 6437878 w 7349980"/>
              <a:gd name="csY1" fmla="*/ 423066 h 1362844"/>
              <a:gd name="csX2" fmla="*/ 5337044 w 7349980"/>
              <a:gd name="csY2" fmla="*/ 444972 h 1362844"/>
              <a:gd name="csX3" fmla="*/ 4660244 w 7349980"/>
              <a:gd name="csY3" fmla="*/ 509772 h 1362844"/>
              <a:gd name="csX4" fmla="*/ 3393044 w 7349980"/>
              <a:gd name="csY4" fmla="*/ 552972 h 1362844"/>
              <a:gd name="csX5" fmla="*/ 2158139 w 7349980"/>
              <a:gd name="csY5" fmla="*/ 587626 h 1362844"/>
              <a:gd name="csX6" fmla="*/ 1959443 w 7349980"/>
              <a:gd name="csY6" fmla="*/ 1361446 h 1362844"/>
              <a:gd name="csX7" fmla="*/ 1757182 w 7349980"/>
              <a:gd name="csY7" fmla="*/ 370503 h 1362844"/>
              <a:gd name="csX8" fmla="*/ 541844 w 7349980"/>
              <a:gd name="csY8" fmla="*/ 149772 h 1362844"/>
              <a:gd name="csX9" fmla="*/ 0 w 7349980"/>
              <a:gd name="csY9" fmla="*/ 0 h 1362844"/>
              <a:gd name="csX0" fmla="*/ 7349980 w 7349980"/>
              <a:gd name="csY0" fmla="*/ 575108 h 1363420"/>
              <a:gd name="csX1" fmla="*/ 6437878 w 7349980"/>
              <a:gd name="csY1" fmla="*/ 423066 h 1363420"/>
              <a:gd name="csX2" fmla="*/ 5337044 w 7349980"/>
              <a:gd name="csY2" fmla="*/ 444972 h 1363420"/>
              <a:gd name="csX3" fmla="*/ 4660244 w 7349980"/>
              <a:gd name="csY3" fmla="*/ 509772 h 1363420"/>
              <a:gd name="csX4" fmla="*/ 3393044 w 7349980"/>
              <a:gd name="csY4" fmla="*/ 552972 h 1363420"/>
              <a:gd name="csX5" fmla="*/ 2158139 w 7349980"/>
              <a:gd name="csY5" fmla="*/ 587626 h 1363420"/>
              <a:gd name="csX6" fmla="*/ 1959443 w 7349980"/>
              <a:gd name="csY6" fmla="*/ 1361446 h 1363420"/>
              <a:gd name="csX7" fmla="*/ 1543579 w 7349980"/>
              <a:gd name="csY7" fmla="*/ 327424 h 1363420"/>
              <a:gd name="csX8" fmla="*/ 541844 w 7349980"/>
              <a:gd name="csY8" fmla="*/ 149772 h 1363420"/>
              <a:gd name="csX9" fmla="*/ 0 w 7349980"/>
              <a:gd name="csY9" fmla="*/ 0 h 1363420"/>
              <a:gd name="csX0" fmla="*/ 7349980 w 7349980"/>
              <a:gd name="csY0" fmla="*/ 575108 h 1363420"/>
              <a:gd name="csX1" fmla="*/ 6437878 w 7349980"/>
              <a:gd name="csY1" fmla="*/ 423066 h 1363420"/>
              <a:gd name="csX2" fmla="*/ 5337044 w 7349980"/>
              <a:gd name="csY2" fmla="*/ 444972 h 1363420"/>
              <a:gd name="csX3" fmla="*/ 4660244 w 7349980"/>
              <a:gd name="csY3" fmla="*/ 509772 h 1363420"/>
              <a:gd name="csX4" fmla="*/ 3393044 w 7349980"/>
              <a:gd name="csY4" fmla="*/ 552972 h 1363420"/>
              <a:gd name="csX5" fmla="*/ 2158139 w 7349980"/>
              <a:gd name="csY5" fmla="*/ 587626 h 1363420"/>
              <a:gd name="csX6" fmla="*/ 1959443 w 7349980"/>
              <a:gd name="csY6" fmla="*/ 1361446 h 1363420"/>
              <a:gd name="csX7" fmla="*/ 1543579 w 7349980"/>
              <a:gd name="csY7" fmla="*/ 327424 h 1363420"/>
              <a:gd name="csX8" fmla="*/ 541844 w 7349980"/>
              <a:gd name="csY8" fmla="*/ 149772 h 1363420"/>
              <a:gd name="csX9" fmla="*/ 0 w 7349980"/>
              <a:gd name="csY9" fmla="*/ 0 h 1363420"/>
              <a:gd name="csX0" fmla="*/ 7349980 w 7349980"/>
              <a:gd name="csY0" fmla="*/ 575108 h 1363179"/>
              <a:gd name="csX1" fmla="*/ 6437878 w 7349980"/>
              <a:gd name="csY1" fmla="*/ 423066 h 1363179"/>
              <a:gd name="csX2" fmla="*/ 5337044 w 7349980"/>
              <a:gd name="csY2" fmla="*/ 444972 h 1363179"/>
              <a:gd name="csX3" fmla="*/ 4660244 w 7349980"/>
              <a:gd name="csY3" fmla="*/ 509772 h 1363179"/>
              <a:gd name="csX4" fmla="*/ 3393044 w 7349980"/>
              <a:gd name="csY4" fmla="*/ 552972 h 1363179"/>
              <a:gd name="csX5" fmla="*/ 2158139 w 7349980"/>
              <a:gd name="csY5" fmla="*/ 587626 h 1363179"/>
              <a:gd name="csX6" fmla="*/ 1959443 w 7349980"/>
              <a:gd name="csY6" fmla="*/ 1361446 h 1363179"/>
              <a:gd name="csX7" fmla="*/ 1733449 w 7349980"/>
              <a:gd name="csY7" fmla="*/ 344656 h 1363179"/>
              <a:gd name="csX8" fmla="*/ 541844 w 7349980"/>
              <a:gd name="csY8" fmla="*/ 149772 h 1363179"/>
              <a:gd name="csX9" fmla="*/ 0 w 7349980"/>
              <a:gd name="csY9" fmla="*/ 0 h 1363179"/>
              <a:gd name="csX0" fmla="*/ 7349980 w 7349980"/>
              <a:gd name="csY0" fmla="*/ 575108 h 1362042"/>
              <a:gd name="csX1" fmla="*/ 6437878 w 7349980"/>
              <a:gd name="csY1" fmla="*/ 423066 h 1362042"/>
              <a:gd name="csX2" fmla="*/ 5337044 w 7349980"/>
              <a:gd name="csY2" fmla="*/ 444972 h 1362042"/>
              <a:gd name="csX3" fmla="*/ 4660244 w 7349980"/>
              <a:gd name="csY3" fmla="*/ 509772 h 1362042"/>
              <a:gd name="csX4" fmla="*/ 3393044 w 7349980"/>
              <a:gd name="csY4" fmla="*/ 552972 h 1362042"/>
              <a:gd name="csX5" fmla="*/ 2158139 w 7349980"/>
              <a:gd name="csY5" fmla="*/ 587626 h 1362042"/>
              <a:gd name="csX6" fmla="*/ 1959443 w 7349980"/>
              <a:gd name="csY6" fmla="*/ 1361446 h 1362042"/>
              <a:gd name="csX7" fmla="*/ 1733449 w 7349980"/>
              <a:gd name="csY7" fmla="*/ 344656 h 1362042"/>
              <a:gd name="csX8" fmla="*/ 541844 w 7349980"/>
              <a:gd name="csY8" fmla="*/ 149772 h 1362042"/>
              <a:gd name="csX9" fmla="*/ 0 w 7349980"/>
              <a:gd name="csY9" fmla="*/ 0 h 1362042"/>
              <a:gd name="csX0" fmla="*/ 7349980 w 7349980"/>
              <a:gd name="csY0" fmla="*/ 575108 h 1362042"/>
              <a:gd name="csX1" fmla="*/ 6437878 w 7349980"/>
              <a:gd name="csY1" fmla="*/ 423066 h 1362042"/>
              <a:gd name="csX2" fmla="*/ 5337044 w 7349980"/>
              <a:gd name="csY2" fmla="*/ 444972 h 1362042"/>
              <a:gd name="csX3" fmla="*/ 4660244 w 7349980"/>
              <a:gd name="csY3" fmla="*/ 509772 h 1362042"/>
              <a:gd name="csX4" fmla="*/ 3393044 w 7349980"/>
              <a:gd name="csY4" fmla="*/ 552972 h 1362042"/>
              <a:gd name="csX5" fmla="*/ 2158139 w 7349980"/>
              <a:gd name="csY5" fmla="*/ 587626 h 1362042"/>
              <a:gd name="csX6" fmla="*/ 1959443 w 7349980"/>
              <a:gd name="csY6" fmla="*/ 1361446 h 1362042"/>
              <a:gd name="csX7" fmla="*/ 1733449 w 7349980"/>
              <a:gd name="csY7" fmla="*/ 344656 h 1362042"/>
              <a:gd name="csX8" fmla="*/ 672380 w 7349980"/>
              <a:gd name="csY8" fmla="*/ 72229 h 1362042"/>
              <a:gd name="csX9" fmla="*/ 0 w 7349980"/>
              <a:gd name="csY9" fmla="*/ 0 h 1362042"/>
              <a:gd name="csX0" fmla="*/ 7421181 w 7421181"/>
              <a:gd name="csY0" fmla="*/ 532697 h 1319631"/>
              <a:gd name="csX1" fmla="*/ 6509079 w 7421181"/>
              <a:gd name="csY1" fmla="*/ 380655 h 1319631"/>
              <a:gd name="csX2" fmla="*/ 5408245 w 7421181"/>
              <a:gd name="csY2" fmla="*/ 402561 h 1319631"/>
              <a:gd name="csX3" fmla="*/ 4731445 w 7421181"/>
              <a:gd name="csY3" fmla="*/ 467361 h 1319631"/>
              <a:gd name="csX4" fmla="*/ 3464245 w 7421181"/>
              <a:gd name="csY4" fmla="*/ 510561 h 1319631"/>
              <a:gd name="csX5" fmla="*/ 2229340 w 7421181"/>
              <a:gd name="csY5" fmla="*/ 545215 h 1319631"/>
              <a:gd name="csX6" fmla="*/ 2030644 w 7421181"/>
              <a:gd name="csY6" fmla="*/ 1319035 h 1319631"/>
              <a:gd name="csX7" fmla="*/ 1804650 w 7421181"/>
              <a:gd name="csY7" fmla="*/ 302245 h 1319631"/>
              <a:gd name="csX8" fmla="*/ 743581 w 7421181"/>
              <a:gd name="csY8" fmla="*/ 29818 h 1319631"/>
              <a:gd name="csX9" fmla="*/ 0 w 7421181"/>
              <a:gd name="csY9" fmla="*/ 9284 h 1319631"/>
              <a:gd name="csX0" fmla="*/ 7421181 w 7421181"/>
              <a:gd name="csY0" fmla="*/ 555211 h 1342145"/>
              <a:gd name="csX1" fmla="*/ 6509079 w 7421181"/>
              <a:gd name="csY1" fmla="*/ 403169 h 1342145"/>
              <a:gd name="csX2" fmla="*/ 5408245 w 7421181"/>
              <a:gd name="csY2" fmla="*/ 425075 h 1342145"/>
              <a:gd name="csX3" fmla="*/ 4731445 w 7421181"/>
              <a:gd name="csY3" fmla="*/ 489875 h 1342145"/>
              <a:gd name="csX4" fmla="*/ 3464245 w 7421181"/>
              <a:gd name="csY4" fmla="*/ 533075 h 1342145"/>
              <a:gd name="csX5" fmla="*/ 2229340 w 7421181"/>
              <a:gd name="csY5" fmla="*/ 567729 h 1342145"/>
              <a:gd name="csX6" fmla="*/ 2030644 w 7421181"/>
              <a:gd name="csY6" fmla="*/ 1341549 h 1342145"/>
              <a:gd name="csX7" fmla="*/ 1804650 w 7421181"/>
              <a:gd name="csY7" fmla="*/ 324759 h 1342145"/>
              <a:gd name="csX8" fmla="*/ 743581 w 7421181"/>
              <a:gd name="csY8" fmla="*/ 52332 h 1342145"/>
              <a:gd name="csX9" fmla="*/ 0 w 7421181"/>
              <a:gd name="csY9" fmla="*/ 31798 h 1342145"/>
              <a:gd name="csX0" fmla="*/ 7421181 w 7421181"/>
              <a:gd name="csY0" fmla="*/ 547625 h 1334559"/>
              <a:gd name="csX1" fmla="*/ 6509079 w 7421181"/>
              <a:gd name="csY1" fmla="*/ 395583 h 1334559"/>
              <a:gd name="csX2" fmla="*/ 5408245 w 7421181"/>
              <a:gd name="csY2" fmla="*/ 417489 h 1334559"/>
              <a:gd name="csX3" fmla="*/ 4731445 w 7421181"/>
              <a:gd name="csY3" fmla="*/ 482289 h 1334559"/>
              <a:gd name="csX4" fmla="*/ 3464245 w 7421181"/>
              <a:gd name="csY4" fmla="*/ 525489 h 1334559"/>
              <a:gd name="csX5" fmla="*/ 2229340 w 7421181"/>
              <a:gd name="csY5" fmla="*/ 560143 h 1334559"/>
              <a:gd name="csX6" fmla="*/ 2030644 w 7421181"/>
              <a:gd name="csY6" fmla="*/ 1333963 h 1334559"/>
              <a:gd name="csX7" fmla="*/ 1804650 w 7421181"/>
              <a:gd name="csY7" fmla="*/ 317173 h 1334559"/>
              <a:gd name="csX8" fmla="*/ 743581 w 7421181"/>
              <a:gd name="csY8" fmla="*/ 44746 h 1334559"/>
              <a:gd name="csX9" fmla="*/ 0 w 7421181"/>
              <a:gd name="csY9" fmla="*/ 24212 h 1334559"/>
              <a:gd name="csX0" fmla="*/ 7421181 w 7421181"/>
              <a:gd name="csY0" fmla="*/ 536643 h 1323577"/>
              <a:gd name="csX1" fmla="*/ 6509079 w 7421181"/>
              <a:gd name="csY1" fmla="*/ 384601 h 1323577"/>
              <a:gd name="csX2" fmla="*/ 5408245 w 7421181"/>
              <a:gd name="csY2" fmla="*/ 406507 h 1323577"/>
              <a:gd name="csX3" fmla="*/ 4731445 w 7421181"/>
              <a:gd name="csY3" fmla="*/ 471307 h 1323577"/>
              <a:gd name="csX4" fmla="*/ 3464245 w 7421181"/>
              <a:gd name="csY4" fmla="*/ 514507 h 1323577"/>
              <a:gd name="csX5" fmla="*/ 2229340 w 7421181"/>
              <a:gd name="csY5" fmla="*/ 549161 h 1323577"/>
              <a:gd name="csX6" fmla="*/ 2030644 w 7421181"/>
              <a:gd name="csY6" fmla="*/ 1322981 h 1323577"/>
              <a:gd name="csX7" fmla="*/ 1804650 w 7421181"/>
              <a:gd name="csY7" fmla="*/ 306191 h 1323577"/>
              <a:gd name="csX8" fmla="*/ 838515 w 7421181"/>
              <a:gd name="csY8" fmla="*/ 50995 h 1323577"/>
              <a:gd name="csX9" fmla="*/ 0 w 7421181"/>
              <a:gd name="csY9" fmla="*/ 13230 h 132357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838515 w 7421181"/>
              <a:gd name="csY8" fmla="*/ 37765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838515 w 7421181"/>
              <a:gd name="csY8" fmla="*/ 37765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0 w 7421181"/>
              <a:gd name="csY8"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900256 w 7421181"/>
              <a:gd name="csY8" fmla="*/ 44826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1446129 w 7421181"/>
              <a:gd name="csY8" fmla="*/ 260223 h 1310347"/>
              <a:gd name="csX9" fmla="*/ 900256 w 7421181"/>
              <a:gd name="csY9" fmla="*/ 44826 h 1310347"/>
              <a:gd name="csX10" fmla="*/ 0 w 7421181"/>
              <a:gd name="csY10" fmla="*/ 0 h 1310347"/>
              <a:gd name="csX0" fmla="*/ 7421181 w 7421181"/>
              <a:gd name="csY0" fmla="*/ 523413 h 1310421"/>
              <a:gd name="csX1" fmla="*/ 6509079 w 7421181"/>
              <a:gd name="csY1" fmla="*/ 371371 h 1310421"/>
              <a:gd name="csX2" fmla="*/ 5408245 w 7421181"/>
              <a:gd name="csY2" fmla="*/ 393277 h 1310421"/>
              <a:gd name="csX3" fmla="*/ 4731445 w 7421181"/>
              <a:gd name="csY3" fmla="*/ 458077 h 1310421"/>
              <a:gd name="csX4" fmla="*/ 3464245 w 7421181"/>
              <a:gd name="csY4" fmla="*/ 501277 h 1310421"/>
              <a:gd name="csX5" fmla="*/ 2229340 w 7421181"/>
              <a:gd name="csY5" fmla="*/ 535931 h 1310421"/>
              <a:gd name="csX6" fmla="*/ 2030644 w 7421181"/>
              <a:gd name="csY6" fmla="*/ 1309751 h 1310421"/>
              <a:gd name="csX7" fmla="*/ 1840250 w 7421181"/>
              <a:gd name="csY7" fmla="*/ 387735 h 1310421"/>
              <a:gd name="csX8" fmla="*/ 1446129 w 7421181"/>
              <a:gd name="csY8" fmla="*/ 260223 h 1310421"/>
              <a:gd name="csX9" fmla="*/ 900256 w 7421181"/>
              <a:gd name="csY9" fmla="*/ 44826 h 1310421"/>
              <a:gd name="csX10" fmla="*/ 0 w 7421181"/>
              <a:gd name="csY10" fmla="*/ 0 h 1310421"/>
              <a:gd name="csX0" fmla="*/ 7421181 w 7421181"/>
              <a:gd name="csY0" fmla="*/ 523413 h 1310848"/>
              <a:gd name="csX1" fmla="*/ 6509079 w 7421181"/>
              <a:gd name="csY1" fmla="*/ 371371 h 1310848"/>
              <a:gd name="csX2" fmla="*/ 5408245 w 7421181"/>
              <a:gd name="csY2" fmla="*/ 393277 h 1310848"/>
              <a:gd name="csX3" fmla="*/ 4731445 w 7421181"/>
              <a:gd name="csY3" fmla="*/ 458077 h 1310848"/>
              <a:gd name="csX4" fmla="*/ 3464245 w 7421181"/>
              <a:gd name="csY4" fmla="*/ 501277 h 1310848"/>
              <a:gd name="csX5" fmla="*/ 2229340 w 7421181"/>
              <a:gd name="csY5" fmla="*/ 535931 h 1310848"/>
              <a:gd name="csX6" fmla="*/ 2030644 w 7421181"/>
              <a:gd name="csY6" fmla="*/ 1309751 h 1310848"/>
              <a:gd name="csX7" fmla="*/ 1863983 w 7421181"/>
              <a:gd name="csY7" fmla="*/ 344656 h 1310848"/>
              <a:gd name="csX8" fmla="*/ 1446129 w 7421181"/>
              <a:gd name="csY8" fmla="*/ 260223 h 1310848"/>
              <a:gd name="csX9" fmla="*/ 900256 w 7421181"/>
              <a:gd name="csY9" fmla="*/ 44826 h 1310848"/>
              <a:gd name="csX10" fmla="*/ 0 w 7421181"/>
              <a:gd name="csY10" fmla="*/ 0 h 1310848"/>
              <a:gd name="csX0" fmla="*/ 7421181 w 7421181"/>
              <a:gd name="csY0" fmla="*/ 523413 h 1398836"/>
              <a:gd name="csX1" fmla="*/ 6509079 w 7421181"/>
              <a:gd name="csY1" fmla="*/ 371371 h 1398836"/>
              <a:gd name="csX2" fmla="*/ 5408245 w 7421181"/>
              <a:gd name="csY2" fmla="*/ 393277 h 1398836"/>
              <a:gd name="csX3" fmla="*/ 4731445 w 7421181"/>
              <a:gd name="csY3" fmla="*/ 458077 h 1398836"/>
              <a:gd name="csX4" fmla="*/ 3464245 w 7421181"/>
              <a:gd name="csY4" fmla="*/ 501277 h 1398836"/>
              <a:gd name="csX5" fmla="*/ 2229340 w 7421181"/>
              <a:gd name="csY5" fmla="*/ 535931 h 1398836"/>
              <a:gd name="csX6" fmla="*/ 2158139 w 7421181"/>
              <a:gd name="csY6" fmla="*/ 1268277 h 1398836"/>
              <a:gd name="csX7" fmla="*/ 2030644 w 7421181"/>
              <a:gd name="csY7" fmla="*/ 1309751 h 1398836"/>
              <a:gd name="csX8" fmla="*/ 1863983 w 7421181"/>
              <a:gd name="csY8" fmla="*/ 344656 h 1398836"/>
              <a:gd name="csX9" fmla="*/ 1446129 w 7421181"/>
              <a:gd name="csY9" fmla="*/ 260223 h 1398836"/>
              <a:gd name="csX10" fmla="*/ 900256 w 7421181"/>
              <a:gd name="csY10" fmla="*/ 44826 h 1398836"/>
              <a:gd name="csX11" fmla="*/ 0 w 7421181"/>
              <a:gd name="csY11" fmla="*/ 0 h 1398836"/>
              <a:gd name="csX0" fmla="*/ 7421181 w 7421181"/>
              <a:gd name="csY0" fmla="*/ 523413 h 1378372"/>
              <a:gd name="csX1" fmla="*/ 6509079 w 7421181"/>
              <a:gd name="csY1" fmla="*/ 371371 h 1378372"/>
              <a:gd name="csX2" fmla="*/ 5408245 w 7421181"/>
              <a:gd name="csY2" fmla="*/ 393277 h 1378372"/>
              <a:gd name="csX3" fmla="*/ 4731445 w 7421181"/>
              <a:gd name="csY3" fmla="*/ 458077 h 1378372"/>
              <a:gd name="csX4" fmla="*/ 3464245 w 7421181"/>
              <a:gd name="csY4" fmla="*/ 501277 h 1378372"/>
              <a:gd name="csX5" fmla="*/ 2229340 w 7421181"/>
              <a:gd name="csY5" fmla="*/ 535931 h 1378372"/>
              <a:gd name="csX6" fmla="*/ 2158139 w 7421181"/>
              <a:gd name="csY6" fmla="*/ 1268277 h 1378372"/>
              <a:gd name="csX7" fmla="*/ 1971311 w 7421181"/>
              <a:gd name="csY7" fmla="*/ 1275288 h 1378372"/>
              <a:gd name="csX8" fmla="*/ 1863983 w 7421181"/>
              <a:gd name="csY8" fmla="*/ 344656 h 1378372"/>
              <a:gd name="csX9" fmla="*/ 1446129 w 7421181"/>
              <a:gd name="csY9" fmla="*/ 260223 h 1378372"/>
              <a:gd name="csX10" fmla="*/ 900256 w 7421181"/>
              <a:gd name="csY10" fmla="*/ 44826 h 1378372"/>
              <a:gd name="csX11" fmla="*/ 0 w 7421181"/>
              <a:gd name="csY11" fmla="*/ 0 h 1378372"/>
              <a:gd name="csX0" fmla="*/ 7421181 w 7421181"/>
              <a:gd name="csY0" fmla="*/ 523413 h 1357070"/>
              <a:gd name="csX1" fmla="*/ 6509079 w 7421181"/>
              <a:gd name="csY1" fmla="*/ 371371 h 1357070"/>
              <a:gd name="csX2" fmla="*/ 5408245 w 7421181"/>
              <a:gd name="csY2" fmla="*/ 393277 h 1357070"/>
              <a:gd name="csX3" fmla="*/ 4731445 w 7421181"/>
              <a:gd name="csY3" fmla="*/ 458077 h 1357070"/>
              <a:gd name="csX4" fmla="*/ 3464245 w 7421181"/>
              <a:gd name="csY4" fmla="*/ 501277 h 1357070"/>
              <a:gd name="csX5" fmla="*/ 2229340 w 7421181"/>
              <a:gd name="csY5" fmla="*/ 535931 h 1357070"/>
              <a:gd name="csX6" fmla="*/ 2158139 w 7421181"/>
              <a:gd name="csY6" fmla="*/ 1268277 h 1357070"/>
              <a:gd name="csX7" fmla="*/ 1971311 w 7421181"/>
              <a:gd name="csY7" fmla="*/ 1232209 h 1357070"/>
              <a:gd name="csX8" fmla="*/ 1863983 w 7421181"/>
              <a:gd name="csY8" fmla="*/ 344656 h 1357070"/>
              <a:gd name="csX9" fmla="*/ 1446129 w 7421181"/>
              <a:gd name="csY9" fmla="*/ 260223 h 1357070"/>
              <a:gd name="csX10" fmla="*/ 900256 w 7421181"/>
              <a:gd name="csY10" fmla="*/ 44826 h 1357070"/>
              <a:gd name="csX11" fmla="*/ 0 w 7421181"/>
              <a:gd name="csY11" fmla="*/ 0 h 1357070"/>
              <a:gd name="csX0" fmla="*/ 7421181 w 7421181"/>
              <a:gd name="csY0" fmla="*/ 523413 h 1369263"/>
              <a:gd name="csX1" fmla="*/ 6509079 w 7421181"/>
              <a:gd name="csY1" fmla="*/ 371371 h 1369263"/>
              <a:gd name="csX2" fmla="*/ 5408245 w 7421181"/>
              <a:gd name="csY2" fmla="*/ 393277 h 1369263"/>
              <a:gd name="csX3" fmla="*/ 4731445 w 7421181"/>
              <a:gd name="csY3" fmla="*/ 458077 h 1369263"/>
              <a:gd name="csX4" fmla="*/ 3464245 w 7421181"/>
              <a:gd name="csY4" fmla="*/ 501277 h 1369263"/>
              <a:gd name="csX5" fmla="*/ 2229340 w 7421181"/>
              <a:gd name="csY5" fmla="*/ 535931 h 1369263"/>
              <a:gd name="csX6" fmla="*/ 2158139 w 7421181"/>
              <a:gd name="csY6" fmla="*/ 1268277 h 1369263"/>
              <a:gd name="csX7" fmla="*/ 1971311 w 7421181"/>
              <a:gd name="csY7" fmla="*/ 1258057 h 1369263"/>
              <a:gd name="csX8" fmla="*/ 1863983 w 7421181"/>
              <a:gd name="csY8" fmla="*/ 344656 h 1369263"/>
              <a:gd name="csX9" fmla="*/ 1446129 w 7421181"/>
              <a:gd name="csY9" fmla="*/ 260223 h 1369263"/>
              <a:gd name="csX10" fmla="*/ 900256 w 7421181"/>
              <a:gd name="csY10" fmla="*/ 44826 h 1369263"/>
              <a:gd name="csX11" fmla="*/ 0 w 7421181"/>
              <a:gd name="csY11" fmla="*/ 0 h 1369263"/>
              <a:gd name="csX0" fmla="*/ 7231311 w 7231311"/>
              <a:gd name="csY0" fmla="*/ 497566 h 1369263"/>
              <a:gd name="csX1" fmla="*/ 6509079 w 7231311"/>
              <a:gd name="csY1" fmla="*/ 371371 h 1369263"/>
              <a:gd name="csX2" fmla="*/ 5408245 w 7231311"/>
              <a:gd name="csY2" fmla="*/ 393277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390412 w 7231311"/>
              <a:gd name="csY1" fmla="*/ 440298 h 1369263"/>
              <a:gd name="csX2" fmla="*/ 5408245 w 7231311"/>
              <a:gd name="csY2" fmla="*/ 393277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390412 w 7231311"/>
              <a:gd name="csY1" fmla="*/ 440298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426013 w 7231311"/>
              <a:gd name="csY1" fmla="*/ 423065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426013 w 7231311"/>
              <a:gd name="csY1" fmla="*/ 423065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229340 w 7160110"/>
              <a:gd name="csY5" fmla="*/ 535931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229340 w 7160110"/>
              <a:gd name="csY5" fmla="*/ 535931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670626 w 7160110"/>
              <a:gd name="csY5" fmla="*/ 518700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59998"/>
              <a:gd name="csX1" fmla="*/ 6426013 w 7160110"/>
              <a:gd name="csY1" fmla="*/ 423065 h 1359998"/>
              <a:gd name="csX2" fmla="*/ 5479447 w 7160110"/>
              <a:gd name="csY2" fmla="*/ 427740 h 1359998"/>
              <a:gd name="csX3" fmla="*/ 4731445 w 7160110"/>
              <a:gd name="csY3" fmla="*/ 458077 h 1359998"/>
              <a:gd name="csX4" fmla="*/ 3464245 w 7160110"/>
              <a:gd name="csY4" fmla="*/ 501277 h 1359998"/>
              <a:gd name="csX5" fmla="*/ 2670626 w 7160110"/>
              <a:gd name="csY5" fmla="*/ 518700 h 1359998"/>
              <a:gd name="csX6" fmla="*/ 2610189 w 7160110"/>
              <a:gd name="csY6" fmla="*/ 1251046 h 1359998"/>
              <a:gd name="csX7" fmla="*/ 1971311 w 7160110"/>
              <a:gd name="csY7" fmla="*/ 1258057 h 1359998"/>
              <a:gd name="csX8" fmla="*/ 1863983 w 7160110"/>
              <a:gd name="csY8" fmla="*/ 344656 h 1359998"/>
              <a:gd name="csX9" fmla="*/ 1446129 w 7160110"/>
              <a:gd name="csY9" fmla="*/ 260223 h 1359998"/>
              <a:gd name="csX10" fmla="*/ 900256 w 7160110"/>
              <a:gd name="csY10" fmla="*/ 44826 h 1359998"/>
              <a:gd name="csX11" fmla="*/ 0 w 7160110"/>
              <a:gd name="csY11" fmla="*/ 0 h 1359998"/>
              <a:gd name="csX0" fmla="*/ 7160110 w 7160110"/>
              <a:gd name="csY0" fmla="*/ 575108 h 1350950"/>
              <a:gd name="csX1" fmla="*/ 6426013 w 7160110"/>
              <a:gd name="csY1" fmla="*/ 423065 h 1350950"/>
              <a:gd name="csX2" fmla="*/ 5479447 w 7160110"/>
              <a:gd name="csY2" fmla="*/ 427740 h 1350950"/>
              <a:gd name="csX3" fmla="*/ 4731445 w 7160110"/>
              <a:gd name="csY3" fmla="*/ 458077 h 1350950"/>
              <a:gd name="csX4" fmla="*/ 3464245 w 7160110"/>
              <a:gd name="csY4" fmla="*/ 501277 h 1350950"/>
              <a:gd name="csX5" fmla="*/ 2670626 w 7160110"/>
              <a:gd name="csY5" fmla="*/ 518700 h 1350950"/>
              <a:gd name="csX6" fmla="*/ 2610189 w 7160110"/>
              <a:gd name="csY6" fmla="*/ 1251046 h 1350950"/>
              <a:gd name="csX7" fmla="*/ 2132757 w 7160110"/>
              <a:gd name="csY7" fmla="*/ 1240826 h 1350950"/>
              <a:gd name="csX8" fmla="*/ 1863983 w 7160110"/>
              <a:gd name="csY8" fmla="*/ 344656 h 1350950"/>
              <a:gd name="csX9" fmla="*/ 1446129 w 7160110"/>
              <a:gd name="csY9" fmla="*/ 260223 h 1350950"/>
              <a:gd name="csX10" fmla="*/ 900256 w 7160110"/>
              <a:gd name="csY10" fmla="*/ 44826 h 1350950"/>
              <a:gd name="csX11" fmla="*/ 0 w 7160110"/>
              <a:gd name="csY11" fmla="*/ 0 h 1350950"/>
              <a:gd name="csX0" fmla="*/ 7160110 w 7160110"/>
              <a:gd name="csY0" fmla="*/ 575108 h 1349872"/>
              <a:gd name="csX1" fmla="*/ 6426013 w 7160110"/>
              <a:gd name="csY1" fmla="*/ 423065 h 1349872"/>
              <a:gd name="csX2" fmla="*/ 5479447 w 7160110"/>
              <a:gd name="csY2" fmla="*/ 427740 h 1349872"/>
              <a:gd name="csX3" fmla="*/ 4731445 w 7160110"/>
              <a:gd name="csY3" fmla="*/ 458077 h 1349872"/>
              <a:gd name="csX4" fmla="*/ 3464245 w 7160110"/>
              <a:gd name="csY4" fmla="*/ 501277 h 1349872"/>
              <a:gd name="csX5" fmla="*/ 2670626 w 7160110"/>
              <a:gd name="csY5" fmla="*/ 518700 h 1349872"/>
              <a:gd name="csX6" fmla="*/ 2610189 w 7160110"/>
              <a:gd name="csY6" fmla="*/ 1251046 h 1349872"/>
              <a:gd name="csX7" fmla="*/ 2132757 w 7160110"/>
              <a:gd name="csY7" fmla="*/ 1240826 h 1349872"/>
              <a:gd name="csX8" fmla="*/ 2068482 w 7160110"/>
              <a:gd name="csY8" fmla="*/ 361889 h 1349872"/>
              <a:gd name="csX9" fmla="*/ 1446129 w 7160110"/>
              <a:gd name="csY9" fmla="*/ 260223 h 1349872"/>
              <a:gd name="csX10" fmla="*/ 900256 w 7160110"/>
              <a:gd name="csY10" fmla="*/ 44826 h 1349872"/>
              <a:gd name="csX11" fmla="*/ 0 w 7160110"/>
              <a:gd name="csY11" fmla="*/ 0 h 1349872"/>
              <a:gd name="csX0" fmla="*/ 7160110 w 7160110"/>
              <a:gd name="csY0" fmla="*/ 575108 h 1349872"/>
              <a:gd name="csX1" fmla="*/ 6426013 w 7160110"/>
              <a:gd name="csY1" fmla="*/ 423065 h 1349872"/>
              <a:gd name="csX2" fmla="*/ 5479447 w 7160110"/>
              <a:gd name="csY2" fmla="*/ 427740 h 1349872"/>
              <a:gd name="csX3" fmla="*/ 4731445 w 7160110"/>
              <a:gd name="csY3" fmla="*/ 458077 h 1349872"/>
              <a:gd name="csX4" fmla="*/ 3431956 w 7160110"/>
              <a:gd name="csY4" fmla="*/ 475429 h 1349872"/>
              <a:gd name="csX5" fmla="*/ 2670626 w 7160110"/>
              <a:gd name="csY5" fmla="*/ 518700 h 1349872"/>
              <a:gd name="csX6" fmla="*/ 2610189 w 7160110"/>
              <a:gd name="csY6" fmla="*/ 1251046 h 1349872"/>
              <a:gd name="csX7" fmla="*/ 2132757 w 7160110"/>
              <a:gd name="csY7" fmla="*/ 1240826 h 1349872"/>
              <a:gd name="csX8" fmla="*/ 2068482 w 7160110"/>
              <a:gd name="csY8" fmla="*/ 361889 h 1349872"/>
              <a:gd name="csX9" fmla="*/ 1446129 w 7160110"/>
              <a:gd name="csY9" fmla="*/ 260223 h 1349872"/>
              <a:gd name="csX10" fmla="*/ 900256 w 7160110"/>
              <a:gd name="csY10" fmla="*/ 44826 h 1349872"/>
              <a:gd name="csX11" fmla="*/ 0 w 7160110"/>
              <a:gd name="csY11" fmla="*/ 0 h 1349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160110" h="1349872">
                <a:moveTo>
                  <a:pt x="7160110" y="575108"/>
                </a:moveTo>
                <a:cubicBezTo>
                  <a:pt x="6665975" y="434370"/>
                  <a:pt x="6706124" y="447626"/>
                  <a:pt x="6426013" y="423065"/>
                </a:cubicBezTo>
                <a:cubicBezTo>
                  <a:pt x="6145903" y="398504"/>
                  <a:pt x="5761875" y="421905"/>
                  <a:pt x="5479447" y="427740"/>
                </a:cubicBezTo>
                <a:cubicBezTo>
                  <a:pt x="5197019" y="433575"/>
                  <a:pt x="5072693" y="450129"/>
                  <a:pt x="4731445" y="458077"/>
                </a:cubicBezTo>
                <a:lnTo>
                  <a:pt x="3431956" y="475429"/>
                </a:lnTo>
                <a:cubicBezTo>
                  <a:pt x="3088486" y="485533"/>
                  <a:pt x="2906111" y="425330"/>
                  <a:pt x="2670626" y="518700"/>
                </a:cubicBezTo>
                <a:cubicBezTo>
                  <a:pt x="2435142" y="612070"/>
                  <a:pt x="2643305" y="1122076"/>
                  <a:pt x="2610189" y="1251046"/>
                </a:cubicBezTo>
                <a:cubicBezTo>
                  <a:pt x="2577073" y="1380016"/>
                  <a:pt x="2223042" y="1389019"/>
                  <a:pt x="2132757" y="1240826"/>
                </a:cubicBezTo>
                <a:cubicBezTo>
                  <a:pt x="2042473" y="1092633"/>
                  <a:pt x="2182920" y="525323"/>
                  <a:pt x="2068482" y="361889"/>
                </a:cubicBezTo>
                <a:cubicBezTo>
                  <a:pt x="1954044" y="198455"/>
                  <a:pt x="1596861" y="301579"/>
                  <a:pt x="1446129" y="260223"/>
                </a:cubicBezTo>
                <a:cubicBezTo>
                  <a:pt x="1295397" y="218867"/>
                  <a:pt x="1149189" y="65221"/>
                  <a:pt x="900256" y="44826"/>
                </a:cubicBezTo>
                <a:cubicBezTo>
                  <a:pt x="599481" y="-4001"/>
                  <a:pt x="144109" y="13215"/>
                  <a:pt x="0" y="0"/>
                </a:cubicBezTo>
              </a:path>
            </a:pathLst>
          </a:custGeom>
          <a:noFill/>
          <a:ln w="38100" cap="flat" cmpd="sng" algn="ctr">
            <a:solidFill>
              <a:srgbClr val="00B0F0"/>
            </a:solidFill>
            <a:prstDash val="solid"/>
            <a:miter lim="800000"/>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307" name="Freeform: Shape 306">
            <a:extLst>
              <a:ext uri="{FF2B5EF4-FFF2-40B4-BE49-F238E27FC236}">
                <a16:creationId xmlns:a16="http://schemas.microsoft.com/office/drawing/2014/main" id="{44177D83-00E8-D5C8-791D-68488E672A14}"/>
              </a:ext>
            </a:extLst>
          </p:cNvPr>
          <p:cNvSpPr/>
          <p:nvPr/>
        </p:nvSpPr>
        <p:spPr>
          <a:xfrm>
            <a:off x="10735920" y="1236263"/>
            <a:ext cx="412988" cy="126755"/>
          </a:xfrm>
          <a:custGeom>
            <a:avLst/>
            <a:gdLst>
              <a:gd name="csX0" fmla="*/ 633600 w 633600"/>
              <a:gd name="csY0" fmla="*/ 172800 h 172800"/>
              <a:gd name="csX1" fmla="*/ 0 w 633600"/>
              <a:gd name="csY1" fmla="*/ 0 h 172800"/>
            </a:gdLst>
            <a:ahLst/>
            <a:cxnLst>
              <a:cxn ang="0">
                <a:pos x="csX0" y="csY0"/>
              </a:cxn>
              <a:cxn ang="0">
                <a:pos x="csX1" y="csY1"/>
              </a:cxn>
            </a:cxnLst>
            <a:rect l="l" t="t" r="r" b="b"/>
            <a:pathLst>
              <a:path w="633600" h="172800">
                <a:moveTo>
                  <a:pt x="633600" y="172800"/>
                </a:moveTo>
                <a:lnTo>
                  <a:pt x="0" y="0"/>
                </a:lnTo>
              </a:path>
            </a:pathLst>
          </a:custGeom>
          <a:noFill/>
          <a:ln w="38100" cap="flat" cmpd="sng" algn="ctr">
            <a:solidFill>
              <a:srgbClr val="00B0F0"/>
            </a:solidFill>
            <a:prstDash val="solid"/>
            <a:miter lim="800000"/>
            <a:headEnd type="none" w="med" len="med"/>
            <a:tailEnd type="none" w="med" len="med"/>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pic>
        <p:nvPicPr>
          <p:cNvPr id="308" name="Picture 307">
            <a:extLst>
              <a:ext uri="{FF2B5EF4-FFF2-40B4-BE49-F238E27FC236}">
                <a16:creationId xmlns:a16="http://schemas.microsoft.com/office/drawing/2014/main" id="{C28CCF5E-E116-EF56-2990-ED78510DA4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51608" y="1052191"/>
            <a:ext cx="499369" cy="499369"/>
          </a:xfrm>
          <a:prstGeom prst="rect">
            <a:avLst/>
          </a:prstGeom>
        </p:spPr>
      </p:pic>
      <p:sp>
        <p:nvSpPr>
          <p:cNvPr id="309" name="Text Box 83">
            <a:extLst>
              <a:ext uri="{FF2B5EF4-FFF2-40B4-BE49-F238E27FC236}">
                <a16:creationId xmlns:a16="http://schemas.microsoft.com/office/drawing/2014/main" id="{F90C6D2F-FBEF-337A-A1B4-8CCA867A2D85}"/>
              </a:ext>
            </a:extLst>
          </p:cNvPr>
          <p:cNvSpPr txBox="1">
            <a:spLocks noChangeArrowheads="1"/>
          </p:cNvSpPr>
          <p:nvPr/>
        </p:nvSpPr>
        <p:spPr bwMode="auto">
          <a:xfrm>
            <a:off x="9949750" y="2599429"/>
            <a:ext cx="695611" cy="26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sym typeface="Symbol" panose="05050102010706020507" pitchFamily="18" charset="2"/>
              </a:rPr>
              <a:t>OLT Interface Standby</a:t>
            </a:r>
            <a:endPar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endParaRPr>
          </a:p>
        </p:txBody>
      </p:sp>
      <p:sp>
        <p:nvSpPr>
          <p:cNvPr id="310" name="Oval 309">
            <a:extLst>
              <a:ext uri="{FF2B5EF4-FFF2-40B4-BE49-F238E27FC236}">
                <a16:creationId xmlns:a16="http://schemas.microsoft.com/office/drawing/2014/main" id="{7B04806A-DAF2-ED03-4947-D092E3EABAEA}"/>
              </a:ext>
            </a:extLst>
          </p:cNvPr>
          <p:cNvSpPr>
            <a:spLocks noChangeAspect="1"/>
          </p:cNvSpPr>
          <p:nvPr/>
        </p:nvSpPr>
        <p:spPr>
          <a:xfrm>
            <a:off x="10578861" y="925203"/>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2</a:t>
            </a:r>
          </a:p>
        </p:txBody>
      </p:sp>
      <p:sp>
        <p:nvSpPr>
          <p:cNvPr id="311" name="Oval 310">
            <a:extLst>
              <a:ext uri="{FF2B5EF4-FFF2-40B4-BE49-F238E27FC236}">
                <a16:creationId xmlns:a16="http://schemas.microsoft.com/office/drawing/2014/main" id="{E02F3735-4D64-8F0F-BF85-2B6734B92C43}"/>
              </a:ext>
            </a:extLst>
          </p:cNvPr>
          <p:cNvSpPr>
            <a:spLocks noChangeAspect="1"/>
          </p:cNvSpPr>
          <p:nvPr/>
        </p:nvSpPr>
        <p:spPr>
          <a:xfrm>
            <a:off x="10619170" y="1494813"/>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3</a:t>
            </a:r>
          </a:p>
        </p:txBody>
      </p:sp>
      <p:sp>
        <p:nvSpPr>
          <p:cNvPr id="312" name="Oval 311">
            <a:extLst>
              <a:ext uri="{FF2B5EF4-FFF2-40B4-BE49-F238E27FC236}">
                <a16:creationId xmlns:a16="http://schemas.microsoft.com/office/drawing/2014/main" id="{2E951E07-0B2F-F9BC-1FFF-A756E03A951D}"/>
              </a:ext>
            </a:extLst>
          </p:cNvPr>
          <p:cNvSpPr>
            <a:spLocks noChangeAspect="1"/>
          </p:cNvSpPr>
          <p:nvPr/>
        </p:nvSpPr>
        <p:spPr>
          <a:xfrm>
            <a:off x="9931580" y="919281"/>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1</a:t>
            </a:r>
          </a:p>
        </p:txBody>
      </p:sp>
      <p:cxnSp>
        <p:nvCxnSpPr>
          <p:cNvPr id="313" name="Straight Arrow Connector 312">
            <a:extLst>
              <a:ext uri="{FF2B5EF4-FFF2-40B4-BE49-F238E27FC236}">
                <a16:creationId xmlns:a16="http://schemas.microsoft.com/office/drawing/2014/main" id="{5AC57F53-02C2-3C73-9D4A-A80F37455CD5}"/>
              </a:ext>
            </a:extLst>
          </p:cNvPr>
          <p:cNvCxnSpPr>
            <a:cxnSpLocks/>
          </p:cNvCxnSpPr>
          <p:nvPr/>
        </p:nvCxnSpPr>
        <p:spPr>
          <a:xfrm>
            <a:off x="10769473" y="1576876"/>
            <a:ext cx="332033"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14" name="Explosion: 8 Points 396">
            <a:extLst>
              <a:ext uri="{FF2B5EF4-FFF2-40B4-BE49-F238E27FC236}">
                <a16:creationId xmlns:a16="http://schemas.microsoft.com/office/drawing/2014/main" id="{4D6DDA6E-9EE8-F102-3B08-2C69F24517A5}"/>
              </a:ext>
            </a:extLst>
          </p:cNvPr>
          <p:cNvSpPr/>
          <p:nvPr/>
        </p:nvSpPr>
        <p:spPr>
          <a:xfrm>
            <a:off x="9876292" y="1075878"/>
            <a:ext cx="287837" cy="329174"/>
          </a:xfrm>
          <a:prstGeom prst="irregularSeal1">
            <a:avLst/>
          </a:prstGeom>
          <a:solidFill>
            <a:srgbClr val="FF0000"/>
          </a:solidFill>
          <a:ln w="63500" cap="flat" cmpd="dbl" algn="ctr">
            <a:solidFill>
              <a:srgbClr val="FFFFFF"/>
            </a:solid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315" name="Oval 314">
            <a:extLst>
              <a:ext uri="{FF2B5EF4-FFF2-40B4-BE49-F238E27FC236}">
                <a16:creationId xmlns:a16="http://schemas.microsoft.com/office/drawing/2014/main" id="{55578B56-33EE-E566-F714-2D30D249ADA0}"/>
              </a:ext>
            </a:extLst>
          </p:cNvPr>
          <p:cNvSpPr>
            <a:spLocks noChangeAspect="1"/>
          </p:cNvSpPr>
          <p:nvPr/>
        </p:nvSpPr>
        <p:spPr>
          <a:xfrm>
            <a:off x="10473858" y="2224868"/>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4</a:t>
            </a:r>
          </a:p>
        </p:txBody>
      </p:sp>
      <p:sp>
        <p:nvSpPr>
          <p:cNvPr id="316" name="Oval 315">
            <a:extLst>
              <a:ext uri="{FF2B5EF4-FFF2-40B4-BE49-F238E27FC236}">
                <a16:creationId xmlns:a16="http://schemas.microsoft.com/office/drawing/2014/main" id="{15C88CD9-05D4-A5E4-BB5B-B4F7D1557BB2}"/>
              </a:ext>
            </a:extLst>
          </p:cNvPr>
          <p:cNvSpPr>
            <a:spLocks noChangeAspect="1"/>
          </p:cNvSpPr>
          <p:nvPr/>
        </p:nvSpPr>
        <p:spPr>
          <a:xfrm>
            <a:off x="10674331" y="2233120"/>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5</a:t>
            </a:r>
          </a:p>
        </p:txBody>
      </p:sp>
      <p:sp>
        <p:nvSpPr>
          <p:cNvPr id="317" name="Oval 316">
            <a:extLst>
              <a:ext uri="{FF2B5EF4-FFF2-40B4-BE49-F238E27FC236}">
                <a16:creationId xmlns:a16="http://schemas.microsoft.com/office/drawing/2014/main" id="{820FFDE4-1885-B7FE-5E51-138B56B968F2}"/>
              </a:ext>
            </a:extLst>
          </p:cNvPr>
          <p:cNvSpPr>
            <a:spLocks noChangeAspect="1"/>
          </p:cNvSpPr>
          <p:nvPr/>
        </p:nvSpPr>
        <p:spPr>
          <a:xfrm>
            <a:off x="10659685" y="2762622"/>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6</a:t>
            </a:r>
          </a:p>
        </p:txBody>
      </p:sp>
      <p:cxnSp>
        <p:nvCxnSpPr>
          <p:cNvPr id="318" name="Straight Arrow Connector 317">
            <a:extLst>
              <a:ext uri="{FF2B5EF4-FFF2-40B4-BE49-F238E27FC236}">
                <a16:creationId xmlns:a16="http://schemas.microsoft.com/office/drawing/2014/main" id="{1DFD4F98-19DD-BACF-31C3-1F6E570F0EA2}"/>
              </a:ext>
            </a:extLst>
          </p:cNvPr>
          <p:cNvCxnSpPr>
            <a:cxnSpLocks/>
          </p:cNvCxnSpPr>
          <p:nvPr/>
        </p:nvCxnSpPr>
        <p:spPr>
          <a:xfrm>
            <a:off x="10809988" y="2844685"/>
            <a:ext cx="332033"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19" name="Cloud">
            <a:extLst>
              <a:ext uri="{FF2B5EF4-FFF2-40B4-BE49-F238E27FC236}">
                <a16:creationId xmlns:a16="http://schemas.microsoft.com/office/drawing/2014/main" id="{90161AD5-4375-A2EB-FDA8-CEC7C1D52F15}"/>
              </a:ext>
            </a:extLst>
          </p:cNvPr>
          <p:cNvSpPr>
            <a:spLocks noChangeAspect="1" noEditPoints="1" noChangeArrowheads="1"/>
          </p:cNvSpPr>
          <p:nvPr/>
        </p:nvSpPr>
        <p:spPr bwMode="auto">
          <a:xfrm>
            <a:off x="10540497" y="3858078"/>
            <a:ext cx="2524143" cy="2500789"/>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12700">
            <a:solidFill>
              <a:schemeClr val="bg1">
                <a:lumMod val="50000"/>
              </a:schemeClr>
            </a:solidFill>
            <a:miter lim="800000"/>
            <a:headEnd/>
            <a:tailEnd/>
          </a:ln>
          <a:effectLst>
            <a:glow rad="101600">
              <a:schemeClr val="accent1">
                <a:satMod val="175000"/>
                <a:alpha val="40000"/>
              </a:schemeClr>
            </a:glow>
          </a:effectLst>
        </p:spPr>
        <p:txBody>
          <a:bodyPr vert="horz" wrap="square" lIns="0" tIns="45708" rIns="0" bIns="45708"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000000"/>
              </a:solidFill>
              <a:effectLst/>
              <a:uLnTx/>
              <a:uFillTx/>
              <a:latin typeface="Aptos"/>
              <a:ea typeface="ＭＳ Ｐゴシック" pitchFamily="34" charset="-128"/>
              <a:cs typeface="Arial"/>
            </a:endParaRPr>
          </a:p>
        </p:txBody>
      </p:sp>
      <p:pic>
        <p:nvPicPr>
          <p:cNvPr id="320" name="Picture 319">
            <a:extLst>
              <a:ext uri="{FF2B5EF4-FFF2-40B4-BE49-F238E27FC236}">
                <a16:creationId xmlns:a16="http://schemas.microsoft.com/office/drawing/2014/main" id="{AB679148-41EF-FC24-FAA1-363CD7DACB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66678" y="4115926"/>
            <a:ext cx="499369" cy="499369"/>
          </a:xfrm>
          <a:prstGeom prst="rect">
            <a:avLst/>
          </a:prstGeom>
        </p:spPr>
      </p:pic>
      <p:sp>
        <p:nvSpPr>
          <p:cNvPr id="321" name="AutoShape 38">
            <a:extLst>
              <a:ext uri="{FF2B5EF4-FFF2-40B4-BE49-F238E27FC236}">
                <a16:creationId xmlns:a16="http://schemas.microsoft.com/office/drawing/2014/main" id="{32C3B097-F9E9-2C4C-36F5-EA8A562C73ED}"/>
              </a:ext>
            </a:extLst>
          </p:cNvPr>
          <p:cNvSpPr>
            <a:spLocks noChangeArrowheads="1"/>
          </p:cNvSpPr>
          <p:nvPr/>
        </p:nvSpPr>
        <p:spPr bwMode="auto">
          <a:xfrm rot="5400000">
            <a:off x="11057549" y="4222096"/>
            <a:ext cx="387818" cy="264777"/>
          </a:xfrm>
          <a:prstGeom prst="can">
            <a:avLst>
              <a:gd name="adj" fmla="val 31653"/>
            </a:avLst>
          </a:prstGeom>
          <a:ln>
            <a:solidFill>
              <a:schemeClr val="tx1"/>
            </a:solidFill>
            <a:headEnd/>
            <a:tailEnd/>
          </a:ln>
        </p:spPr>
        <p:style>
          <a:lnRef idx="1">
            <a:schemeClr val="accent5"/>
          </a:lnRef>
          <a:fillRef idx="2">
            <a:schemeClr val="accent5"/>
          </a:fillRef>
          <a:effectRef idx="1">
            <a:schemeClr val="accent5"/>
          </a:effectRef>
          <a:fontRef idx="minor">
            <a:schemeClr val="dk1"/>
          </a:fontRef>
        </p:style>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pic>
        <p:nvPicPr>
          <p:cNvPr id="322" name="Picture 321">
            <a:extLst>
              <a:ext uri="{FF2B5EF4-FFF2-40B4-BE49-F238E27FC236}">
                <a16:creationId xmlns:a16="http://schemas.microsoft.com/office/drawing/2014/main" id="{B5F0000D-8E45-96E0-EBB1-403A3B5F05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66678" y="5403069"/>
            <a:ext cx="499369" cy="499369"/>
          </a:xfrm>
          <a:prstGeom prst="rect">
            <a:avLst/>
          </a:prstGeom>
        </p:spPr>
      </p:pic>
      <p:sp>
        <p:nvSpPr>
          <p:cNvPr id="323" name="Text Box 83">
            <a:extLst>
              <a:ext uri="{FF2B5EF4-FFF2-40B4-BE49-F238E27FC236}">
                <a16:creationId xmlns:a16="http://schemas.microsoft.com/office/drawing/2014/main" id="{FD7A6904-DEC0-6256-3391-3D3A13D6A4E9}"/>
              </a:ext>
            </a:extLst>
          </p:cNvPr>
          <p:cNvSpPr txBox="1">
            <a:spLocks noChangeArrowheads="1"/>
          </p:cNvSpPr>
          <p:nvPr/>
        </p:nvSpPr>
        <p:spPr bwMode="auto">
          <a:xfrm>
            <a:off x="10694364" y="3749870"/>
            <a:ext cx="6367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rPr>
              <a:t>Router A</a:t>
            </a:r>
          </a:p>
        </p:txBody>
      </p:sp>
      <p:sp>
        <p:nvSpPr>
          <p:cNvPr id="324" name="Text Box 83">
            <a:extLst>
              <a:ext uri="{FF2B5EF4-FFF2-40B4-BE49-F238E27FC236}">
                <a16:creationId xmlns:a16="http://schemas.microsoft.com/office/drawing/2014/main" id="{4C507207-48FE-81D2-90AB-8D39E22E3F00}"/>
              </a:ext>
            </a:extLst>
          </p:cNvPr>
          <p:cNvSpPr txBox="1">
            <a:spLocks noChangeArrowheads="1"/>
          </p:cNvSpPr>
          <p:nvPr/>
        </p:nvSpPr>
        <p:spPr bwMode="auto">
          <a:xfrm>
            <a:off x="10732329" y="5123601"/>
            <a:ext cx="6367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rPr>
              <a:t>Router B</a:t>
            </a:r>
          </a:p>
        </p:txBody>
      </p:sp>
      <p:sp>
        <p:nvSpPr>
          <p:cNvPr id="325" name="AutoShape 38">
            <a:extLst>
              <a:ext uri="{FF2B5EF4-FFF2-40B4-BE49-F238E27FC236}">
                <a16:creationId xmlns:a16="http://schemas.microsoft.com/office/drawing/2014/main" id="{E1C94713-9096-5729-E8EA-167A06E63D01}"/>
              </a:ext>
            </a:extLst>
          </p:cNvPr>
          <p:cNvSpPr>
            <a:spLocks noChangeArrowheads="1"/>
          </p:cNvSpPr>
          <p:nvPr/>
        </p:nvSpPr>
        <p:spPr bwMode="auto">
          <a:xfrm rot="16200000" flipH="1">
            <a:off x="10528680" y="4255454"/>
            <a:ext cx="285012" cy="220314"/>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sp>
        <p:nvSpPr>
          <p:cNvPr id="326" name="AutoShape 38">
            <a:extLst>
              <a:ext uri="{FF2B5EF4-FFF2-40B4-BE49-F238E27FC236}">
                <a16:creationId xmlns:a16="http://schemas.microsoft.com/office/drawing/2014/main" id="{8F5A0C27-87F3-6150-A5EB-E171C121467D}"/>
              </a:ext>
            </a:extLst>
          </p:cNvPr>
          <p:cNvSpPr>
            <a:spLocks noChangeArrowheads="1"/>
          </p:cNvSpPr>
          <p:nvPr/>
        </p:nvSpPr>
        <p:spPr bwMode="auto">
          <a:xfrm rot="16200000" flipH="1">
            <a:off x="10536795" y="5542597"/>
            <a:ext cx="285012" cy="220313"/>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cxnSp>
        <p:nvCxnSpPr>
          <p:cNvPr id="327" name="Straight Connector 326">
            <a:extLst>
              <a:ext uri="{FF2B5EF4-FFF2-40B4-BE49-F238E27FC236}">
                <a16:creationId xmlns:a16="http://schemas.microsoft.com/office/drawing/2014/main" id="{37B4375D-87D4-7EF0-627B-A4017CDD0EF0}"/>
              </a:ext>
            </a:extLst>
          </p:cNvPr>
          <p:cNvCxnSpPr>
            <a:cxnSpLocks/>
            <a:endCxn id="325" idx="3"/>
          </p:cNvCxnSpPr>
          <p:nvPr/>
        </p:nvCxnSpPr>
        <p:spPr>
          <a:xfrm flipH="1" flipV="1">
            <a:off x="10781343" y="4365612"/>
            <a:ext cx="2242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15F5A909-7957-54E1-1226-37AAE0F717F3}"/>
              </a:ext>
            </a:extLst>
          </p:cNvPr>
          <p:cNvCxnSpPr>
            <a:cxnSpLocks/>
            <a:endCxn id="326" idx="3"/>
          </p:cNvCxnSpPr>
          <p:nvPr/>
        </p:nvCxnSpPr>
        <p:spPr>
          <a:xfrm flipH="1" flipV="1">
            <a:off x="10789457" y="5652754"/>
            <a:ext cx="21851"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9" name="Text Box 83">
            <a:extLst>
              <a:ext uri="{FF2B5EF4-FFF2-40B4-BE49-F238E27FC236}">
                <a16:creationId xmlns:a16="http://schemas.microsoft.com/office/drawing/2014/main" id="{9C92A6E7-8097-0ABA-04AC-33649DE80534}"/>
              </a:ext>
            </a:extLst>
          </p:cNvPr>
          <p:cNvSpPr txBox="1">
            <a:spLocks noChangeArrowheads="1"/>
          </p:cNvSpPr>
          <p:nvPr/>
        </p:nvSpPr>
        <p:spPr bwMode="auto">
          <a:xfrm>
            <a:off x="9911049" y="4372171"/>
            <a:ext cx="695611" cy="26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sym typeface="Symbol" panose="05050102010706020507" pitchFamily="18" charset="2"/>
              </a:rPr>
              <a:t>OLT Interface Active</a:t>
            </a:r>
            <a:endPar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endParaRPr>
          </a:p>
        </p:txBody>
      </p:sp>
      <p:sp>
        <p:nvSpPr>
          <p:cNvPr id="330" name="Arc 329">
            <a:extLst>
              <a:ext uri="{FF2B5EF4-FFF2-40B4-BE49-F238E27FC236}">
                <a16:creationId xmlns:a16="http://schemas.microsoft.com/office/drawing/2014/main" id="{3FEFCE4A-7F00-6F29-19D4-34B376BE6C28}"/>
              </a:ext>
            </a:extLst>
          </p:cNvPr>
          <p:cNvSpPr/>
          <p:nvPr/>
        </p:nvSpPr>
        <p:spPr>
          <a:xfrm>
            <a:off x="10507671" y="4433579"/>
            <a:ext cx="1548939" cy="1168378"/>
          </a:xfrm>
          <a:prstGeom prst="arc">
            <a:avLst>
              <a:gd name="adj1" fmla="val 16050478"/>
              <a:gd name="adj2" fmla="val 5583987"/>
            </a:avLst>
          </a:prstGeom>
          <a:ln w="127000">
            <a:solidFill>
              <a:srgbClr val="00B0F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331" name="Rectangle: Rounded Corners 330">
            <a:extLst>
              <a:ext uri="{FF2B5EF4-FFF2-40B4-BE49-F238E27FC236}">
                <a16:creationId xmlns:a16="http://schemas.microsoft.com/office/drawing/2014/main" id="{F8CBE671-3775-0F3F-3A0C-5940E791AA0C}"/>
              </a:ext>
            </a:extLst>
          </p:cNvPr>
          <p:cNvSpPr/>
          <p:nvPr/>
        </p:nvSpPr>
        <p:spPr>
          <a:xfrm>
            <a:off x="11043168" y="4365611"/>
            <a:ext cx="240764" cy="148138"/>
          </a:xfrm>
          <a:prstGeom prst="roundRect">
            <a:avLst/>
          </a:prstGeom>
          <a:solidFill>
            <a:srgbClr val="00B0F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sp>
        <p:nvSpPr>
          <p:cNvPr id="332" name="Rectangle: Rounded Corners 331">
            <a:extLst>
              <a:ext uri="{FF2B5EF4-FFF2-40B4-BE49-F238E27FC236}">
                <a16:creationId xmlns:a16="http://schemas.microsoft.com/office/drawing/2014/main" id="{7C4A1F85-F311-5A77-7A3C-640CBA357ECB}"/>
              </a:ext>
            </a:extLst>
          </p:cNvPr>
          <p:cNvSpPr/>
          <p:nvPr/>
        </p:nvSpPr>
        <p:spPr>
          <a:xfrm>
            <a:off x="11088424" y="5497984"/>
            <a:ext cx="240764" cy="148138"/>
          </a:xfrm>
          <a:prstGeom prst="roundRect">
            <a:avLst/>
          </a:prstGeom>
          <a:solidFill>
            <a:srgbClr val="00B0F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sp>
        <p:nvSpPr>
          <p:cNvPr id="333" name="TextBox 332">
            <a:extLst>
              <a:ext uri="{FF2B5EF4-FFF2-40B4-BE49-F238E27FC236}">
                <a16:creationId xmlns:a16="http://schemas.microsoft.com/office/drawing/2014/main" id="{176102A4-5269-FFBA-62A9-25382BCB2900}"/>
              </a:ext>
            </a:extLst>
          </p:cNvPr>
          <p:cNvSpPr txBox="1"/>
          <p:nvPr/>
        </p:nvSpPr>
        <p:spPr>
          <a:xfrm>
            <a:off x="11169312" y="4900162"/>
            <a:ext cx="815594" cy="190846"/>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a:ea typeface="ＭＳ Ｐゴシック" pitchFamily="34" charset="-128"/>
                <a:cs typeface="Arial"/>
              </a:rPr>
              <a:t>Network</a:t>
            </a:r>
          </a:p>
        </p:txBody>
      </p:sp>
      <p:sp>
        <p:nvSpPr>
          <p:cNvPr id="334" name="Rectangle: Rounded Corners 333">
            <a:extLst>
              <a:ext uri="{FF2B5EF4-FFF2-40B4-BE49-F238E27FC236}">
                <a16:creationId xmlns:a16="http://schemas.microsoft.com/office/drawing/2014/main" id="{46106533-9468-BB56-49BA-F6731D90CDA0}"/>
              </a:ext>
            </a:extLst>
          </p:cNvPr>
          <p:cNvSpPr/>
          <p:nvPr/>
        </p:nvSpPr>
        <p:spPr>
          <a:xfrm>
            <a:off x="11043168" y="4197942"/>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sp>
        <p:nvSpPr>
          <p:cNvPr id="335" name="Rectangle: Rounded Corners 334">
            <a:extLst>
              <a:ext uri="{FF2B5EF4-FFF2-40B4-BE49-F238E27FC236}">
                <a16:creationId xmlns:a16="http://schemas.microsoft.com/office/drawing/2014/main" id="{15EEC3AD-993F-C722-3439-E761D85E55C3}"/>
              </a:ext>
            </a:extLst>
          </p:cNvPr>
          <p:cNvSpPr/>
          <p:nvPr/>
        </p:nvSpPr>
        <p:spPr>
          <a:xfrm>
            <a:off x="11088424" y="5663365"/>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sp>
        <p:nvSpPr>
          <p:cNvPr id="336" name="Freeform: Shape 335">
            <a:extLst>
              <a:ext uri="{FF2B5EF4-FFF2-40B4-BE49-F238E27FC236}">
                <a16:creationId xmlns:a16="http://schemas.microsoft.com/office/drawing/2014/main" id="{88B543DA-734E-C212-D417-2B3B391597D2}"/>
              </a:ext>
            </a:extLst>
          </p:cNvPr>
          <p:cNvSpPr/>
          <p:nvPr/>
        </p:nvSpPr>
        <p:spPr>
          <a:xfrm flipV="1">
            <a:off x="10928697" y="4247378"/>
            <a:ext cx="1432463" cy="157446"/>
          </a:xfrm>
          <a:custGeom>
            <a:avLst/>
            <a:gdLst>
              <a:gd name="csX0" fmla="*/ 2773495 w 2776086"/>
              <a:gd name="csY0" fmla="*/ 0 h 1187887"/>
              <a:gd name="csX1" fmla="*/ 2514295 w 2776086"/>
              <a:gd name="csY1" fmla="*/ 388800 h 1187887"/>
              <a:gd name="csX2" fmla="*/ 1124695 w 2776086"/>
              <a:gd name="csY2" fmla="*/ 1022400 h 1187887"/>
              <a:gd name="csX3" fmla="*/ 339895 w 2776086"/>
              <a:gd name="csY3" fmla="*/ 1180800 h 1187887"/>
              <a:gd name="csX4" fmla="*/ 1495 w 2776086"/>
              <a:gd name="csY4" fmla="*/ 1137600 h 1187887"/>
              <a:gd name="csX5" fmla="*/ 217495 w 2776086"/>
              <a:gd name="csY5" fmla="*/ 936000 h 1187887"/>
              <a:gd name="csX0" fmla="*/ 2823895 w 2824855"/>
              <a:gd name="csY0" fmla="*/ 0 h 1051087"/>
              <a:gd name="csX1" fmla="*/ 2514295 w 2824855"/>
              <a:gd name="csY1" fmla="*/ 252000 h 1051087"/>
              <a:gd name="csX2" fmla="*/ 1124695 w 2824855"/>
              <a:gd name="csY2" fmla="*/ 885600 h 1051087"/>
              <a:gd name="csX3" fmla="*/ 339895 w 2824855"/>
              <a:gd name="csY3" fmla="*/ 1044000 h 1051087"/>
              <a:gd name="csX4" fmla="*/ 1495 w 2824855"/>
              <a:gd name="csY4" fmla="*/ 1000800 h 1051087"/>
              <a:gd name="csX5" fmla="*/ 217495 w 2824855"/>
              <a:gd name="csY5" fmla="*/ 799200 h 1051087"/>
              <a:gd name="csX0" fmla="*/ 2823895 w 2824083"/>
              <a:gd name="csY0" fmla="*/ 0 h 1051087"/>
              <a:gd name="csX1" fmla="*/ 2312695 w 2824083"/>
              <a:gd name="csY1" fmla="*/ 424800 h 1051087"/>
              <a:gd name="csX2" fmla="*/ 1124695 w 2824083"/>
              <a:gd name="csY2" fmla="*/ 885600 h 1051087"/>
              <a:gd name="csX3" fmla="*/ 339895 w 2824083"/>
              <a:gd name="csY3" fmla="*/ 1044000 h 1051087"/>
              <a:gd name="csX4" fmla="*/ 1495 w 2824083"/>
              <a:gd name="csY4" fmla="*/ 1000800 h 1051087"/>
              <a:gd name="csX5" fmla="*/ 217495 w 2824083"/>
              <a:gd name="csY5" fmla="*/ 799200 h 1051087"/>
              <a:gd name="csX0" fmla="*/ 2759095 w 2759336"/>
              <a:gd name="csY0" fmla="*/ 0 h 950287"/>
              <a:gd name="csX1" fmla="*/ 2312695 w 2759336"/>
              <a:gd name="csY1" fmla="*/ 324000 h 950287"/>
              <a:gd name="csX2" fmla="*/ 1124695 w 2759336"/>
              <a:gd name="csY2" fmla="*/ 784800 h 950287"/>
              <a:gd name="csX3" fmla="*/ 339895 w 2759336"/>
              <a:gd name="csY3" fmla="*/ 943200 h 950287"/>
              <a:gd name="csX4" fmla="*/ 1495 w 2759336"/>
              <a:gd name="csY4" fmla="*/ 900000 h 950287"/>
              <a:gd name="csX5" fmla="*/ 217495 w 2759336"/>
              <a:gd name="csY5" fmla="*/ 698400 h 950287"/>
              <a:gd name="csX0" fmla="*/ 2759095 w 2759095"/>
              <a:gd name="csY0" fmla="*/ 0 h 950287"/>
              <a:gd name="csX1" fmla="*/ 2312695 w 2759095"/>
              <a:gd name="csY1" fmla="*/ 324000 h 950287"/>
              <a:gd name="csX2" fmla="*/ 1124695 w 2759095"/>
              <a:gd name="csY2" fmla="*/ 784800 h 950287"/>
              <a:gd name="csX3" fmla="*/ 339895 w 2759095"/>
              <a:gd name="csY3" fmla="*/ 943200 h 950287"/>
              <a:gd name="csX4" fmla="*/ 1495 w 2759095"/>
              <a:gd name="csY4" fmla="*/ 900000 h 950287"/>
              <a:gd name="csX5" fmla="*/ 217495 w 2759095"/>
              <a:gd name="csY5" fmla="*/ 698400 h 950287"/>
              <a:gd name="csX0" fmla="*/ 2759095 w 2759095"/>
              <a:gd name="csY0" fmla="*/ 0 h 950287"/>
              <a:gd name="csX1" fmla="*/ 2059776 w 2759095"/>
              <a:gd name="csY1" fmla="*/ 265634 h 950287"/>
              <a:gd name="csX2" fmla="*/ 1124695 w 2759095"/>
              <a:gd name="csY2" fmla="*/ 784800 h 950287"/>
              <a:gd name="csX3" fmla="*/ 339895 w 2759095"/>
              <a:gd name="csY3" fmla="*/ 943200 h 950287"/>
              <a:gd name="csX4" fmla="*/ 1495 w 2759095"/>
              <a:gd name="csY4" fmla="*/ 900000 h 950287"/>
              <a:gd name="csX5" fmla="*/ 217495 w 2759095"/>
              <a:gd name="csY5" fmla="*/ 698400 h 950287"/>
              <a:gd name="csX0" fmla="*/ 2515903 w 2515903"/>
              <a:gd name="csY0" fmla="*/ 0 h 1621496"/>
              <a:gd name="csX1" fmla="*/ 2059776 w 2515903"/>
              <a:gd name="csY1" fmla="*/ 936843 h 1621496"/>
              <a:gd name="csX2" fmla="*/ 1124695 w 2515903"/>
              <a:gd name="csY2" fmla="*/ 1456009 h 1621496"/>
              <a:gd name="csX3" fmla="*/ 339895 w 2515903"/>
              <a:gd name="csY3" fmla="*/ 1614409 h 1621496"/>
              <a:gd name="csX4" fmla="*/ 1495 w 2515903"/>
              <a:gd name="csY4" fmla="*/ 1571209 h 1621496"/>
              <a:gd name="csX5" fmla="*/ 217495 w 2515903"/>
              <a:gd name="csY5" fmla="*/ 1369609 h 1621496"/>
              <a:gd name="csX0" fmla="*/ 2515903 w 2515903"/>
              <a:gd name="csY0" fmla="*/ 0 h 1621496"/>
              <a:gd name="csX1" fmla="*/ 2059776 w 2515903"/>
              <a:gd name="csY1" fmla="*/ 936843 h 1621496"/>
              <a:gd name="csX2" fmla="*/ 1124695 w 2515903"/>
              <a:gd name="csY2" fmla="*/ 1456009 h 1621496"/>
              <a:gd name="csX3" fmla="*/ 339895 w 2515903"/>
              <a:gd name="csY3" fmla="*/ 1614409 h 1621496"/>
              <a:gd name="csX4" fmla="*/ 1495 w 2515903"/>
              <a:gd name="csY4" fmla="*/ 1571209 h 1621496"/>
              <a:gd name="csX5" fmla="*/ 217495 w 2515903"/>
              <a:gd name="csY5" fmla="*/ 1369609 h 1621496"/>
              <a:gd name="csX0" fmla="*/ 2515463 w 2515463"/>
              <a:gd name="csY0" fmla="*/ 0 h 1621496"/>
              <a:gd name="csX1" fmla="*/ 2059336 w 2515463"/>
              <a:gd name="csY1" fmla="*/ 936843 h 1621496"/>
              <a:gd name="csX2" fmla="*/ 1124255 w 2515463"/>
              <a:gd name="csY2" fmla="*/ 1456009 h 1621496"/>
              <a:gd name="csX3" fmla="*/ 339455 w 2515463"/>
              <a:gd name="csY3" fmla="*/ 1614409 h 1621496"/>
              <a:gd name="csX4" fmla="*/ 1055 w 2515463"/>
              <a:gd name="csY4" fmla="*/ 1571209 h 1621496"/>
              <a:gd name="csX5" fmla="*/ 304604 w 2515463"/>
              <a:gd name="csY5" fmla="*/ 1389065 h 1621496"/>
              <a:gd name="csX0" fmla="*/ 2438016 w 2438016"/>
              <a:gd name="csY0" fmla="*/ 0 h 1619571"/>
              <a:gd name="csX1" fmla="*/ 1981889 w 2438016"/>
              <a:gd name="csY1" fmla="*/ 936843 h 1619571"/>
              <a:gd name="csX2" fmla="*/ 1046808 w 2438016"/>
              <a:gd name="csY2" fmla="*/ 1456009 h 1619571"/>
              <a:gd name="csX3" fmla="*/ 262008 w 2438016"/>
              <a:gd name="csY3" fmla="*/ 1614409 h 1619571"/>
              <a:gd name="csX4" fmla="*/ 1429 w 2438016"/>
              <a:gd name="csY4" fmla="*/ 1561481 h 1619571"/>
              <a:gd name="csX5" fmla="*/ 227157 w 2438016"/>
              <a:gd name="csY5" fmla="*/ 1389065 h 1619571"/>
              <a:gd name="csX0" fmla="*/ 2185096 w 2185096"/>
              <a:gd name="csY0" fmla="*/ 0 h 1736303"/>
              <a:gd name="csX1" fmla="*/ 1981889 w 2185096"/>
              <a:gd name="csY1" fmla="*/ 1053575 h 1736303"/>
              <a:gd name="csX2" fmla="*/ 1046808 w 2185096"/>
              <a:gd name="csY2" fmla="*/ 1572741 h 1736303"/>
              <a:gd name="csX3" fmla="*/ 262008 w 2185096"/>
              <a:gd name="csY3" fmla="*/ 1731141 h 1736303"/>
              <a:gd name="csX4" fmla="*/ 1429 w 2185096"/>
              <a:gd name="csY4" fmla="*/ 1678213 h 1736303"/>
              <a:gd name="csX5" fmla="*/ 227157 w 2185096"/>
              <a:gd name="csY5" fmla="*/ 1505797 h 1736303"/>
              <a:gd name="csX0" fmla="*/ 2185096 w 2185096"/>
              <a:gd name="csY0" fmla="*/ 0 h 1736303"/>
              <a:gd name="csX1" fmla="*/ 1826246 w 2185096"/>
              <a:gd name="csY1" fmla="*/ 897932 h 1736303"/>
              <a:gd name="csX2" fmla="*/ 1046808 w 2185096"/>
              <a:gd name="csY2" fmla="*/ 1572741 h 1736303"/>
              <a:gd name="csX3" fmla="*/ 262008 w 2185096"/>
              <a:gd name="csY3" fmla="*/ 1731141 h 1736303"/>
              <a:gd name="csX4" fmla="*/ 1429 w 2185096"/>
              <a:gd name="csY4" fmla="*/ 1678213 h 1736303"/>
              <a:gd name="csX5" fmla="*/ 227157 w 2185096"/>
              <a:gd name="csY5" fmla="*/ 1505797 h 1736303"/>
              <a:gd name="csX0" fmla="*/ 2186041 w 2186041"/>
              <a:gd name="csY0" fmla="*/ 0 h 1736303"/>
              <a:gd name="csX1" fmla="*/ 1827191 w 2186041"/>
              <a:gd name="csY1" fmla="*/ 897932 h 1736303"/>
              <a:gd name="csX2" fmla="*/ 1047753 w 2186041"/>
              <a:gd name="csY2" fmla="*/ 1572741 h 1736303"/>
              <a:gd name="csX3" fmla="*/ 262953 w 2186041"/>
              <a:gd name="csY3" fmla="*/ 1731141 h 1736303"/>
              <a:gd name="csX4" fmla="*/ 2374 w 2186041"/>
              <a:gd name="csY4" fmla="*/ 1678213 h 1736303"/>
              <a:gd name="csX5" fmla="*/ 140553 w 2186041"/>
              <a:gd name="csY5" fmla="*/ 1515524 h 1736303"/>
              <a:gd name="csX0" fmla="*/ 1872417 w 1884537"/>
              <a:gd name="csY0" fmla="*/ 662216 h 838375"/>
              <a:gd name="csX1" fmla="*/ 1827191 w 1884537"/>
              <a:gd name="csY1" fmla="*/ 4 h 838375"/>
              <a:gd name="csX2" fmla="*/ 1047753 w 1884537"/>
              <a:gd name="csY2" fmla="*/ 674813 h 838375"/>
              <a:gd name="csX3" fmla="*/ 262953 w 1884537"/>
              <a:gd name="csY3" fmla="*/ 833213 h 838375"/>
              <a:gd name="csX4" fmla="*/ 2374 w 1884537"/>
              <a:gd name="csY4" fmla="*/ 780285 h 838375"/>
              <a:gd name="csX5" fmla="*/ 140553 w 1884537"/>
              <a:gd name="csY5" fmla="*/ 617596 h 838375"/>
              <a:gd name="csX0" fmla="*/ 1872417 w 1872417"/>
              <a:gd name="csY0" fmla="*/ 44620 h 228685"/>
              <a:gd name="csX1" fmla="*/ 1375573 w 1872417"/>
              <a:gd name="csY1" fmla="*/ 222486 h 228685"/>
              <a:gd name="csX2" fmla="*/ 1047753 w 1872417"/>
              <a:gd name="csY2" fmla="*/ 57217 h 228685"/>
              <a:gd name="csX3" fmla="*/ 262953 w 1872417"/>
              <a:gd name="csY3" fmla="*/ 215617 h 228685"/>
              <a:gd name="csX4" fmla="*/ 2374 w 1872417"/>
              <a:gd name="csY4" fmla="*/ 162689 h 228685"/>
              <a:gd name="csX5" fmla="*/ 140553 w 1872417"/>
              <a:gd name="csY5" fmla="*/ 0 h 228685"/>
              <a:gd name="csX0" fmla="*/ 1872417 w 1872417"/>
              <a:gd name="csY0" fmla="*/ 44620 h 220780"/>
              <a:gd name="csX1" fmla="*/ 1047753 w 1872417"/>
              <a:gd name="csY1" fmla="*/ 57217 h 220780"/>
              <a:gd name="csX2" fmla="*/ 262953 w 1872417"/>
              <a:gd name="csY2" fmla="*/ 215617 h 220780"/>
              <a:gd name="csX3" fmla="*/ 2374 w 1872417"/>
              <a:gd name="csY3" fmla="*/ 162689 h 220780"/>
              <a:gd name="csX4" fmla="*/ 140553 w 1872417"/>
              <a:gd name="csY4" fmla="*/ 0 h 220780"/>
              <a:gd name="csX0" fmla="*/ 1872417 w 1872417"/>
              <a:gd name="csY0" fmla="*/ 44620 h 215915"/>
              <a:gd name="csX1" fmla="*/ 1022662 w 1872417"/>
              <a:gd name="csY1" fmla="*/ 177229 h 215915"/>
              <a:gd name="csX2" fmla="*/ 262953 w 1872417"/>
              <a:gd name="csY2" fmla="*/ 215617 h 215915"/>
              <a:gd name="csX3" fmla="*/ 2374 w 1872417"/>
              <a:gd name="csY3" fmla="*/ 162689 h 215915"/>
              <a:gd name="csX4" fmla="*/ 140553 w 1872417"/>
              <a:gd name="csY4" fmla="*/ 0 h 215915"/>
              <a:gd name="csX0" fmla="*/ 1847326 w 1847326"/>
              <a:gd name="csY0" fmla="*/ 84623 h 215826"/>
              <a:gd name="csX1" fmla="*/ 1022662 w 1847326"/>
              <a:gd name="csY1" fmla="*/ 177229 h 215826"/>
              <a:gd name="csX2" fmla="*/ 262953 w 1847326"/>
              <a:gd name="csY2" fmla="*/ 215617 h 215826"/>
              <a:gd name="csX3" fmla="*/ 2374 w 1847326"/>
              <a:gd name="csY3" fmla="*/ 162689 h 215826"/>
              <a:gd name="csX4" fmla="*/ 140553 w 1847326"/>
              <a:gd name="csY4" fmla="*/ 0 h 215826"/>
            </a:gdLst>
            <a:ahLst/>
            <a:cxnLst>
              <a:cxn ang="0">
                <a:pos x="csX0" y="csY0"/>
              </a:cxn>
              <a:cxn ang="0">
                <a:pos x="csX1" y="csY1"/>
              </a:cxn>
              <a:cxn ang="0">
                <a:pos x="csX2" y="csY2"/>
              </a:cxn>
              <a:cxn ang="0">
                <a:pos x="csX3" y="csY3"/>
              </a:cxn>
              <a:cxn ang="0">
                <a:pos x="csX4" y="csY4"/>
              </a:cxn>
            </a:cxnLst>
            <a:rect l="l" t="t" r="r" b="b"/>
            <a:pathLst>
              <a:path w="1847326" h="215826">
                <a:moveTo>
                  <a:pt x="1847326" y="84623"/>
                </a:moveTo>
                <a:cubicBezTo>
                  <a:pt x="1675521" y="87248"/>
                  <a:pt x="1286724" y="155397"/>
                  <a:pt x="1022662" y="177229"/>
                </a:cubicBezTo>
                <a:cubicBezTo>
                  <a:pt x="758600" y="199061"/>
                  <a:pt x="433001" y="218040"/>
                  <a:pt x="262953" y="215617"/>
                </a:cubicBezTo>
                <a:cubicBezTo>
                  <a:pt x="92905" y="213194"/>
                  <a:pt x="22774" y="203489"/>
                  <a:pt x="2374" y="162689"/>
                </a:cubicBezTo>
                <a:cubicBezTo>
                  <a:pt x="-18026" y="121889"/>
                  <a:pt x="98553" y="63600"/>
                  <a:pt x="140553" y="0"/>
                </a:cubicBezTo>
              </a:path>
            </a:pathLst>
          </a:custGeom>
          <a:noFill/>
          <a:ln w="38100" cap="flat" cmpd="sng" algn="ctr">
            <a:solidFill>
              <a:srgbClr val="00B0F0"/>
            </a:solidFill>
            <a:prstDash val="solid"/>
            <a:miter lim="800000"/>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337" name="Rectangle: Rounded Corners 336">
            <a:extLst>
              <a:ext uri="{FF2B5EF4-FFF2-40B4-BE49-F238E27FC236}">
                <a16:creationId xmlns:a16="http://schemas.microsoft.com/office/drawing/2014/main" id="{EF4A5C5D-8CEA-A342-5D9D-3ED6D221C2D3}"/>
              </a:ext>
            </a:extLst>
          </p:cNvPr>
          <p:cNvSpPr/>
          <p:nvPr/>
        </p:nvSpPr>
        <p:spPr>
          <a:xfrm>
            <a:off x="10645182" y="5577239"/>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pic>
        <p:nvPicPr>
          <p:cNvPr id="338" name="Picture 337">
            <a:extLst>
              <a:ext uri="{FF2B5EF4-FFF2-40B4-BE49-F238E27FC236}">
                <a16:creationId xmlns:a16="http://schemas.microsoft.com/office/drawing/2014/main" id="{3677AA95-3F19-E082-8AAB-9D51868CCA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35098" y="5373940"/>
            <a:ext cx="499369" cy="499369"/>
          </a:xfrm>
          <a:prstGeom prst="rect">
            <a:avLst/>
          </a:prstGeom>
        </p:spPr>
      </p:pic>
      <p:sp>
        <p:nvSpPr>
          <p:cNvPr id="339" name="Rectangle: Rounded Corners 338">
            <a:extLst>
              <a:ext uri="{FF2B5EF4-FFF2-40B4-BE49-F238E27FC236}">
                <a16:creationId xmlns:a16="http://schemas.microsoft.com/office/drawing/2014/main" id="{5F1FC1CC-DDF6-DC81-1C0B-F17F80A61745}"/>
              </a:ext>
            </a:extLst>
          </p:cNvPr>
          <p:cNvSpPr/>
          <p:nvPr/>
        </p:nvSpPr>
        <p:spPr>
          <a:xfrm>
            <a:off x="10645182" y="4269093"/>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cxnSp>
        <p:nvCxnSpPr>
          <p:cNvPr id="340" name="Connector: Elbow 339">
            <a:extLst>
              <a:ext uri="{FF2B5EF4-FFF2-40B4-BE49-F238E27FC236}">
                <a16:creationId xmlns:a16="http://schemas.microsoft.com/office/drawing/2014/main" id="{853BF9CA-CDDF-4FB1-6F22-CCC89F09A530}"/>
              </a:ext>
            </a:extLst>
          </p:cNvPr>
          <p:cNvCxnSpPr>
            <a:stCxn id="325" idx="1"/>
            <a:endCxn id="326" idx="1"/>
          </p:cNvCxnSpPr>
          <p:nvPr/>
        </p:nvCxnSpPr>
        <p:spPr>
          <a:xfrm rot="10800000" flipH="1" flipV="1">
            <a:off x="10561028" y="4365612"/>
            <a:ext cx="8115" cy="1287142"/>
          </a:xfrm>
          <a:prstGeom prst="bentConnector3">
            <a:avLst>
              <a:gd name="adj1" fmla="val -12825619"/>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1" name="Rectangle: Rounded Corners 340">
            <a:extLst>
              <a:ext uri="{FF2B5EF4-FFF2-40B4-BE49-F238E27FC236}">
                <a16:creationId xmlns:a16="http://schemas.microsoft.com/office/drawing/2014/main" id="{0289175B-46F6-191F-A62E-33F092E91008}"/>
              </a:ext>
            </a:extLst>
          </p:cNvPr>
          <p:cNvSpPr/>
          <p:nvPr/>
        </p:nvSpPr>
        <p:spPr>
          <a:xfrm rot="5400000">
            <a:off x="8088082" y="4818184"/>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sp>
        <p:nvSpPr>
          <p:cNvPr id="342" name="Rectangle: Rounded Corners 341">
            <a:extLst>
              <a:ext uri="{FF2B5EF4-FFF2-40B4-BE49-F238E27FC236}">
                <a16:creationId xmlns:a16="http://schemas.microsoft.com/office/drawing/2014/main" id="{78523FD8-1C63-F331-C273-10540112D878}"/>
              </a:ext>
            </a:extLst>
          </p:cNvPr>
          <p:cNvSpPr/>
          <p:nvPr/>
        </p:nvSpPr>
        <p:spPr>
          <a:xfrm rot="5400000">
            <a:off x="8088082" y="5768139"/>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cxnSp>
        <p:nvCxnSpPr>
          <p:cNvPr id="343" name="Straight Arrow Connector 342">
            <a:extLst>
              <a:ext uri="{FF2B5EF4-FFF2-40B4-BE49-F238E27FC236}">
                <a16:creationId xmlns:a16="http://schemas.microsoft.com/office/drawing/2014/main" id="{9FCA8BE8-2DE8-1634-2968-CC8B6579D322}"/>
              </a:ext>
            </a:extLst>
          </p:cNvPr>
          <p:cNvCxnSpPr>
            <a:cxnSpLocks/>
            <a:stCxn id="415" idx="1"/>
            <a:endCxn id="341" idx="0"/>
          </p:cNvCxnSpPr>
          <p:nvPr/>
        </p:nvCxnSpPr>
        <p:spPr>
          <a:xfrm flipH="1" flipV="1">
            <a:off x="8649209" y="5045780"/>
            <a:ext cx="874247" cy="715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4" name="Connector: Elbow 343">
            <a:extLst>
              <a:ext uri="{FF2B5EF4-FFF2-40B4-BE49-F238E27FC236}">
                <a16:creationId xmlns:a16="http://schemas.microsoft.com/office/drawing/2014/main" id="{B3794E5E-2171-AB44-FADB-8E7C35574850}"/>
              </a:ext>
            </a:extLst>
          </p:cNvPr>
          <p:cNvCxnSpPr>
            <a:cxnSpLocks/>
            <a:stCxn id="370" idx="0"/>
            <a:endCxn id="415" idx="1"/>
          </p:cNvCxnSpPr>
          <p:nvPr/>
        </p:nvCxnSpPr>
        <p:spPr>
          <a:xfrm>
            <a:off x="8649209" y="4192470"/>
            <a:ext cx="874247" cy="860468"/>
          </a:xfrm>
          <a:prstGeom prst="bentConnector3">
            <a:avLst>
              <a:gd name="adj1" fmla="val 50000"/>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5" name="Connector: Elbow 344">
            <a:extLst>
              <a:ext uri="{FF2B5EF4-FFF2-40B4-BE49-F238E27FC236}">
                <a16:creationId xmlns:a16="http://schemas.microsoft.com/office/drawing/2014/main" id="{2858C669-D6F6-FF85-61AC-464BFCE6CCFF}"/>
              </a:ext>
            </a:extLst>
          </p:cNvPr>
          <p:cNvCxnSpPr>
            <a:cxnSpLocks/>
            <a:stCxn id="342" idx="0"/>
            <a:endCxn id="415" idx="1"/>
          </p:cNvCxnSpPr>
          <p:nvPr/>
        </p:nvCxnSpPr>
        <p:spPr>
          <a:xfrm flipV="1">
            <a:off x="8649209" y="5052938"/>
            <a:ext cx="874247" cy="942798"/>
          </a:xfrm>
          <a:prstGeom prst="bentConnector3">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6" name="TextBox 345">
            <a:extLst>
              <a:ext uri="{FF2B5EF4-FFF2-40B4-BE49-F238E27FC236}">
                <a16:creationId xmlns:a16="http://schemas.microsoft.com/office/drawing/2014/main" id="{83C2C56C-140A-A2B3-E22C-414831C78BBF}"/>
              </a:ext>
            </a:extLst>
          </p:cNvPr>
          <p:cNvSpPr txBox="1"/>
          <p:nvPr/>
        </p:nvSpPr>
        <p:spPr>
          <a:xfrm rot="5400000">
            <a:off x="8309838" y="5346032"/>
            <a:ext cx="366769" cy="3692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grpSp>
        <p:nvGrpSpPr>
          <p:cNvPr id="347" name="Group 346">
            <a:extLst>
              <a:ext uri="{FF2B5EF4-FFF2-40B4-BE49-F238E27FC236}">
                <a16:creationId xmlns:a16="http://schemas.microsoft.com/office/drawing/2014/main" id="{760203D9-6901-4E38-22C3-FAC27641B911}"/>
              </a:ext>
            </a:extLst>
          </p:cNvPr>
          <p:cNvGrpSpPr/>
          <p:nvPr/>
        </p:nvGrpSpPr>
        <p:grpSpPr>
          <a:xfrm>
            <a:off x="7514202" y="4690812"/>
            <a:ext cx="674523" cy="275497"/>
            <a:chOff x="8197182" y="5756342"/>
            <a:chExt cx="1157443" cy="609600"/>
          </a:xfrm>
        </p:grpSpPr>
        <p:grpSp>
          <p:nvGrpSpPr>
            <p:cNvPr id="348" name="Group 347">
              <a:extLst>
                <a:ext uri="{FF2B5EF4-FFF2-40B4-BE49-F238E27FC236}">
                  <a16:creationId xmlns:a16="http://schemas.microsoft.com/office/drawing/2014/main" id="{61A96A21-05F1-BB18-185B-2B4CEB425C94}"/>
                </a:ext>
              </a:extLst>
            </p:cNvPr>
            <p:cNvGrpSpPr/>
            <p:nvPr/>
          </p:nvGrpSpPr>
          <p:grpSpPr>
            <a:xfrm>
              <a:off x="8197182" y="5756342"/>
              <a:ext cx="347133" cy="609600"/>
              <a:chOff x="6451600" y="4943545"/>
              <a:chExt cx="347133" cy="609600"/>
            </a:xfrm>
          </p:grpSpPr>
          <p:sp>
            <p:nvSpPr>
              <p:cNvPr id="350" name="Rectangle 349">
                <a:extLst>
                  <a:ext uri="{FF2B5EF4-FFF2-40B4-BE49-F238E27FC236}">
                    <a16:creationId xmlns:a16="http://schemas.microsoft.com/office/drawing/2014/main" id="{7168272F-839A-BDEA-51AA-C638468CBBD3}"/>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51" name="Group 350">
                <a:extLst>
                  <a:ext uri="{FF2B5EF4-FFF2-40B4-BE49-F238E27FC236}">
                    <a16:creationId xmlns:a16="http://schemas.microsoft.com/office/drawing/2014/main" id="{BFCB114C-0034-E2FB-45E0-5DEEB09E8CD5}"/>
                  </a:ext>
                </a:extLst>
              </p:cNvPr>
              <p:cNvGrpSpPr/>
              <p:nvPr/>
            </p:nvGrpSpPr>
            <p:grpSpPr>
              <a:xfrm>
                <a:off x="6499231" y="5022567"/>
                <a:ext cx="251871" cy="158491"/>
                <a:chOff x="6493933" y="5022567"/>
                <a:chExt cx="270933" cy="253998"/>
              </a:xfrm>
            </p:grpSpPr>
            <p:cxnSp>
              <p:nvCxnSpPr>
                <p:cNvPr id="352" name="Straight Connector 351">
                  <a:extLst>
                    <a:ext uri="{FF2B5EF4-FFF2-40B4-BE49-F238E27FC236}">
                      <a16:creationId xmlns:a16="http://schemas.microsoft.com/office/drawing/2014/main" id="{681CA4AE-3639-99F3-74BB-FDE1EB70B97F}"/>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6151A136-D7FE-A3CF-8D00-0C3A2E8B9180}"/>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DD16A348-4C70-FC9A-BCE7-3E9351382CD7}"/>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74D0CA3E-8743-5CF4-5A35-94657CB63258}"/>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49" name="Straight Connector 348">
              <a:extLst>
                <a:ext uri="{FF2B5EF4-FFF2-40B4-BE49-F238E27FC236}">
                  <a16:creationId xmlns:a16="http://schemas.microsoft.com/office/drawing/2014/main" id="{6EA9954C-B93E-A61D-293F-58D6147777CD}"/>
                </a:ext>
              </a:extLst>
            </p:cNvPr>
            <p:cNvCxnSpPr>
              <a:cxnSpLocks/>
              <a:stCxn id="350"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6" name="Group 355">
            <a:extLst>
              <a:ext uri="{FF2B5EF4-FFF2-40B4-BE49-F238E27FC236}">
                <a16:creationId xmlns:a16="http://schemas.microsoft.com/office/drawing/2014/main" id="{FE99EE0D-4D36-8AB6-7E58-5D3AA5101DA3}"/>
              </a:ext>
            </a:extLst>
          </p:cNvPr>
          <p:cNvGrpSpPr/>
          <p:nvPr/>
        </p:nvGrpSpPr>
        <p:grpSpPr>
          <a:xfrm>
            <a:off x="7508984" y="5124105"/>
            <a:ext cx="684958" cy="275497"/>
            <a:chOff x="8857587" y="5761985"/>
            <a:chExt cx="1175349" cy="609600"/>
          </a:xfrm>
        </p:grpSpPr>
        <p:grpSp>
          <p:nvGrpSpPr>
            <p:cNvPr id="357" name="Group 356">
              <a:extLst>
                <a:ext uri="{FF2B5EF4-FFF2-40B4-BE49-F238E27FC236}">
                  <a16:creationId xmlns:a16="http://schemas.microsoft.com/office/drawing/2014/main" id="{FD3E321A-B52C-AC65-0704-DCF7992D9E56}"/>
                </a:ext>
              </a:extLst>
            </p:cNvPr>
            <p:cNvGrpSpPr/>
            <p:nvPr/>
          </p:nvGrpSpPr>
          <p:grpSpPr>
            <a:xfrm>
              <a:off x="8857587" y="5761985"/>
              <a:ext cx="347133" cy="609600"/>
              <a:chOff x="6451600" y="4943545"/>
              <a:chExt cx="347133" cy="609600"/>
            </a:xfrm>
          </p:grpSpPr>
          <p:sp>
            <p:nvSpPr>
              <p:cNvPr id="359" name="Rectangle 358">
                <a:extLst>
                  <a:ext uri="{FF2B5EF4-FFF2-40B4-BE49-F238E27FC236}">
                    <a16:creationId xmlns:a16="http://schemas.microsoft.com/office/drawing/2014/main" id="{2CFCDCCA-D3AC-9210-82EF-5977F106D310}"/>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60" name="Group 359">
                <a:extLst>
                  <a:ext uri="{FF2B5EF4-FFF2-40B4-BE49-F238E27FC236}">
                    <a16:creationId xmlns:a16="http://schemas.microsoft.com/office/drawing/2014/main" id="{5D33C021-9347-CA7E-1EBA-2FCF9D28AC2F}"/>
                  </a:ext>
                </a:extLst>
              </p:cNvPr>
              <p:cNvGrpSpPr/>
              <p:nvPr/>
            </p:nvGrpSpPr>
            <p:grpSpPr>
              <a:xfrm>
                <a:off x="6499231" y="5022567"/>
                <a:ext cx="251871" cy="158491"/>
                <a:chOff x="6493933" y="5022567"/>
                <a:chExt cx="270933" cy="253998"/>
              </a:xfrm>
            </p:grpSpPr>
            <p:cxnSp>
              <p:nvCxnSpPr>
                <p:cNvPr id="361" name="Straight Connector 360">
                  <a:extLst>
                    <a:ext uri="{FF2B5EF4-FFF2-40B4-BE49-F238E27FC236}">
                      <a16:creationId xmlns:a16="http://schemas.microsoft.com/office/drawing/2014/main" id="{9458B456-5718-E600-592B-6BA55B51F421}"/>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E5BDE405-C612-79F2-4EEF-71CCFB522C0F}"/>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7AC64E68-F200-DCAD-710A-100FEBFC7927}"/>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569E7A49-35B6-7FAA-1951-8FE0C7E54BFE}"/>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58" name="Straight Connector 357">
              <a:extLst>
                <a:ext uri="{FF2B5EF4-FFF2-40B4-BE49-F238E27FC236}">
                  <a16:creationId xmlns:a16="http://schemas.microsoft.com/office/drawing/2014/main" id="{CC4B31F2-1520-8C6E-B2F2-67CEC2AA6834}"/>
                </a:ext>
              </a:extLst>
            </p:cNvPr>
            <p:cNvCxnSpPr>
              <a:cxnSpLocks/>
              <a:stCxn id="359"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5" name="TextBox 364">
            <a:extLst>
              <a:ext uri="{FF2B5EF4-FFF2-40B4-BE49-F238E27FC236}">
                <a16:creationId xmlns:a16="http://schemas.microsoft.com/office/drawing/2014/main" id="{9A155B20-BB9F-3E3C-CF1D-06FD6B65F5AA}"/>
              </a:ext>
            </a:extLst>
          </p:cNvPr>
          <p:cNvSpPr txBox="1"/>
          <p:nvPr/>
        </p:nvSpPr>
        <p:spPr>
          <a:xfrm rot="5400000">
            <a:off x="7517480" y="4913999"/>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366" name="TextBox 365">
            <a:extLst>
              <a:ext uri="{FF2B5EF4-FFF2-40B4-BE49-F238E27FC236}">
                <a16:creationId xmlns:a16="http://schemas.microsoft.com/office/drawing/2014/main" id="{8F598006-F341-1C58-4A5E-F324BE1F6492}"/>
              </a:ext>
            </a:extLst>
          </p:cNvPr>
          <p:cNvSpPr txBox="1"/>
          <p:nvPr/>
        </p:nvSpPr>
        <p:spPr>
          <a:xfrm>
            <a:off x="6863536" y="4710184"/>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367" name="TextBox 366">
            <a:extLst>
              <a:ext uri="{FF2B5EF4-FFF2-40B4-BE49-F238E27FC236}">
                <a16:creationId xmlns:a16="http://schemas.microsoft.com/office/drawing/2014/main" id="{7B0CFCD6-0360-E5D8-74C0-C21B57AB63C5}"/>
              </a:ext>
            </a:extLst>
          </p:cNvPr>
          <p:cNvSpPr txBox="1"/>
          <p:nvPr/>
        </p:nvSpPr>
        <p:spPr>
          <a:xfrm>
            <a:off x="6843499" y="5153273"/>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368" name="TextBox 367">
            <a:extLst>
              <a:ext uri="{FF2B5EF4-FFF2-40B4-BE49-F238E27FC236}">
                <a16:creationId xmlns:a16="http://schemas.microsoft.com/office/drawing/2014/main" id="{BBB7321E-98F1-C586-DE0A-AC04F61F358E}"/>
              </a:ext>
            </a:extLst>
          </p:cNvPr>
          <p:cNvSpPr txBox="1"/>
          <p:nvPr/>
        </p:nvSpPr>
        <p:spPr>
          <a:xfrm rot="5400000">
            <a:off x="9346326" y="4934063"/>
            <a:ext cx="5725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Splitter</a:t>
            </a:r>
          </a:p>
        </p:txBody>
      </p:sp>
      <p:sp>
        <p:nvSpPr>
          <p:cNvPr id="369" name="TextBox 368">
            <a:extLst>
              <a:ext uri="{FF2B5EF4-FFF2-40B4-BE49-F238E27FC236}">
                <a16:creationId xmlns:a16="http://schemas.microsoft.com/office/drawing/2014/main" id="{03E07C96-A2A0-17EE-2C0A-5306AEB8EFCE}"/>
              </a:ext>
            </a:extLst>
          </p:cNvPr>
          <p:cNvSpPr txBox="1"/>
          <p:nvPr/>
        </p:nvSpPr>
        <p:spPr>
          <a:xfrm>
            <a:off x="8125751" y="4959290"/>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ONU-2</a:t>
            </a:r>
          </a:p>
        </p:txBody>
      </p:sp>
      <p:sp>
        <p:nvSpPr>
          <p:cNvPr id="370" name="Rectangle: Rounded Corners 369">
            <a:extLst>
              <a:ext uri="{FF2B5EF4-FFF2-40B4-BE49-F238E27FC236}">
                <a16:creationId xmlns:a16="http://schemas.microsoft.com/office/drawing/2014/main" id="{2FBD1928-1CA3-7A0C-77E8-3D54C5524583}"/>
              </a:ext>
            </a:extLst>
          </p:cNvPr>
          <p:cNvSpPr/>
          <p:nvPr/>
        </p:nvSpPr>
        <p:spPr>
          <a:xfrm rot="5400000">
            <a:off x="8088082" y="3964874"/>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71" name="Group 370">
            <a:extLst>
              <a:ext uri="{FF2B5EF4-FFF2-40B4-BE49-F238E27FC236}">
                <a16:creationId xmlns:a16="http://schemas.microsoft.com/office/drawing/2014/main" id="{0F7CAD5A-EDF3-E186-54DA-90277DAB23E3}"/>
              </a:ext>
            </a:extLst>
          </p:cNvPr>
          <p:cNvGrpSpPr/>
          <p:nvPr/>
        </p:nvGrpSpPr>
        <p:grpSpPr>
          <a:xfrm>
            <a:off x="7514202" y="3837502"/>
            <a:ext cx="674523" cy="275497"/>
            <a:chOff x="8197182" y="5756342"/>
            <a:chExt cx="1157443" cy="609600"/>
          </a:xfrm>
        </p:grpSpPr>
        <p:grpSp>
          <p:nvGrpSpPr>
            <p:cNvPr id="372" name="Group 371">
              <a:extLst>
                <a:ext uri="{FF2B5EF4-FFF2-40B4-BE49-F238E27FC236}">
                  <a16:creationId xmlns:a16="http://schemas.microsoft.com/office/drawing/2014/main" id="{17DD4902-60DD-0799-F2C0-57E264554BB0}"/>
                </a:ext>
              </a:extLst>
            </p:cNvPr>
            <p:cNvGrpSpPr/>
            <p:nvPr/>
          </p:nvGrpSpPr>
          <p:grpSpPr>
            <a:xfrm>
              <a:off x="8197182" y="5756342"/>
              <a:ext cx="347133" cy="609600"/>
              <a:chOff x="6451600" y="4943545"/>
              <a:chExt cx="347133" cy="609600"/>
            </a:xfrm>
          </p:grpSpPr>
          <p:sp>
            <p:nvSpPr>
              <p:cNvPr id="374" name="Rectangle 373">
                <a:extLst>
                  <a:ext uri="{FF2B5EF4-FFF2-40B4-BE49-F238E27FC236}">
                    <a16:creationId xmlns:a16="http://schemas.microsoft.com/office/drawing/2014/main" id="{A783C70C-6C64-2269-DF14-0C489F559FEA}"/>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75" name="Group 374">
                <a:extLst>
                  <a:ext uri="{FF2B5EF4-FFF2-40B4-BE49-F238E27FC236}">
                    <a16:creationId xmlns:a16="http://schemas.microsoft.com/office/drawing/2014/main" id="{7E61BCE2-C642-68BF-8DF7-E3DF58B64AFF}"/>
                  </a:ext>
                </a:extLst>
              </p:cNvPr>
              <p:cNvGrpSpPr/>
              <p:nvPr/>
            </p:nvGrpSpPr>
            <p:grpSpPr>
              <a:xfrm>
                <a:off x="6499231" y="5022567"/>
                <a:ext cx="251871" cy="158491"/>
                <a:chOff x="6493933" y="5022567"/>
                <a:chExt cx="270933" cy="253998"/>
              </a:xfrm>
            </p:grpSpPr>
            <p:cxnSp>
              <p:nvCxnSpPr>
                <p:cNvPr id="376" name="Straight Connector 375">
                  <a:extLst>
                    <a:ext uri="{FF2B5EF4-FFF2-40B4-BE49-F238E27FC236}">
                      <a16:creationId xmlns:a16="http://schemas.microsoft.com/office/drawing/2014/main" id="{D23B0311-7358-1A18-E4C5-C2F43C60FCAB}"/>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9FFF13B5-FF68-5CBF-E01D-B35465C68C23}"/>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F6BEB99F-D978-CF4F-EDAD-9383DAB2CC91}"/>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9239A098-1CB6-4C9E-CBC3-8B69C4E712DE}"/>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73" name="Straight Connector 372">
              <a:extLst>
                <a:ext uri="{FF2B5EF4-FFF2-40B4-BE49-F238E27FC236}">
                  <a16:creationId xmlns:a16="http://schemas.microsoft.com/office/drawing/2014/main" id="{7CA9959D-CBC5-9F66-D2FE-12688C415963}"/>
                </a:ext>
              </a:extLst>
            </p:cNvPr>
            <p:cNvCxnSpPr>
              <a:cxnSpLocks/>
              <a:stCxn id="374"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0" name="Group 379">
            <a:extLst>
              <a:ext uri="{FF2B5EF4-FFF2-40B4-BE49-F238E27FC236}">
                <a16:creationId xmlns:a16="http://schemas.microsoft.com/office/drawing/2014/main" id="{8B7BAE25-07CB-3569-C7B3-AECCC8838722}"/>
              </a:ext>
            </a:extLst>
          </p:cNvPr>
          <p:cNvGrpSpPr/>
          <p:nvPr/>
        </p:nvGrpSpPr>
        <p:grpSpPr>
          <a:xfrm>
            <a:off x="7508984" y="4270795"/>
            <a:ext cx="684958" cy="275497"/>
            <a:chOff x="8857587" y="5761985"/>
            <a:chExt cx="1175349" cy="609600"/>
          </a:xfrm>
        </p:grpSpPr>
        <p:grpSp>
          <p:nvGrpSpPr>
            <p:cNvPr id="381" name="Group 380">
              <a:extLst>
                <a:ext uri="{FF2B5EF4-FFF2-40B4-BE49-F238E27FC236}">
                  <a16:creationId xmlns:a16="http://schemas.microsoft.com/office/drawing/2014/main" id="{A8764226-C547-E246-AC60-80EBD4629D14}"/>
                </a:ext>
              </a:extLst>
            </p:cNvPr>
            <p:cNvGrpSpPr/>
            <p:nvPr/>
          </p:nvGrpSpPr>
          <p:grpSpPr>
            <a:xfrm>
              <a:off x="8857587" y="5761985"/>
              <a:ext cx="347133" cy="609600"/>
              <a:chOff x="6451600" y="4943545"/>
              <a:chExt cx="347133" cy="609600"/>
            </a:xfrm>
          </p:grpSpPr>
          <p:sp>
            <p:nvSpPr>
              <p:cNvPr id="383" name="Rectangle 382">
                <a:extLst>
                  <a:ext uri="{FF2B5EF4-FFF2-40B4-BE49-F238E27FC236}">
                    <a16:creationId xmlns:a16="http://schemas.microsoft.com/office/drawing/2014/main" id="{EEA67A0B-D6C2-D99B-B57B-50A8C9777235}"/>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84" name="Group 383">
                <a:extLst>
                  <a:ext uri="{FF2B5EF4-FFF2-40B4-BE49-F238E27FC236}">
                    <a16:creationId xmlns:a16="http://schemas.microsoft.com/office/drawing/2014/main" id="{52403A32-C99B-1D42-A2F8-E03F5653900C}"/>
                  </a:ext>
                </a:extLst>
              </p:cNvPr>
              <p:cNvGrpSpPr/>
              <p:nvPr/>
            </p:nvGrpSpPr>
            <p:grpSpPr>
              <a:xfrm>
                <a:off x="6499231" y="5022567"/>
                <a:ext cx="251871" cy="158491"/>
                <a:chOff x="6493933" y="5022567"/>
                <a:chExt cx="270933" cy="253998"/>
              </a:xfrm>
            </p:grpSpPr>
            <p:cxnSp>
              <p:nvCxnSpPr>
                <p:cNvPr id="385" name="Straight Connector 384">
                  <a:extLst>
                    <a:ext uri="{FF2B5EF4-FFF2-40B4-BE49-F238E27FC236}">
                      <a16:creationId xmlns:a16="http://schemas.microsoft.com/office/drawing/2014/main" id="{2C5A2F81-543F-0C0E-D74F-C768FDB7B344}"/>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7C0CA96A-D6DD-4F70-7B49-9E36063E0FEB}"/>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6EA0ADCE-8058-61A7-DE1D-EED579540574}"/>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B21CD668-352D-8060-CC73-5F5C0A68C990}"/>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82" name="Straight Connector 381">
              <a:extLst>
                <a:ext uri="{FF2B5EF4-FFF2-40B4-BE49-F238E27FC236}">
                  <a16:creationId xmlns:a16="http://schemas.microsoft.com/office/drawing/2014/main" id="{A8A93055-CBA5-FD39-D3DB-8B48DCBDB696}"/>
                </a:ext>
              </a:extLst>
            </p:cNvPr>
            <p:cNvCxnSpPr>
              <a:cxnSpLocks/>
              <a:stCxn id="383"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9" name="TextBox 388">
            <a:extLst>
              <a:ext uri="{FF2B5EF4-FFF2-40B4-BE49-F238E27FC236}">
                <a16:creationId xmlns:a16="http://schemas.microsoft.com/office/drawing/2014/main" id="{999CB836-50AE-3E4D-0930-BBE7EC802662}"/>
              </a:ext>
            </a:extLst>
          </p:cNvPr>
          <p:cNvSpPr txBox="1"/>
          <p:nvPr/>
        </p:nvSpPr>
        <p:spPr>
          <a:xfrm rot="5400000">
            <a:off x="13536735" y="3688630"/>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390" name="TextBox 389">
            <a:extLst>
              <a:ext uri="{FF2B5EF4-FFF2-40B4-BE49-F238E27FC236}">
                <a16:creationId xmlns:a16="http://schemas.microsoft.com/office/drawing/2014/main" id="{B1B052C7-E1E6-8A17-4687-6FD3159FCF3F}"/>
              </a:ext>
            </a:extLst>
          </p:cNvPr>
          <p:cNvSpPr txBox="1"/>
          <p:nvPr/>
        </p:nvSpPr>
        <p:spPr>
          <a:xfrm>
            <a:off x="6844298" y="3865286"/>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391" name="TextBox 390">
            <a:extLst>
              <a:ext uri="{FF2B5EF4-FFF2-40B4-BE49-F238E27FC236}">
                <a16:creationId xmlns:a16="http://schemas.microsoft.com/office/drawing/2014/main" id="{6DD3BACE-7FEA-94F8-9372-8032F7AF21D0}"/>
              </a:ext>
            </a:extLst>
          </p:cNvPr>
          <p:cNvSpPr txBox="1"/>
          <p:nvPr/>
        </p:nvSpPr>
        <p:spPr>
          <a:xfrm>
            <a:off x="6843499" y="4299963"/>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392" name="TextBox 391">
            <a:extLst>
              <a:ext uri="{FF2B5EF4-FFF2-40B4-BE49-F238E27FC236}">
                <a16:creationId xmlns:a16="http://schemas.microsoft.com/office/drawing/2014/main" id="{605C50D1-0E21-6AB6-DAD8-83AE9F344265}"/>
              </a:ext>
            </a:extLst>
          </p:cNvPr>
          <p:cNvSpPr txBox="1"/>
          <p:nvPr/>
        </p:nvSpPr>
        <p:spPr>
          <a:xfrm>
            <a:off x="8125751" y="4105981"/>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ONU-1</a:t>
            </a:r>
          </a:p>
        </p:txBody>
      </p:sp>
      <p:grpSp>
        <p:nvGrpSpPr>
          <p:cNvPr id="393" name="Group 392">
            <a:extLst>
              <a:ext uri="{FF2B5EF4-FFF2-40B4-BE49-F238E27FC236}">
                <a16:creationId xmlns:a16="http://schemas.microsoft.com/office/drawing/2014/main" id="{DA0D9858-7FCD-87A2-21DB-39C10B52EA6C}"/>
              </a:ext>
            </a:extLst>
          </p:cNvPr>
          <p:cNvGrpSpPr/>
          <p:nvPr/>
        </p:nvGrpSpPr>
        <p:grpSpPr>
          <a:xfrm>
            <a:off x="7514202" y="5653755"/>
            <a:ext cx="674523" cy="275497"/>
            <a:chOff x="8197182" y="5756342"/>
            <a:chExt cx="1157443" cy="609600"/>
          </a:xfrm>
        </p:grpSpPr>
        <p:grpSp>
          <p:nvGrpSpPr>
            <p:cNvPr id="394" name="Group 393">
              <a:extLst>
                <a:ext uri="{FF2B5EF4-FFF2-40B4-BE49-F238E27FC236}">
                  <a16:creationId xmlns:a16="http://schemas.microsoft.com/office/drawing/2014/main" id="{AAE37FCE-D0BC-0E2F-416C-B261F40C89DB}"/>
                </a:ext>
              </a:extLst>
            </p:cNvPr>
            <p:cNvGrpSpPr/>
            <p:nvPr/>
          </p:nvGrpSpPr>
          <p:grpSpPr>
            <a:xfrm>
              <a:off x="8197182" y="5756342"/>
              <a:ext cx="347133" cy="609600"/>
              <a:chOff x="6451600" y="4943545"/>
              <a:chExt cx="347133" cy="609600"/>
            </a:xfrm>
          </p:grpSpPr>
          <p:sp>
            <p:nvSpPr>
              <p:cNvPr id="396" name="Rectangle 395">
                <a:extLst>
                  <a:ext uri="{FF2B5EF4-FFF2-40B4-BE49-F238E27FC236}">
                    <a16:creationId xmlns:a16="http://schemas.microsoft.com/office/drawing/2014/main" id="{9F2067E3-6F71-835B-754A-22A75632F2D0}"/>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97" name="Group 396">
                <a:extLst>
                  <a:ext uri="{FF2B5EF4-FFF2-40B4-BE49-F238E27FC236}">
                    <a16:creationId xmlns:a16="http://schemas.microsoft.com/office/drawing/2014/main" id="{D1C76203-DA06-0A1E-743D-B464720AF3CD}"/>
                  </a:ext>
                </a:extLst>
              </p:cNvPr>
              <p:cNvGrpSpPr/>
              <p:nvPr/>
            </p:nvGrpSpPr>
            <p:grpSpPr>
              <a:xfrm>
                <a:off x="6499231" y="5022567"/>
                <a:ext cx="251871" cy="158491"/>
                <a:chOff x="6493933" y="5022567"/>
                <a:chExt cx="270933" cy="253998"/>
              </a:xfrm>
            </p:grpSpPr>
            <p:cxnSp>
              <p:nvCxnSpPr>
                <p:cNvPr id="398" name="Straight Connector 397">
                  <a:extLst>
                    <a:ext uri="{FF2B5EF4-FFF2-40B4-BE49-F238E27FC236}">
                      <a16:creationId xmlns:a16="http://schemas.microsoft.com/office/drawing/2014/main" id="{DB384320-84F6-343B-6F21-2A8B6EAA126D}"/>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EC296CE9-021D-EC27-E8BB-C4856F605B6C}"/>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F74B7C24-7C6B-81D8-5CCE-0BF66E7C9C2D}"/>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D0A2986C-A96E-064E-B8C6-FEEE92FCF0FA}"/>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95" name="Straight Connector 394">
              <a:extLst>
                <a:ext uri="{FF2B5EF4-FFF2-40B4-BE49-F238E27FC236}">
                  <a16:creationId xmlns:a16="http://schemas.microsoft.com/office/drawing/2014/main" id="{8E3160A7-3D09-813F-7166-644F172FB3B8}"/>
                </a:ext>
              </a:extLst>
            </p:cNvPr>
            <p:cNvCxnSpPr>
              <a:cxnSpLocks/>
              <a:stCxn id="396"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2" name="Group 401">
            <a:extLst>
              <a:ext uri="{FF2B5EF4-FFF2-40B4-BE49-F238E27FC236}">
                <a16:creationId xmlns:a16="http://schemas.microsoft.com/office/drawing/2014/main" id="{502DFD5D-37EE-D756-405D-F923428A2774}"/>
              </a:ext>
            </a:extLst>
          </p:cNvPr>
          <p:cNvGrpSpPr/>
          <p:nvPr/>
        </p:nvGrpSpPr>
        <p:grpSpPr>
          <a:xfrm>
            <a:off x="7508984" y="6087048"/>
            <a:ext cx="684958" cy="275497"/>
            <a:chOff x="8857587" y="5761985"/>
            <a:chExt cx="1175349" cy="609600"/>
          </a:xfrm>
        </p:grpSpPr>
        <p:grpSp>
          <p:nvGrpSpPr>
            <p:cNvPr id="403" name="Group 402">
              <a:extLst>
                <a:ext uri="{FF2B5EF4-FFF2-40B4-BE49-F238E27FC236}">
                  <a16:creationId xmlns:a16="http://schemas.microsoft.com/office/drawing/2014/main" id="{39C05DC9-8427-064D-9BF7-11B5899379BC}"/>
                </a:ext>
              </a:extLst>
            </p:cNvPr>
            <p:cNvGrpSpPr/>
            <p:nvPr/>
          </p:nvGrpSpPr>
          <p:grpSpPr>
            <a:xfrm>
              <a:off x="8857587" y="5761985"/>
              <a:ext cx="347133" cy="609600"/>
              <a:chOff x="6451600" y="4943545"/>
              <a:chExt cx="347133" cy="609600"/>
            </a:xfrm>
          </p:grpSpPr>
          <p:sp>
            <p:nvSpPr>
              <p:cNvPr id="405" name="Rectangle 404">
                <a:extLst>
                  <a:ext uri="{FF2B5EF4-FFF2-40B4-BE49-F238E27FC236}">
                    <a16:creationId xmlns:a16="http://schemas.microsoft.com/office/drawing/2014/main" id="{399CD2A7-9943-5091-9992-83FDDBADC5CE}"/>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406" name="Group 405">
                <a:extLst>
                  <a:ext uri="{FF2B5EF4-FFF2-40B4-BE49-F238E27FC236}">
                    <a16:creationId xmlns:a16="http://schemas.microsoft.com/office/drawing/2014/main" id="{3A434426-FA5A-CD87-040E-A2D5E28515E9}"/>
                  </a:ext>
                </a:extLst>
              </p:cNvPr>
              <p:cNvGrpSpPr/>
              <p:nvPr/>
            </p:nvGrpSpPr>
            <p:grpSpPr>
              <a:xfrm>
                <a:off x="6499231" y="5022567"/>
                <a:ext cx="251871" cy="158491"/>
                <a:chOff x="6493933" y="5022567"/>
                <a:chExt cx="270933" cy="253998"/>
              </a:xfrm>
            </p:grpSpPr>
            <p:cxnSp>
              <p:nvCxnSpPr>
                <p:cNvPr id="407" name="Straight Connector 406">
                  <a:extLst>
                    <a:ext uri="{FF2B5EF4-FFF2-40B4-BE49-F238E27FC236}">
                      <a16:creationId xmlns:a16="http://schemas.microsoft.com/office/drawing/2014/main" id="{5ACF154E-83D8-1E56-2512-7C8918F1EBAB}"/>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5544DA9F-5D05-9510-0299-D75B22C205DF}"/>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9E01DEEE-D82C-AED1-9E48-4F49A7217828}"/>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414CDCDB-D977-5AF6-2711-6041B3F24A3D}"/>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404" name="Straight Connector 403">
              <a:extLst>
                <a:ext uri="{FF2B5EF4-FFF2-40B4-BE49-F238E27FC236}">
                  <a16:creationId xmlns:a16="http://schemas.microsoft.com/office/drawing/2014/main" id="{3845F684-D27E-8F71-BB8D-DB2022B330B2}"/>
                </a:ext>
              </a:extLst>
            </p:cNvPr>
            <p:cNvCxnSpPr>
              <a:cxnSpLocks/>
              <a:stCxn id="405"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11" name="TextBox 410">
            <a:extLst>
              <a:ext uri="{FF2B5EF4-FFF2-40B4-BE49-F238E27FC236}">
                <a16:creationId xmlns:a16="http://schemas.microsoft.com/office/drawing/2014/main" id="{BB251434-1194-5941-E45F-58354F1342E2}"/>
              </a:ext>
            </a:extLst>
          </p:cNvPr>
          <p:cNvSpPr txBox="1"/>
          <p:nvPr/>
        </p:nvSpPr>
        <p:spPr>
          <a:xfrm rot="5400000">
            <a:off x="7517480" y="5876942"/>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412" name="TextBox 411">
            <a:extLst>
              <a:ext uri="{FF2B5EF4-FFF2-40B4-BE49-F238E27FC236}">
                <a16:creationId xmlns:a16="http://schemas.microsoft.com/office/drawing/2014/main" id="{2F4DE49A-069E-2C47-18E0-1698FDE469B9}"/>
              </a:ext>
            </a:extLst>
          </p:cNvPr>
          <p:cNvSpPr txBox="1"/>
          <p:nvPr/>
        </p:nvSpPr>
        <p:spPr>
          <a:xfrm>
            <a:off x="6863536" y="5673127"/>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413" name="TextBox 412">
            <a:extLst>
              <a:ext uri="{FF2B5EF4-FFF2-40B4-BE49-F238E27FC236}">
                <a16:creationId xmlns:a16="http://schemas.microsoft.com/office/drawing/2014/main" id="{7202910C-8F50-8EAB-47F4-1E23F35850B0}"/>
              </a:ext>
            </a:extLst>
          </p:cNvPr>
          <p:cNvSpPr txBox="1"/>
          <p:nvPr/>
        </p:nvSpPr>
        <p:spPr>
          <a:xfrm>
            <a:off x="6843499" y="6116216"/>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414" name="TextBox 413">
            <a:extLst>
              <a:ext uri="{FF2B5EF4-FFF2-40B4-BE49-F238E27FC236}">
                <a16:creationId xmlns:a16="http://schemas.microsoft.com/office/drawing/2014/main" id="{A5794EE9-E1E7-6FA2-4BD2-9C6027BE8986}"/>
              </a:ext>
            </a:extLst>
          </p:cNvPr>
          <p:cNvSpPr txBox="1"/>
          <p:nvPr/>
        </p:nvSpPr>
        <p:spPr>
          <a:xfrm>
            <a:off x="8125751" y="5917464"/>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ONU-N</a:t>
            </a:r>
          </a:p>
        </p:txBody>
      </p:sp>
      <p:sp>
        <p:nvSpPr>
          <p:cNvPr id="415" name="Rectangle 414">
            <a:extLst>
              <a:ext uri="{FF2B5EF4-FFF2-40B4-BE49-F238E27FC236}">
                <a16:creationId xmlns:a16="http://schemas.microsoft.com/office/drawing/2014/main" id="{FA324155-4AB2-9E1E-7E10-A91C19A20731}"/>
              </a:ext>
            </a:extLst>
          </p:cNvPr>
          <p:cNvSpPr/>
          <p:nvPr/>
        </p:nvSpPr>
        <p:spPr>
          <a:xfrm>
            <a:off x="9523456" y="4974263"/>
            <a:ext cx="135695" cy="1573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416" name="Freeform: Shape 415">
            <a:extLst>
              <a:ext uri="{FF2B5EF4-FFF2-40B4-BE49-F238E27FC236}">
                <a16:creationId xmlns:a16="http://schemas.microsoft.com/office/drawing/2014/main" id="{D6B04D8A-8DA9-0488-4E91-A659F41D4263}"/>
              </a:ext>
            </a:extLst>
          </p:cNvPr>
          <p:cNvSpPr/>
          <p:nvPr/>
        </p:nvSpPr>
        <p:spPr>
          <a:xfrm>
            <a:off x="7632168" y="3925291"/>
            <a:ext cx="4872088" cy="1862279"/>
          </a:xfrm>
          <a:custGeom>
            <a:avLst/>
            <a:gdLst>
              <a:gd name="csX0" fmla="*/ 7869600 w 7869600"/>
              <a:gd name="csY0" fmla="*/ 1389600 h 1389600"/>
              <a:gd name="csX1" fmla="*/ 6458400 w 7869600"/>
              <a:gd name="csY1" fmla="*/ 864000 h 1389600"/>
              <a:gd name="csX2" fmla="*/ 5450400 w 7869600"/>
              <a:gd name="csY2" fmla="*/ 475200 h 1389600"/>
              <a:gd name="csX3" fmla="*/ 4773600 w 7869600"/>
              <a:gd name="csY3" fmla="*/ 540000 h 1389600"/>
              <a:gd name="csX4" fmla="*/ 3506400 w 7869600"/>
              <a:gd name="csY4" fmla="*/ 583200 h 1389600"/>
              <a:gd name="csX5" fmla="*/ 2001600 w 7869600"/>
              <a:gd name="csY5" fmla="*/ 590400 h 1389600"/>
              <a:gd name="csX6" fmla="*/ 1526400 w 7869600"/>
              <a:gd name="csY6" fmla="*/ 547200 h 1389600"/>
              <a:gd name="csX7" fmla="*/ 655200 w 7869600"/>
              <a:gd name="csY7" fmla="*/ 180000 h 1389600"/>
              <a:gd name="csX8" fmla="*/ 0 w 7869600"/>
              <a:gd name="csY8" fmla="*/ 0 h 1389600"/>
              <a:gd name="csX0" fmla="*/ 7696800 w 7696800"/>
              <a:gd name="csY0" fmla="*/ 1296000 h 1296000"/>
              <a:gd name="csX1" fmla="*/ 6458400 w 7696800"/>
              <a:gd name="csY1" fmla="*/ 864000 h 1296000"/>
              <a:gd name="csX2" fmla="*/ 5450400 w 7696800"/>
              <a:gd name="csY2" fmla="*/ 475200 h 1296000"/>
              <a:gd name="csX3" fmla="*/ 4773600 w 7696800"/>
              <a:gd name="csY3" fmla="*/ 540000 h 1296000"/>
              <a:gd name="csX4" fmla="*/ 3506400 w 7696800"/>
              <a:gd name="csY4" fmla="*/ 583200 h 1296000"/>
              <a:gd name="csX5" fmla="*/ 2001600 w 7696800"/>
              <a:gd name="csY5" fmla="*/ 590400 h 1296000"/>
              <a:gd name="csX6" fmla="*/ 1526400 w 7696800"/>
              <a:gd name="csY6" fmla="*/ 547200 h 1296000"/>
              <a:gd name="csX7" fmla="*/ 655200 w 7696800"/>
              <a:gd name="csY7" fmla="*/ 180000 h 1296000"/>
              <a:gd name="csX8" fmla="*/ 0 w 7696800"/>
              <a:gd name="csY8" fmla="*/ 0 h 1296000"/>
              <a:gd name="csX0" fmla="*/ 7696800 w 7696800"/>
              <a:gd name="csY0" fmla="*/ 1296000 h 1296000"/>
              <a:gd name="csX1" fmla="*/ 6609600 w 7696800"/>
              <a:gd name="csY1" fmla="*/ 842400 h 1296000"/>
              <a:gd name="csX2" fmla="*/ 5450400 w 7696800"/>
              <a:gd name="csY2" fmla="*/ 475200 h 1296000"/>
              <a:gd name="csX3" fmla="*/ 4773600 w 7696800"/>
              <a:gd name="csY3" fmla="*/ 540000 h 1296000"/>
              <a:gd name="csX4" fmla="*/ 3506400 w 7696800"/>
              <a:gd name="csY4" fmla="*/ 583200 h 1296000"/>
              <a:gd name="csX5" fmla="*/ 2001600 w 7696800"/>
              <a:gd name="csY5" fmla="*/ 590400 h 1296000"/>
              <a:gd name="csX6" fmla="*/ 1526400 w 7696800"/>
              <a:gd name="csY6" fmla="*/ 547200 h 1296000"/>
              <a:gd name="csX7" fmla="*/ 655200 w 7696800"/>
              <a:gd name="csY7" fmla="*/ 180000 h 1296000"/>
              <a:gd name="csX8" fmla="*/ 0 w 7696800"/>
              <a:gd name="csY8" fmla="*/ 0 h 1296000"/>
              <a:gd name="csX0" fmla="*/ 7583444 w 7583444"/>
              <a:gd name="csY0" fmla="*/ 1265772 h 1265772"/>
              <a:gd name="csX1" fmla="*/ 6496244 w 7583444"/>
              <a:gd name="csY1" fmla="*/ 812172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583444 w 7583444"/>
              <a:gd name="csY0" fmla="*/ 1265772 h 1265772"/>
              <a:gd name="csX1" fmla="*/ 6496244 w 7583444"/>
              <a:gd name="csY1" fmla="*/ 812172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583444 w 7583444"/>
              <a:gd name="csY0" fmla="*/ 1265772 h 1265772"/>
              <a:gd name="csX1" fmla="*/ 6554610 w 7583444"/>
              <a:gd name="csY1" fmla="*/ 607891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359708 w 7359708"/>
              <a:gd name="csY0" fmla="*/ 536197 h 608531"/>
              <a:gd name="csX1" fmla="*/ 6554610 w 7359708"/>
              <a:gd name="csY1" fmla="*/ 607891 h 608531"/>
              <a:gd name="csX2" fmla="*/ 5337044 w 7359708"/>
              <a:gd name="csY2" fmla="*/ 444972 h 608531"/>
              <a:gd name="csX3" fmla="*/ 4660244 w 7359708"/>
              <a:gd name="csY3" fmla="*/ 509772 h 608531"/>
              <a:gd name="csX4" fmla="*/ 3393044 w 7359708"/>
              <a:gd name="csY4" fmla="*/ 552972 h 608531"/>
              <a:gd name="csX5" fmla="*/ 1888244 w 7359708"/>
              <a:gd name="csY5" fmla="*/ 560172 h 608531"/>
              <a:gd name="csX6" fmla="*/ 1413044 w 7359708"/>
              <a:gd name="csY6" fmla="*/ 516972 h 608531"/>
              <a:gd name="csX7" fmla="*/ 541844 w 7359708"/>
              <a:gd name="csY7" fmla="*/ 149772 h 608531"/>
              <a:gd name="csX8" fmla="*/ 0 w 7359708"/>
              <a:gd name="csY8" fmla="*/ 0 h 608531"/>
              <a:gd name="csX0" fmla="*/ 7359708 w 7359708"/>
              <a:gd name="csY0" fmla="*/ 536197 h 562852"/>
              <a:gd name="csX1" fmla="*/ 6544882 w 7359708"/>
              <a:gd name="csY1" fmla="*/ 442521 h 562852"/>
              <a:gd name="csX2" fmla="*/ 5337044 w 7359708"/>
              <a:gd name="csY2" fmla="*/ 444972 h 562852"/>
              <a:gd name="csX3" fmla="*/ 4660244 w 7359708"/>
              <a:gd name="csY3" fmla="*/ 509772 h 562852"/>
              <a:gd name="csX4" fmla="*/ 3393044 w 7359708"/>
              <a:gd name="csY4" fmla="*/ 552972 h 562852"/>
              <a:gd name="csX5" fmla="*/ 1888244 w 7359708"/>
              <a:gd name="csY5" fmla="*/ 560172 h 562852"/>
              <a:gd name="csX6" fmla="*/ 1413044 w 7359708"/>
              <a:gd name="csY6" fmla="*/ 516972 h 562852"/>
              <a:gd name="csX7" fmla="*/ 541844 w 7359708"/>
              <a:gd name="csY7" fmla="*/ 149772 h 562852"/>
              <a:gd name="csX8" fmla="*/ 0 w 7359708"/>
              <a:gd name="csY8" fmla="*/ 0 h 562852"/>
              <a:gd name="csX0" fmla="*/ 7359708 w 7359708"/>
              <a:gd name="csY0" fmla="*/ 536197 h 562852"/>
              <a:gd name="csX1" fmla="*/ 6437878 w 7359708"/>
              <a:gd name="csY1" fmla="*/ 423066 h 562852"/>
              <a:gd name="csX2" fmla="*/ 5337044 w 7359708"/>
              <a:gd name="csY2" fmla="*/ 444972 h 562852"/>
              <a:gd name="csX3" fmla="*/ 4660244 w 7359708"/>
              <a:gd name="csY3" fmla="*/ 509772 h 562852"/>
              <a:gd name="csX4" fmla="*/ 3393044 w 7359708"/>
              <a:gd name="csY4" fmla="*/ 552972 h 562852"/>
              <a:gd name="csX5" fmla="*/ 1888244 w 7359708"/>
              <a:gd name="csY5" fmla="*/ 560172 h 562852"/>
              <a:gd name="csX6" fmla="*/ 1413044 w 7359708"/>
              <a:gd name="csY6" fmla="*/ 516972 h 562852"/>
              <a:gd name="csX7" fmla="*/ 541844 w 7359708"/>
              <a:gd name="csY7" fmla="*/ 149772 h 562852"/>
              <a:gd name="csX8" fmla="*/ 0 w 7359708"/>
              <a:gd name="csY8" fmla="*/ 0 h 562852"/>
              <a:gd name="csX0" fmla="*/ 7349980 w 7349980"/>
              <a:gd name="csY0" fmla="*/ 575108 h 575108"/>
              <a:gd name="csX1" fmla="*/ 6437878 w 7349980"/>
              <a:gd name="csY1" fmla="*/ 423066 h 575108"/>
              <a:gd name="csX2" fmla="*/ 5337044 w 7349980"/>
              <a:gd name="csY2" fmla="*/ 444972 h 575108"/>
              <a:gd name="csX3" fmla="*/ 4660244 w 7349980"/>
              <a:gd name="csY3" fmla="*/ 509772 h 575108"/>
              <a:gd name="csX4" fmla="*/ 3393044 w 7349980"/>
              <a:gd name="csY4" fmla="*/ 552972 h 575108"/>
              <a:gd name="csX5" fmla="*/ 1888244 w 7349980"/>
              <a:gd name="csY5" fmla="*/ 560172 h 575108"/>
              <a:gd name="csX6" fmla="*/ 1413044 w 7349980"/>
              <a:gd name="csY6" fmla="*/ 516972 h 575108"/>
              <a:gd name="csX7" fmla="*/ 541844 w 7349980"/>
              <a:gd name="csY7" fmla="*/ 149772 h 575108"/>
              <a:gd name="csX8" fmla="*/ 0 w 7349980"/>
              <a:gd name="csY8" fmla="*/ 0 h 575108"/>
              <a:gd name="csX0" fmla="*/ 7349980 w 7349980"/>
              <a:gd name="csY0" fmla="*/ 575108 h 580710"/>
              <a:gd name="csX1" fmla="*/ 6437878 w 7349980"/>
              <a:gd name="csY1" fmla="*/ 423066 h 580710"/>
              <a:gd name="csX2" fmla="*/ 5337044 w 7349980"/>
              <a:gd name="csY2" fmla="*/ 444972 h 580710"/>
              <a:gd name="csX3" fmla="*/ 4660244 w 7349980"/>
              <a:gd name="csY3" fmla="*/ 509772 h 580710"/>
              <a:gd name="csX4" fmla="*/ 3393044 w 7349980"/>
              <a:gd name="csY4" fmla="*/ 552972 h 580710"/>
              <a:gd name="csX5" fmla="*/ 1888244 w 7349980"/>
              <a:gd name="csY5" fmla="*/ 560172 h 580710"/>
              <a:gd name="csX6" fmla="*/ 1685981 w 7349980"/>
              <a:gd name="csY6" fmla="*/ 275728 h 580710"/>
              <a:gd name="csX7" fmla="*/ 541844 w 7349980"/>
              <a:gd name="csY7" fmla="*/ 149772 h 580710"/>
              <a:gd name="csX8" fmla="*/ 0 w 7349980"/>
              <a:gd name="csY8" fmla="*/ 0 h 580710"/>
              <a:gd name="csX0" fmla="*/ 7349980 w 7349980"/>
              <a:gd name="csY0" fmla="*/ 575108 h 1355000"/>
              <a:gd name="csX1" fmla="*/ 6437878 w 7349980"/>
              <a:gd name="csY1" fmla="*/ 423066 h 1355000"/>
              <a:gd name="csX2" fmla="*/ 5337044 w 7349980"/>
              <a:gd name="csY2" fmla="*/ 444972 h 1355000"/>
              <a:gd name="csX3" fmla="*/ 4660244 w 7349980"/>
              <a:gd name="csY3" fmla="*/ 509772 h 1355000"/>
              <a:gd name="csX4" fmla="*/ 3393044 w 7349980"/>
              <a:gd name="csY4" fmla="*/ 552972 h 1355000"/>
              <a:gd name="csX5" fmla="*/ 1935710 w 7349980"/>
              <a:gd name="csY5" fmla="*/ 1352831 h 1355000"/>
              <a:gd name="csX6" fmla="*/ 1685981 w 7349980"/>
              <a:gd name="csY6" fmla="*/ 275728 h 1355000"/>
              <a:gd name="csX7" fmla="*/ 541844 w 7349980"/>
              <a:gd name="csY7" fmla="*/ 149772 h 1355000"/>
              <a:gd name="csX8" fmla="*/ 0 w 7349980"/>
              <a:gd name="csY8" fmla="*/ 0 h 1355000"/>
              <a:gd name="csX0" fmla="*/ 7349980 w 7349980"/>
              <a:gd name="csY0" fmla="*/ 575108 h 1355644"/>
              <a:gd name="csX1" fmla="*/ 6437878 w 7349980"/>
              <a:gd name="csY1" fmla="*/ 423066 h 1355644"/>
              <a:gd name="csX2" fmla="*/ 5337044 w 7349980"/>
              <a:gd name="csY2" fmla="*/ 444972 h 1355644"/>
              <a:gd name="csX3" fmla="*/ 4660244 w 7349980"/>
              <a:gd name="csY3" fmla="*/ 509772 h 1355644"/>
              <a:gd name="csX4" fmla="*/ 3393044 w 7349980"/>
              <a:gd name="csY4" fmla="*/ 552972 h 1355644"/>
              <a:gd name="csX5" fmla="*/ 2158139 w 7349980"/>
              <a:gd name="csY5" fmla="*/ 587626 h 1355644"/>
              <a:gd name="csX6" fmla="*/ 1935710 w 7349980"/>
              <a:gd name="csY6" fmla="*/ 1352831 h 1355644"/>
              <a:gd name="csX7" fmla="*/ 1685981 w 7349980"/>
              <a:gd name="csY7" fmla="*/ 275728 h 1355644"/>
              <a:gd name="csX8" fmla="*/ 541844 w 7349980"/>
              <a:gd name="csY8" fmla="*/ 149772 h 1355644"/>
              <a:gd name="csX9" fmla="*/ 0 w 7349980"/>
              <a:gd name="csY9" fmla="*/ 0 h 1355644"/>
              <a:gd name="csX0" fmla="*/ 7349980 w 7349980"/>
              <a:gd name="csY0" fmla="*/ 575108 h 1321321"/>
              <a:gd name="csX1" fmla="*/ 6437878 w 7349980"/>
              <a:gd name="csY1" fmla="*/ 423066 h 1321321"/>
              <a:gd name="csX2" fmla="*/ 5337044 w 7349980"/>
              <a:gd name="csY2" fmla="*/ 444972 h 1321321"/>
              <a:gd name="csX3" fmla="*/ 4660244 w 7349980"/>
              <a:gd name="csY3" fmla="*/ 509772 h 1321321"/>
              <a:gd name="csX4" fmla="*/ 3393044 w 7349980"/>
              <a:gd name="csY4" fmla="*/ 552972 h 1321321"/>
              <a:gd name="csX5" fmla="*/ 2158139 w 7349980"/>
              <a:gd name="csY5" fmla="*/ 587626 h 1321321"/>
              <a:gd name="csX6" fmla="*/ 1864509 w 7349980"/>
              <a:gd name="csY6" fmla="*/ 1318367 h 1321321"/>
              <a:gd name="csX7" fmla="*/ 1685981 w 7349980"/>
              <a:gd name="csY7" fmla="*/ 275728 h 1321321"/>
              <a:gd name="csX8" fmla="*/ 541844 w 7349980"/>
              <a:gd name="csY8" fmla="*/ 149772 h 1321321"/>
              <a:gd name="csX9" fmla="*/ 0 w 7349980"/>
              <a:gd name="csY9" fmla="*/ 0 h 1321321"/>
              <a:gd name="csX0" fmla="*/ 7349980 w 7349980"/>
              <a:gd name="csY0" fmla="*/ 575108 h 1319746"/>
              <a:gd name="csX1" fmla="*/ 6437878 w 7349980"/>
              <a:gd name="csY1" fmla="*/ 423066 h 1319746"/>
              <a:gd name="csX2" fmla="*/ 5337044 w 7349980"/>
              <a:gd name="csY2" fmla="*/ 444972 h 1319746"/>
              <a:gd name="csX3" fmla="*/ 4660244 w 7349980"/>
              <a:gd name="csY3" fmla="*/ 509772 h 1319746"/>
              <a:gd name="csX4" fmla="*/ 3393044 w 7349980"/>
              <a:gd name="csY4" fmla="*/ 552972 h 1319746"/>
              <a:gd name="csX5" fmla="*/ 2158139 w 7349980"/>
              <a:gd name="csY5" fmla="*/ 587626 h 1319746"/>
              <a:gd name="csX6" fmla="*/ 1864509 w 7349980"/>
              <a:gd name="csY6" fmla="*/ 1318367 h 1319746"/>
              <a:gd name="csX7" fmla="*/ 1685981 w 7349980"/>
              <a:gd name="csY7" fmla="*/ 275728 h 1319746"/>
              <a:gd name="csX8" fmla="*/ 541844 w 7349980"/>
              <a:gd name="csY8" fmla="*/ 149772 h 1319746"/>
              <a:gd name="csX9" fmla="*/ 0 w 7349980"/>
              <a:gd name="csY9" fmla="*/ 0 h 1319746"/>
              <a:gd name="csX0" fmla="*/ 7349980 w 7349980"/>
              <a:gd name="csY0" fmla="*/ 575108 h 1362740"/>
              <a:gd name="csX1" fmla="*/ 6437878 w 7349980"/>
              <a:gd name="csY1" fmla="*/ 423066 h 1362740"/>
              <a:gd name="csX2" fmla="*/ 5337044 w 7349980"/>
              <a:gd name="csY2" fmla="*/ 444972 h 1362740"/>
              <a:gd name="csX3" fmla="*/ 4660244 w 7349980"/>
              <a:gd name="csY3" fmla="*/ 509772 h 1362740"/>
              <a:gd name="csX4" fmla="*/ 3393044 w 7349980"/>
              <a:gd name="csY4" fmla="*/ 552972 h 1362740"/>
              <a:gd name="csX5" fmla="*/ 2158139 w 7349980"/>
              <a:gd name="csY5" fmla="*/ 587626 h 1362740"/>
              <a:gd name="csX6" fmla="*/ 1959443 w 7349980"/>
              <a:gd name="csY6" fmla="*/ 1361446 h 1362740"/>
              <a:gd name="csX7" fmla="*/ 1685981 w 7349980"/>
              <a:gd name="csY7" fmla="*/ 275728 h 1362740"/>
              <a:gd name="csX8" fmla="*/ 541844 w 7349980"/>
              <a:gd name="csY8" fmla="*/ 149772 h 1362740"/>
              <a:gd name="csX9" fmla="*/ 0 w 7349980"/>
              <a:gd name="csY9" fmla="*/ 0 h 1362740"/>
              <a:gd name="csX0" fmla="*/ 7349980 w 7349980"/>
              <a:gd name="csY0" fmla="*/ 575108 h 1362844"/>
              <a:gd name="csX1" fmla="*/ 6437878 w 7349980"/>
              <a:gd name="csY1" fmla="*/ 423066 h 1362844"/>
              <a:gd name="csX2" fmla="*/ 5337044 w 7349980"/>
              <a:gd name="csY2" fmla="*/ 444972 h 1362844"/>
              <a:gd name="csX3" fmla="*/ 4660244 w 7349980"/>
              <a:gd name="csY3" fmla="*/ 509772 h 1362844"/>
              <a:gd name="csX4" fmla="*/ 3393044 w 7349980"/>
              <a:gd name="csY4" fmla="*/ 552972 h 1362844"/>
              <a:gd name="csX5" fmla="*/ 2158139 w 7349980"/>
              <a:gd name="csY5" fmla="*/ 587626 h 1362844"/>
              <a:gd name="csX6" fmla="*/ 1959443 w 7349980"/>
              <a:gd name="csY6" fmla="*/ 1361446 h 1362844"/>
              <a:gd name="csX7" fmla="*/ 1757182 w 7349980"/>
              <a:gd name="csY7" fmla="*/ 370503 h 1362844"/>
              <a:gd name="csX8" fmla="*/ 541844 w 7349980"/>
              <a:gd name="csY8" fmla="*/ 149772 h 1362844"/>
              <a:gd name="csX9" fmla="*/ 0 w 7349980"/>
              <a:gd name="csY9" fmla="*/ 0 h 1362844"/>
              <a:gd name="csX0" fmla="*/ 7349980 w 7349980"/>
              <a:gd name="csY0" fmla="*/ 575108 h 1362844"/>
              <a:gd name="csX1" fmla="*/ 6437878 w 7349980"/>
              <a:gd name="csY1" fmla="*/ 423066 h 1362844"/>
              <a:gd name="csX2" fmla="*/ 5337044 w 7349980"/>
              <a:gd name="csY2" fmla="*/ 444972 h 1362844"/>
              <a:gd name="csX3" fmla="*/ 4660244 w 7349980"/>
              <a:gd name="csY3" fmla="*/ 509772 h 1362844"/>
              <a:gd name="csX4" fmla="*/ 3393044 w 7349980"/>
              <a:gd name="csY4" fmla="*/ 552972 h 1362844"/>
              <a:gd name="csX5" fmla="*/ 2158139 w 7349980"/>
              <a:gd name="csY5" fmla="*/ 587626 h 1362844"/>
              <a:gd name="csX6" fmla="*/ 1959443 w 7349980"/>
              <a:gd name="csY6" fmla="*/ 1361446 h 1362844"/>
              <a:gd name="csX7" fmla="*/ 1757182 w 7349980"/>
              <a:gd name="csY7" fmla="*/ 370503 h 1362844"/>
              <a:gd name="csX8" fmla="*/ 541844 w 7349980"/>
              <a:gd name="csY8" fmla="*/ 149772 h 1362844"/>
              <a:gd name="csX9" fmla="*/ 0 w 7349980"/>
              <a:gd name="csY9" fmla="*/ 0 h 1362844"/>
              <a:gd name="csX0" fmla="*/ 7349980 w 7349980"/>
              <a:gd name="csY0" fmla="*/ 575108 h 1363420"/>
              <a:gd name="csX1" fmla="*/ 6437878 w 7349980"/>
              <a:gd name="csY1" fmla="*/ 423066 h 1363420"/>
              <a:gd name="csX2" fmla="*/ 5337044 w 7349980"/>
              <a:gd name="csY2" fmla="*/ 444972 h 1363420"/>
              <a:gd name="csX3" fmla="*/ 4660244 w 7349980"/>
              <a:gd name="csY3" fmla="*/ 509772 h 1363420"/>
              <a:gd name="csX4" fmla="*/ 3393044 w 7349980"/>
              <a:gd name="csY4" fmla="*/ 552972 h 1363420"/>
              <a:gd name="csX5" fmla="*/ 2158139 w 7349980"/>
              <a:gd name="csY5" fmla="*/ 587626 h 1363420"/>
              <a:gd name="csX6" fmla="*/ 1959443 w 7349980"/>
              <a:gd name="csY6" fmla="*/ 1361446 h 1363420"/>
              <a:gd name="csX7" fmla="*/ 1543579 w 7349980"/>
              <a:gd name="csY7" fmla="*/ 327424 h 1363420"/>
              <a:gd name="csX8" fmla="*/ 541844 w 7349980"/>
              <a:gd name="csY8" fmla="*/ 149772 h 1363420"/>
              <a:gd name="csX9" fmla="*/ 0 w 7349980"/>
              <a:gd name="csY9" fmla="*/ 0 h 1363420"/>
              <a:gd name="csX0" fmla="*/ 7349980 w 7349980"/>
              <a:gd name="csY0" fmla="*/ 575108 h 1363420"/>
              <a:gd name="csX1" fmla="*/ 6437878 w 7349980"/>
              <a:gd name="csY1" fmla="*/ 423066 h 1363420"/>
              <a:gd name="csX2" fmla="*/ 5337044 w 7349980"/>
              <a:gd name="csY2" fmla="*/ 444972 h 1363420"/>
              <a:gd name="csX3" fmla="*/ 4660244 w 7349980"/>
              <a:gd name="csY3" fmla="*/ 509772 h 1363420"/>
              <a:gd name="csX4" fmla="*/ 3393044 w 7349980"/>
              <a:gd name="csY4" fmla="*/ 552972 h 1363420"/>
              <a:gd name="csX5" fmla="*/ 2158139 w 7349980"/>
              <a:gd name="csY5" fmla="*/ 587626 h 1363420"/>
              <a:gd name="csX6" fmla="*/ 1959443 w 7349980"/>
              <a:gd name="csY6" fmla="*/ 1361446 h 1363420"/>
              <a:gd name="csX7" fmla="*/ 1543579 w 7349980"/>
              <a:gd name="csY7" fmla="*/ 327424 h 1363420"/>
              <a:gd name="csX8" fmla="*/ 541844 w 7349980"/>
              <a:gd name="csY8" fmla="*/ 149772 h 1363420"/>
              <a:gd name="csX9" fmla="*/ 0 w 7349980"/>
              <a:gd name="csY9" fmla="*/ 0 h 1363420"/>
              <a:gd name="csX0" fmla="*/ 7349980 w 7349980"/>
              <a:gd name="csY0" fmla="*/ 575108 h 1363179"/>
              <a:gd name="csX1" fmla="*/ 6437878 w 7349980"/>
              <a:gd name="csY1" fmla="*/ 423066 h 1363179"/>
              <a:gd name="csX2" fmla="*/ 5337044 w 7349980"/>
              <a:gd name="csY2" fmla="*/ 444972 h 1363179"/>
              <a:gd name="csX3" fmla="*/ 4660244 w 7349980"/>
              <a:gd name="csY3" fmla="*/ 509772 h 1363179"/>
              <a:gd name="csX4" fmla="*/ 3393044 w 7349980"/>
              <a:gd name="csY4" fmla="*/ 552972 h 1363179"/>
              <a:gd name="csX5" fmla="*/ 2158139 w 7349980"/>
              <a:gd name="csY5" fmla="*/ 587626 h 1363179"/>
              <a:gd name="csX6" fmla="*/ 1959443 w 7349980"/>
              <a:gd name="csY6" fmla="*/ 1361446 h 1363179"/>
              <a:gd name="csX7" fmla="*/ 1733449 w 7349980"/>
              <a:gd name="csY7" fmla="*/ 344656 h 1363179"/>
              <a:gd name="csX8" fmla="*/ 541844 w 7349980"/>
              <a:gd name="csY8" fmla="*/ 149772 h 1363179"/>
              <a:gd name="csX9" fmla="*/ 0 w 7349980"/>
              <a:gd name="csY9" fmla="*/ 0 h 1363179"/>
              <a:gd name="csX0" fmla="*/ 7349980 w 7349980"/>
              <a:gd name="csY0" fmla="*/ 575108 h 1362042"/>
              <a:gd name="csX1" fmla="*/ 6437878 w 7349980"/>
              <a:gd name="csY1" fmla="*/ 423066 h 1362042"/>
              <a:gd name="csX2" fmla="*/ 5337044 w 7349980"/>
              <a:gd name="csY2" fmla="*/ 444972 h 1362042"/>
              <a:gd name="csX3" fmla="*/ 4660244 w 7349980"/>
              <a:gd name="csY3" fmla="*/ 509772 h 1362042"/>
              <a:gd name="csX4" fmla="*/ 3393044 w 7349980"/>
              <a:gd name="csY4" fmla="*/ 552972 h 1362042"/>
              <a:gd name="csX5" fmla="*/ 2158139 w 7349980"/>
              <a:gd name="csY5" fmla="*/ 587626 h 1362042"/>
              <a:gd name="csX6" fmla="*/ 1959443 w 7349980"/>
              <a:gd name="csY6" fmla="*/ 1361446 h 1362042"/>
              <a:gd name="csX7" fmla="*/ 1733449 w 7349980"/>
              <a:gd name="csY7" fmla="*/ 344656 h 1362042"/>
              <a:gd name="csX8" fmla="*/ 541844 w 7349980"/>
              <a:gd name="csY8" fmla="*/ 149772 h 1362042"/>
              <a:gd name="csX9" fmla="*/ 0 w 7349980"/>
              <a:gd name="csY9" fmla="*/ 0 h 1362042"/>
              <a:gd name="csX0" fmla="*/ 7349980 w 7349980"/>
              <a:gd name="csY0" fmla="*/ 575108 h 1362042"/>
              <a:gd name="csX1" fmla="*/ 6437878 w 7349980"/>
              <a:gd name="csY1" fmla="*/ 423066 h 1362042"/>
              <a:gd name="csX2" fmla="*/ 5337044 w 7349980"/>
              <a:gd name="csY2" fmla="*/ 444972 h 1362042"/>
              <a:gd name="csX3" fmla="*/ 4660244 w 7349980"/>
              <a:gd name="csY3" fmla="*/ 509772 h 1362042"/>
              <a:gd name="csX4" fmla="*/ 3393044 w 7349980"/>
              <a:gd name="csY4" fmla="*/ 552972 h 1362042"/>
              <a:gd name="csX5" fmla="*/ 2158139 w 7349980"/>
              <a:gd name="csY5" fmla="*/ 587626 h 1362042"/>
              <a:gd name="csX6" fmla="*/ 1959443 w 7349980"/>
              <a:gd name="csY6" fmla="*/ 1361446 h 1362042"/>
              <a:gd name="csX7" fmla="*/ 1733449 w 7349980"/>
              <a:gd name="csY7" fmla="*/ 344656 h 1362042"/>
              <a:gd name="csX8" fmla="*/ 672380 w 7349980"/>
              <a:gd name="csY8" fmla="*/ 72229 h 1362042"/>
              <a:gd name="csX9" fmla="*/ 0 w 7349980"/>
              <a:gd name="csY9" fmla="*/ 0 h 1362042"/>
              <a:gd name="csX0" fmla="*/ 7421181 w 7421181"/>
              <a:gd name="csY0" fmla="*/ 532697 h 1319631"/>
              <a:gd name="csX1" fmla="*/ 6509079 w 7421181"/>
              <a:gd name="csY1" fmla="*/ 380655 h 1319631"/>
              <a:gd name="csX2" fmla="*/ 5408245 w 7421181"/>
              <a:gd name="csY2" fmla="*/ 402561 h 1319631"/>
              <a:gd name="csX3" fmla="*/ 4731445 w 7421181"/>
              <a:gd name="csY3" fmla="*/ 467361 h 1319631"/>
              <a:gd name="csX4" fmla="*/ 3464245 w 7421181"/>
              <a:gd name="csY4" fmla="*/ 510561 h 1319631"/>
              <a:gd name="csX5" fmla="*/ 2229340 w 7421181"/>
              <a:gd name="csY5" fmla="*/ 545215 h 1319631"/>
              <a:gd name="csX6" fmla="*/ 2030644 w 7421181"/>
              <a:gd name="csY6" fmla="*/ 1319035 h 1319631"/>
              <a:gd name="csX7" fmla="*/ 1804650 w 7421181"/>
              <a:gd name="csY7" fmla="*/ 302245 h 1319631"/>
              <a:gd name="csX8" fmla="*/ 743581 w 7421181"/>
              <a:gd name="csY8" fmla="*/ 29818 h 1319631"/>
              <a:gd name="csX9" fmla="*/ 0 w 7421181"/>
              <a:gd name="csY9" fmla="*/ 9284 h 1319631"/>
              <a:gd name="csX0" fmla="*/ 7421181 w 7421181"/>
              <a:gd name="csY0" fmla="*/ 555211 h 1342145"/>
              <a:gd name="csX1" fmla="*/ 6509079 w 7421181"/>
              <a:gd name="csY1" fmla="*/ 403169 h 1342145"/>
              <a:gd name="csX2" fmla="*/ 5408245 w 7421181"/>
              <a:gd name="csY2" fmla="*/ 425075 h 1342145"/>
              <a:gd name="csX3" fmla="*/ 4731445 w 7421181"/>
              <a:gd name="csY3" fmla="*/ 489875 h 1342145"/>
              <a:gd name="csX4" fmla="*/ 3464245 w 7421181"/>
              <a:gd name="csY4" fmla="*/ 533075 h 1342145"/>
              <a:gd name="csX5" fmla="*/ 2229340 w 7421181"/>
              <a:gd name="csY5" fmla="*/ 567729 h 1342145"/>
              <a:gd name="csX6" fmla="*/ 2030644 w 7421181"/>
              <a:gd name="csY6" fmla="*/ 1341549 h 1342145"/>
              <a:gd name="csX7" fmla="*/ 1804650 w 7421181"/>
              <a:gd name="csY7" fmla="*/ 324759 h 1342145"/>
              <a:gd name="csX8" fmla="*/ 743581 w 7421181"/>
              <a:gd name="csY8" fmla="*/ 52332 h 1342145"/>
              <a:gd name="csX9" fmla="*/ 0 w 7421181"/>
              <a:gd name="csY9" fmla="*/ 31798 h 1342145"/>
              <a:gd name="csX0" fmla="*/ 7421181 w 7421181"/>
              <a:gd name="csY0" fmla="*/ 547625 h 1334559"/>
              <a:gd name="csX1" fmla="*/ 6509079 w 7421181"/>
              <a:gd name="csY1" fmla="*/ 395583 h 1334559"/>
              <a:gd name="csX2" fmla="*/ 5408245 w 7421181"/>
              <a:gd name="csY2" fmla="*/ 417489 h 1334559"/>
              <a:gd name="csX3" fmla="*/ 4731445 w 7421181"/>
              <a:gd name="csY3" fmla="*/ 482289 h 1334559"/>
              <a:gd name="csX4" fmla="*/ 3464245 w 7421181"/>
              <a:gd name="csY4" fmla="*/ 525489 h 1334559"/>
              <a:gd name="csX5" fmla="*/ 2229340 w 7421181"/>
              <a:gd name="csY5" fmla="*/ 560143 h 1334559"/>
              <a:gd name="csX6" fmla="*/ 2030644 w 7421181"/>
              <a:gd name="csY6" fmla="*/ 1333963 h 1334559"/>
              <a:gd name="csX7" fmla="*/ 1804650 w 7421181"/>
              <a:gd name="csY7" fmla="*/ 317173 h 1334559"/>
              <a:gd name="csX8" fmla="*/ 743581 w 7421181"/>
              <a:gd name="csY8" fmla="*/ 44746 h 1334559"/>
              <a:gd name="csX9" fmla="*/ 0 w 7421181"/>
              <a:gd name="csY9" fmla="*/ 24212 h 1334559"/>
              <a:gd name="csX0" fmla="*/ 7421181 w 7421181"/>
              <a:gd name="csY0" fmla="*/ 536643 h 1323577"/>
              <a:gd name="csX1" fmla="*/ 6509079 w 7421181"/>
              <a:gd name="csY1" fmla="*/ 384601 h 1323577"/>
              <a:gd name="csX2" fmla="*/ 5408245 w 7421181"/>
              <a:gd name="csY2" fmla="*/ 406507 h 1323577"/>
              <a:gd name="csX3" fmla="*/ 4731445 w 7421181"/>
              <a:gd name="csY3" fmla="*/ 471307 h 1323577"/>
              <a:gd name="csX4" fmla="*/ 3464245 w 7421181"/>
              <a:gd name="csY4" fmla="*/ 514507 h 1323577"/>
              <a:gd name="csX5" fmla="*/ 2229340 w 7421181"/>
              <a:gd name="csY5" fmla="*/ 549161 h 1323577"/>
              <a:gd name="csX6" fmla="*/ 2030644 w 7421181"/>
              <a:gd name="csY6" fmla="*/ 1322981 h 1323577"/>
              <a:gd name="csX7" fmla="*/ 1804650 w 7421181"/>
              <a:gd name="csY7" fmla="*/ 306191 h 1323577"/>
              <a:gd name="csX8" fmla="*/ 838515 w 7421181"/>
              <a:gd name="csY8" fmla="*/ 50995 h 1323577"/>
              <a:gd name="csX9" fmla="*/ 0 w 7421181"/>
              <a:gd name="csY9" fmla="*/ 13230 h 132357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838515 w 7421181"/>
              <a:gd name="csY8" fmla="*/ 37765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838515 w 7421181"/>
              <a:gd name="csY8" fmla="*/ 37765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0 w 7421181"/>
              <a:gd name="csY8"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900256 w 7421181"/>
              <a:gd name="csY8" fmla="*/ 44826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1446129 w 7421181"/>
              <a:gd name="csY8" fmla="*/ 260223 h 1310347"/>
              <a:gd name="csX9" fmla="*/ 900256 w 7421181"/>
              <a:gd name="csY9" fmla="*/ 44826 h 1310347"/>
              <a:gd name="csX10" fmla="*/ 0 w 7421181"/>
              <a:gd name="csY10" fmla="*/ 0 h 1310347"/>
              <a:gd name="csX0" fmla="*/ 7421181 w 7421181"/>
              <a:gd name="csY0" fmla="*/ 523413 h 1310421"/>
              <a:gd name="csX1" fmla="*/ 6509079 w 7421181"/>
              <a:gd name="csY1" fmla="*/ 371371 h 1310421"/>
              <a:gd name="csX2" fmla="*/ 5408245 w 7421181"/>
              <a:gd name="csY2" fmla="*/ 393277 h 1310421"/>
              <a:gd name="csX3" fmla="*/ 4731445 w 7421181"/>
              <a:gd name="csY3" fmla="*/ 458077 h 1310421"/>
              <a:gd name="csX4" fmla="*/ 3464245 w 7421181"/>
              <a:gd name="csY4" fmla="*/ 501277 h 1310421"/>
              <a:gd name="csX5" fmla="*/ 2229340 w 7421181"/>
              <a:gd name="csY5" fmla="*/ 535931 h 1310421"/>
              <a:gd name="csX6" fmla="*/ 2030644 w 7421181"/>
              <a:gd name="csY6" fmla="*/ 1309751 h 1310421"/>
              <a:gd name="csX7" fmla="*/ 1840250 w 7421181"/>
              <a:gd name="csY7" fmla="*/ 387735 h 1310421"/>
              <a:gd name="csX8" fmla="*/ 1446129 w 7421181"/>
              <a:gd name="csY8" fmla="*/ 260223 h 1310421"/>
              <a:gd name="csX9" fmla="*/ 900256 w 7421181"/>
              <a:gd name="csY9" fmla="*/ 44826 h 1310421"/>
              <a:gd name="csX10" fmla="*/ 0 w 7421181"/>
              <a:gd name="csY10" fmla="*/ 0 h 1310421"/>
              <a:gd name="csX0" fmla="*/ 7421181 w 7421181"/>
              <a:gd name="csY0" fmla="*/ 523413 h 1310848"/>
              <a:gd name="csX1" fmla="*/ 6509079 w 7421181"/>
              <a:gd name="csY1" fmla="*/ 371371 h 1310848"/>
              <a:gd name="csX2" fmla="*/ 5408245 w 7421181"/>
              <a:gd name="csY2" fmla="*/ 393277 h 1310848"/>
              <a:gd name="csX3" fmla="*/ 4731445 w 7421181"/>
              <a:gd name="csY3" fmla="*/ 458077 h 1310848"/>
              <a:gd name="csX4" fmla="*/ 3464245 w 7421181"/>
              <a:gd name="csY4" fmla="*/ 501277 h 1310848"/>
              <a:gd name="csX5" fmla="*/ 2229340 w 7421181"/>
              <a:gd name="csY5" fmla="*/ 535931 h 1310848"/>
              <a:gd name="csX6" fmla="*/ 2030644 w 7421181"/>
              <a:gd name="csY6" fmla="*/ 1309751 h 1310848"/>
              <a:gd name="csX7" fmla="*/ 1863983 w 7421181"/>
              <a:gd name="csY7" fmla="*/ 344656 h 1310848"/>
              <a:gd name="csX8" fmla="*/ 1446129 w 7421181"/>
              <a:gd name="csY8" fmla="*/ 260223 h 1310848"/>
              <a:gd name="csX9" fmla="*/ 900256 w 7421181"/>
              <a:gd name="csY9" fmla="*/ 44826 h 1310848"/>
              <a:gd name="csX10" fmla="*/ 0 w 7421181"/>
              <a:gd name="csY10" fmla="*/ 0 h 1310848"/>
              <a:gd name="csX0" fmla="*/ 7421181 w 7421181"/>
              <a:gd name="csY0" fmla="*/ 523413 h 1398836"/>
              <a:gd name="csX1" fmla="*/ 6509079 w 7421181"/>
              <a:gd name="csY1" fmla="*/ 371371 h 1398836"/>
              <a:gd name="csX2" fmla="*/ 5408245 w 7421181"/>
              <a:gd name="csY2" fmla="*/ 393277 h 1398836"/>
              <a:gd name="csX3" fmla="*/ 4731445 w 7421181"/>
              <a:gd name="csY3" fmla="*/ 458077 h 1398836"/>
              <a:gd name="csX4" fmla="*/ 3464245 w 7421181"/>
              <a:gd name="csY4" fmla="*/ 501277 h 1398836"/>
              <a:gd name="csX5" fmla="*/ 2229340 w 7421181"/>
              <a:gd name="csY5" fmla="*/ 535931 h 1398836"/>
              <a:gd name="csX6" fmla="*/ 2158139 w 7421181"/>
              <a:gd name="csY6" fmla="*/ 1268277 h 1398836"/>
              <a:gd name="csX7" fmla="*/ 2030644 w 7421181"/>
              <a:gd name="csY7" fmla="*/ 1309751 h 1398836"/>
              <a:gd name="csX8" fmla="*/ 1863983 w 7421181"/>
              <a:gd name="csY8" fmla="*/ 344656 h 1398836"/>
              <a:gd name="csX9" fmla="*/ 1446129 w 7421181"/>
              <a:gd name="csY9" fmla="*/ 260223 h 1398836"/>
              <a:gd name="csX10" fmla="*/ 900256 w 7421181"/>
              <a:gd name="csY10" fmla="*/ 44826 h 1398836"/>
              <a:gd name="csX11" fmla="*/ 0 w 7421181"/>
              <a:gd name="csY11" fmla="*/ 0 h 1398836"/>
              <a:gd name="csX0" fmla="*/ 7421181 w 7421181"/>
              <a:gd name="csY0" fmla="*/ 523413 h 1378372"/>
              <a:gd name="csX1" fmla="*/ 6509079 w 7421181"/>
              <a:gd name="csY1" fmla="*/ 371371 h 1378372"/>
              <a:gd name="csX2" fmla="*/ 5408245 w 7421181"/>
              <a:gd name="csY2" fmla="*/ 393277 h 1378372"/>
              <a:gd name="csX3" fmla="*/ 4731445 w 7421181"/>
              <a:gd name="csY3" fmla="*/ 458077 h 1378372"/>
              <a:gd name="csX4" fmla="*/ 3464245 w 7421181"/>
              <a:gd name="csY4" fmla="*/ 501277 h 1378372"/>
              <a:gd name="csX5" fmla="*/ 2229340 w 7421181"/>
              <a:gd name="csY5" fmla="*/ 535931 h 1378372"/>
              <a:gd name="csX6" fmla="*/ 2158139 w 7421181"/>
              <a:gd name="csY6" fmla="*/ 1268277 h 1378372"/>
              <a:gd name="csX7" fmla="*/ 1971311 w 7421181"/>
              <a:gd name="csY7" fmla="*/ 1275288 h 1378372"/>
              <a:gd name="csX8" fmla="*/ 1863983 w 7421181"/>
              <a:gd name="csY8" fmla="*/ 344656 h 1378372"/>
              <a:gd name="csX9" fmla="*/ 1446129 w 7421181"/>
              <a:gd name="csY9" fmla="*/ 260223 h 1378372"/>
              <a:gd name="csX10" fmla="*/ 900256 w 7421181"/>
              <a:gd name="csY10" fmla="*/ 44826 h 1378372"/>
              <a:gd name="csX11" fmla="*/ 0 w 7421181"/>
              <a:gd name="csY11" fmla="*/ 0 h 1378372"/>
              <a:gd name="csX0" fmla="*/ 7421181 w 7421181"/>
              <a:gd name="csY0" fmla="*/ 523413 h 1357070"/>
              <a:gd name="csX1" fmla="*/ 6509079 w 7421181"/>
              <a:gd name="csY1" fmla="*/ 371371 h 1357070"/>
              <a:gd name="csX2" fmla="*/ 5408245 w 7421181"/>
              <a:gd name="csY2" fmla="*/ 393277 h 1357070"/>
              <a:gd name="csX3" fmla="*/ 4731445 w 7421181"/>
              <a:gd name="csY3" fmla="*/ 458077 h 1357070"/>
              <a:gd name="csX4" fmla="*/ 3464245 w 7421181"/>
              <a:gd name="csY4" fmla="*/ 501277 h 1357070"/>
              <a:gd name="csX5" fmla="*/ 2229340 w 7421181"/>
              <a:gd name="csY5" fmla="*/ 535931 h 1357070"/>
              <a:gd name="csX6" fmla="*/ 2158139 w 7421181"/>
              <a:gd name="csY6" fmla="*/ 1268277 h 1357070"/>
              <a:gd name="csX7" fmla="*/ 1971311 w 7421181"/>
              <a:gd name="csY7" fmla="*/ 1232209 h 1357070"/>
              <a:gd name="csX8" fmla="*/ 1863983 w 7421181"/>
              <a:gd name="csY8" fmla="*/ 344656 h 1357070"/>
              <a:gd name="csX9" fmla="*/ 1446129 w 7421181"/>
              <a:gd name="csY9" fmla="*/ 260223 h 1357070"/>
              <a:gd name="csX10" fmla="*/ 900256 w 7421181"/>
              <a:gd name="csY10" fmla="*/ 44826 h 1357070"/>
              <a:gd name="csX11" fmla="*/ 0 w 7421181"/>
              <a:gd name="csY11" fmla="*/ 0 h 1357070"/>
              <a:gd name="csX0" fmla="*/ 7421181 w 7421181"/>
              <a:gd name="csY0" fmla="*/ 523413 h 1369263"/>
              <a:gd name="csX1" fmla="*/ 6509079 w 7421181"/>
              <a:gd name="csY1" fmla="*/ 371371 h 1369263"/>
              <a:gd name="csX2" fmla="*/ 5408245 w 7421181"/>
              <a:gd name="csY2" fmla="*/ 393277 h 1369263"/>
              <a:gd name="csX3" fmla="*/ 4731445 w 7421181"/>
              <a:gd name="csY3" fmla="*/ 458077 h 1369263"/>
              <a:gd name="csX4" fmla="*/ 3464245 w 7421181"/>
              <a:gd name="csY4" fmla="*/ 501277 h 1369263"/>
              <a:gd name="csX5" fmla="*/ 2229340 w 7421181"/>
              <a:gd name="csY5" fmla="*/ 535931 h 1369263"/>
              <a:gd name="csX6" fmla="*/ 2158139 w 7421181"/>
              <a:gd name="csY6" fmla="*/ 1268277 h 1369263"/>
              <a:gd name="csX7" fmla="*/ 1971311 w 7421181"/>
              <a:gd name="csY7" fmla="*/ 1258057 h 1369263"/>
              <a:gd name="csX8" fmla="*/ 1863983 w 7421181"/>
              <a:gd name="csY8" fmla="*/ 344656 h 1369263"/>
              <a:gd name="csX9" fmla="*/ 1446129 w 7421181"/>
              <a:gd name="csY9" fmla="*/ 260223 h 1369263"/>
              <a:gd name="csX10" fmla="*/ 900256 w 7421181"/>
              <a:gd name="csY10" fmla="*/ 44826 h 1369263"/>
              <a:gd name="csX11" fmla="*/ 0 w 7421181"/>
              <a:gd name="csY11" fmla="*/ 0 h 1369263"/>
              <a:gd name="csX0" fmla="*/ 7231311 w 7231311"/>
              <a:gd name="csY0" fmla="*/ 497566 h 1369263"/>
              <a:gd name="csX1" fmla="*/ 6509079 w 7231311"/>
              <a:gd name="csY1" fmla="*/ 371371 h 1369263"/>
              <a:gd name="csX2" fmla="*/ 5408245 w 7231311"/>
              <a:gd name="csY2" fmla="*/ 393277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390412 w 7231311"/>
              <a:gd name="csY1" fmla="*/ 440298 h 1369263"/>
              <a:gd name="csX2" fmla="*/ 5408245 w 7231311"/>
              <a:gd name="csY2" fmla="*/ 393277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390412 w 7231311"/>
              <a:gd name="csY1" fmla="*/ 440298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426013 w 7231311"/>
              <a:gd name="csY1" fmla="*/ 423065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426013 w 7231311"/>
              <a:gd name="csY1" fmla="*/ 423065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229340 w 7160110"/>
              <a:gd name="csY5" fmla="*/ 535931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229340 w 7160110"/>
              <a:gd name="csY5" fmla="*/ 535931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670626 w 7160110"/>
              <a:gd name="csY5" fmla="*/ 518700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59998"/>
              <a:gd name="csX1" fmla="*/ 6426013 w 7160110"/>
              <a:gd name="csY1" fmla="*/ 423065 h 1359998"/>
              <a:gd name="csX2" fmla="*/ 5479447 w 7160110"/>
              <a:gd name="csY2" fmla="*/ 427740 h 1359998"/>
              <a:gd name="csX3" fmla="*/ 4731445 w 7160110"/>
              <a:gd name="csY3" fmla="*/ 458077 h 1359998"/>
              <a:gd name="csX4" fmla="*/ 3464245 w 7160110"/>
              <a:gd name="csY4" fmla="*/ 501277 h 1359998"/>
              <a:gd name="csX5" fmla="*/ 2670626 w 7160110"/>
              <a:gd name="csY5" fmla="*/ 518700 h 1359998"/>
              <a:gd name="csX6" fmla="*/ 2610189 w 7160110"/>
              <a:gd name="csY6" fmla="*/ 1251046 h 1359998"/>
              <a:gd name="csX7" fmla="*/ 1971311 w 7160110"/>
              <a:gd name="csY7" fmla="*/ 1258057 h 1359998"/>
              <a:gd name="csX8" fmla="*/ 1863983 w 7160110"/>
              <a:gd name="csY8" fmla="*/ 344656 h 1359998"/>
              <a:gd name="csX9" fmla="*/ 1446129 w 7160110"/>
              <a:gd name="csY9" fmla="*/ 260223 h 1359998"/>
              <a:gd name="csX10" fmla="*/ 900256 w 7160110"/>
              <a:gd name="csY10" fmla="*/ 44826 h 1359998"/>
              <a:gd name="csX11" fmla="*/ 0 w 7160110"/>
              <a:gd name="csY11" fmla="*/ 0 h 1359998"/>
              <a:gd name="csX0" fmla="*/ 7160110 w 7160110"/>
              <a:gd name="csY0" fmla="*/ 575108 h 1350950"/>
              <a:gd name="csX1" fmla="*/ 6426013 w 7160110"/>
              <a:gd name="csY1" fmla="*/ 423065 h 1350950"/>
              <a:gd name="csX2" fmla="*/ 5479447 w 7160110"/>
              <a:gd name="csY2" fmla="*/ 427740 h 1350950"/>
              <a:gd name="csX3" fmla="*/ 4731445 w 7160110"/>
              <a:gd name="csY3" fmla="*/ 458077 h 1350950"/>
              <a:gd name="csX4" fmla="*/ 3464245 w 7160110"/>
              <a:gd name="csY4" fmla="*/ 501277 h 1350950"/>
              <a:gd name="csX5" fmla="*/ 2670626 w 7160110"/>
              <a:gd name="csY5" fmla="*/ 518700 h 1350950"/>
              <a:gd name="csX6" fmla="*/ 2610189 w 7160110"/>
              <a:gd name="csY6" fmla="*/ 1251046 h 1350950"/>
              <a:gd name="csX7" fmla="*/ 2132757 w 7160110"/>
              <a:gd name="csY7" fmla="*/ 1240826 h 1350950"/>
              <a:gd name="csX8" fmla="*/ 1863983 w 7160110"/>
              <a:gd name="csY8" fmla="*/ 344656 h 1350950"/>
              <a:gd name="csX9" fmla="*/ 1446129 w 7160110"/>
              <a:gd name="csY9" fmla="*/ 260223 h 1350950"/>
              <a:gd name="csX10" fmla="*/ 900256 w 7160110"/>
              <a:gd name="csY10" fmla="*/ 44826 h 1350950"/>
              <a:gd name="csX11" fmla="*/ 0 w 7160110"/>
              <a:gd name="csY11" fmla="*/ 0 h 1350950"/>
              <a:gd name="csX0" fmla="*/ 7160110 w 7160110"/>
              <a:gd name="csY0" fmla="*/ 575108 h 1349872"/>
              <a:gd name="csX1" fmla="*/ 6426013 w 7160110"/>
              <a:gd name="csY1" fmla="*/ 423065 h 1349872"/>
              <a:gd name="csX2" fmla="*/ 5479447 w 7160110"/>
              <a:gd name="csY2" fmla="*/ 427740 h 1349872"/>
              <a:gd name="csX3" fmla="*/ 4731445 w 7160110"/>
              <a:gd name="csY3" fmla="*/ 458077 h 1349872"/>
              <a:gd name="csX4" fmla="*/ 3464245 w 7160110"/>
              <a:gd name="csY4" fmla="*/ 501277 h 1349872"/>
              <a:gd name="csX5" fmla="*/ 2670626 w 7160110"/>
              <a:gd name="csY5" fmla="*/ 518700 h 1349872"/>
              <a:gd name="csX6" fmla="*/ 2610189 w 7160110"/>
              <a:gd name="csY6" fmla="*/ 1251046 h 1349872"/>
              <a:gd name="csX7" fmla="*/ 2132757 w 7160110"/>
              <a:gd name="csY7" fmla="*/ 1240826 h 1349872"/>
              <a:gd name="csX8" fmla="*/ 2068482 w 7160110"/>
              <a:gd name="csY8" fmla="*/ 361889 h 1349872"/>
              <a:gd name="csX9" fmla="*/ 1446129 w 7160110"/>
              <a:gd name="csY9" fmla="*/ 260223 h 1349872"/>
              <a:gd name="csX10" fmla="*/ 900256 w 7160110"/>
              <a:gd name="csY10" fmla="*/ 44826 h 1349872"/>
              <a:gd name="csX11" fmla="*/ 0 w 7160110"/>
              <a:gd name="csY11" fmla="*/ 0 h 1349872"/>
              <a:gd name="csX0" fmla="*/ 7160110 w 7160110"/>
              <a:gd name="csY0" fmla="*/ 575108 h 1349872"/>
              <a:gd name="csX1" fmla="*/ 6426013 w 7160110"/>
              <a:gd name="csY1" fmla="*/ 423065 h 1349872"/>
              <a:gd name="csX2" fmla="*/ 5479447 w 7160110"/>
              <a:gd name="csY2" fmla="*/ 427740 h 1349872"/>
              <a:gd name="csX3" fmla="*/ 4731445 w 7160110"/>
              <a:gd name="csY3" fmla="*/ 458077 h 1349872"/>
              <a:gd name="csX4" fmla="*/ 3431956 w 7160110"/>
              <a:gd name="csY4" fmla="*/ 475429 h 1349872"/>
              <a:gd name="csX5" fmla="*/ 2670626 w 7160110"/>
              <a:gd name="csY5" fmla="*/ 518700 h 1349872"/>
              <a:gd name="csX6" fmla="*/ 2610189 w 7160110"/>
              <a:gd name="csY6" fmla="*/ 1251046 h 1349872"/>
              <a:gd name="csX7" fmla="*/ 2132757 w 7160110"/>
              <a:gd name="csY7" fmla="*/ 1240826 h 1349872"/>
              <a:gd name="csX8" fmla="*/ 2068482 w 7160110"/>
              <a:gd name="csY8" fmla="*/ 361889 h 1349872"/>
              <a:gd name="csX9" fmla="*/ 1446129 w 7160110"/>
              <a:gd name="csY9" fmla="*/ 260223 h 1349872"/>
              <a:gd name="csX10" fmla="*/ 900256 w 7160110"/>
              <a:gd name="csY10" fmla="*/ 44826 h 1349872"/>
              <a:gd name="csX11" fmla="*/ 0 w 7160110"/>
              <a:gd name="csY11" fmla="*/ 0 h 1349872"/>
              <a:gd name="csX0" fmla="*/ 7160110 w 7160110"/>
              <a:gd name="csY0" fmla="*/ 575108 h 2069898"/>
              <a:gd name="csX1" fmla="*/ 6426013 w 7160110"/>
              <a:gd name="csY1" fmla="*/ 423065 h 2069898"/>
              <a:gd name="csX2" fmla="*/ 5479447 w 7160110"/>
              <a:gd name="csY2" fmla="*/ 427740 h 2069898"/>
              <a:gd name="csX3" fmla="*/ 4731445 w 7160110"/>
              <a:gd name="csY3" fmla="*/ 458077 h 2069898"/>
              <a:gd name="csX4" fmla="*/ 3418076 w 7160110"/>
              <a:gd name="csY4" fmla="*/ 2069852 h 2069898"/>
              <a:gd name="csX5" fmla="*/ 2670626 w 7160110"/>
              <a:gd name="csY5" fmla="*/ 518700 h 2069898"/>
              <a:gd name="csX6" fmla="*/ 2610189 w 7160110"/>
              <a:gd name="csY6" fmla="*/ 1251046 h 2069898"/>
              <a:gd name="csX7" fmla="*/ 2132757 w 7160110"/>
              <a:gd name="csY7" fmla="*/ 1240826 h 2069898"/>
              <a:gd name="csX8" fmla="*/ 2068482 w 7160110"/>
              <a:gd name="csY8" fmla="*/ 361889 h 2069898"/>
              <a:gd name="csX9" fmla="*/ 1446129 w 7160110"/>
              <a:gd name="csY9" fmla="*/ 260223 h 2069898"/>
              <a:gd name="csX10" fmla="*/ 900256 w 7160110"/>
              <a:gd name="csY10" fmla="*/ 44826 h 2069898"/>
              <a:gd name="csX11" fmla="*/ 0 w 7160110"/>
              <a:gd name="csY11" fmla="*/ 0 h 2069898"/>
              <a:gd name="csX0" fmla="*/ 7160110 w 7160110"/>
              <a:gd name="csY0" fmla="*/ 575108 h 2179784"/>
              <a:gd name="csX1" fmla="*/ 6426013 w 7160110"/>
              <a:gd name="csY1" fmla="*/ 423065 h 2179784"/>
              <a:gd name="csX2" fmla="*/ 5479447 w 7160110"/>
              <a:gd name="csY2" fmla="*/ 427740 h 2179784"/>
              <a:gd name="csX3" fmla="*/ 4731445 w 7160110"/>
              <a:gd name="csY3" fmla="*/ 458077 h 2179784"/>
              <a:gd name="csX4" fmla="*/ 3418076 w 7160110"/>
              <a:gd name="csY4" fmla="*/ 2069852 h 2179784"/>
              <a:gd name="csX5" fmla="*/ 2781668 w 7160110"/>
              <a:gd name="csY5" fmla="*/ 2101311 h 2179784"/>
              <a:gd name="csX6" fmla="*/ 2610189 w 7160110"/>
              <a:gd name="csY6" fmla="*/ 1251046 h 2179784"/>
              <a:gd name="csX7" fmla="*/ 2132757 w 7160110"/>
              <a:gd name="csY7" fmla="*/ 1240826 h 2179784"/>
              <a:gd name="csX8" fmla="*/ 2068482 w 7160110"/>
              <a:gd name="csY8" fmla="*/ 361889 h 2179784"/>
              <a:gd name="csX9" fmla="*/ 1446129 w 7160110"/>
              <a:gd name="csY9" fmla="*/ 260223 h 2179784"/>
              <a:gd name="csX10" fmla="*/ 900256 w 7160110"/>
              <a:gd name="csY10" fmla="*/ 44826 h 2179784"/>
              <a:gd name="csX11" fmla="*/ 0 w 7160110"/>
              <a:gd name="csY11" fmla="*/ 0 h 2179784"/>
              <a:gd name="csX0" fmla="*/ 7160110 w 7160110"/>
              <a:gd name="csY0" fmla="*/ 575108 h 2262582"/>
              <a:gd name="csX1" fmla="*/ 6426013 w 7160110"/>
              <a:gd name="csY1" fmla="*/ 423065 h 2262582"/>
              <a:gd name="csX2" fmla="*/ 5479447 w 7160110"/>
              <a:gd name="csY2" fmla="*/ 427740 h 2262582"/>
              <a:gd name="csX3" fmla="*/ 4745327 w 7160110"/>
              <a:gd name="csY3" fmla="*/ 2158794 h 2262582"/>
              <a:gd name="csX4" fmla="*/ 3418076 w 7160110"/>
              <a:gd name="csY4" fmla="*/ 2069852 h 2262582"/>
              <a:gd name="csX5" fmla="*/ 2781668 w 7160110"/>
              <a:gd name="csY5" fmla="*/ 2101311 h 2262582"/>
              <a:gd name="csX6" fmla="*/ 2610189 w 7160110"/>
              <a:gd name="csY6" fmla="*/ 1251046 h 2262582"/>
              <a:gd name="csX7" fmla="*/ 2132757 w 7160110"/>
              <a:gd name="csY7" fmla="*/ 1240826 h 2262582"/>
              <a:gd name="csX8" fmla="*/ 2068482 w 7160110"/>
              <a:gd name="csY8" fmla="*/ 361889 h 2262582"/>
              <a:gd name="csX9" fmla="*/ 1446129 w 7160110"/>
              <a:gd name="csY9" fmla="*/ 260223 h 2262582"/>
              <a:gd name="csX10" fmla="*/ 900256 w 7160110"/>
              <a:gd name="csY10" fmla="*/ 44826 h 2262582"/>
              <a:gd name="csX11" fmla="*/ 0 w 7160110"/>
              <a:gd name="csY11" fmla="*/ 0 h 2262582"/>
              <a:gd name="csX0" fmla="*/ 7160110 w 7160110"/>
              <a:gd name="csY0" fmla="*/ 575108 h 2351129"/>
              <a:gd name="csX1" fmla="*/ 6426013 w 7160110"/>
              <a:gd name="csY1" fmla="*/ 423065 h 2351129"/>
              <a:gd name="csX2" fmla="*/ 5521088 w 7160110"/>
              <a:gd name="csY2" fmla="*/ 2234752 h 2351129"/>
              <a:gd name="csX3" fmla="*/ 4745327 w 7160110"/>
              <a:gd name="csY3" fmla="*/ 2158794 h 2351129"/>
              <a:gd name="csX4" fmla="*/ 3418076 w 7160110"/>
              <a:gd name="csY4" fmla="*/ 2069852 h 2351129"/>
              <a:gd name="csX5" fmla="*/ 2781668 w 7160110"/>
              <a:gd name="csY5" fmla="*/ 2101311 h 2351129"/>
              <a:gd name="csX6" fmla="*/ 2610189 w 7160110"/>
              <a:gd name="csY6" fmla="*/ 1251046 h 2351129"/>
              <a:gd name="csX7" fmla="*/ 2132757 w 7160110"/>
              <a:gd name="csY7" fmla="*/ 1240826 h 2351129"/>
              <a:gd name="csX8" fmla="*/ 2068482 w 7160110"/>
              <a:gd name="csY8" fmla="*/ 361889 h 2351129"/>
              <a:gd name="csX9" fmla="*/ 1446129 w 7160110"/>
              <a:gd name="csY9" fmla="*/ 260223 h 2351129"/>
              <a:gd name="csX10" fmla="*/ 900256 w 7160110"/>
              <a:gd name="csY10" fmla="*/ 44826 h 2351129"/>
              <a:gd name="csX11" fmla="*/ 0 w 7160110"/>
              <a:gd name="csY11" fmla="*/ 0 h 2351129"/>
              <a:gd name="csX0" fmla="*/ 7160110 w 7160110"/>
              <a:gd name="csY0" fmla="*/ 575108 h 2262515"/>
              <a:gd name="csX1" fmla="*/ 6550936 w 7160110"/>
              <a:gd name="csY1" fmla="*/ 1651361 h 2262515"/>
              <a:gd name="csX2" fmla="*/ 5521088 w 7160110"/>
              <a:gd name="csY2" fmla="*/ 2234752 h 2262515"/>
              <a:gd name="csX3" fmla="*/ 4745327 w 7160110"/>
              <a:gd name="csY3" fmla="*/ 2158794 h 2262515"/>
              <a:gd name="csX4" fmla="*/ 3418076 w 7160110"/>
              <a:gd name="csY4" fmla="*/ 2069852 h 2262515"/>
              <a:gd name="csX5" fmla="*/ 2781668 w 7160110"/>
              <a:gd name="csY5" fmla="*/ 2101311 h 2262515"/>
              <a:gd name="csX6" fmla="*/ 2610189 w 7160110"/>
              <a:gd name="csY6" fmla="*/ 1251046 h 2262515"/>
              <a:gd name="csX7" fmla="*/ 2132757 w 7160110"/>
              <a:gd name="csY7" fmla="*/ 1240826 h 2262515"/>
              <a:gd name="csX8" fmla="*/ 2068482 w 7160110"/>
              <a:gd name="csY8" fmla="*/ 361889 h 2262515"/>
              <a:gd name="csX9" fmla="*/ 1446129 w 7160110"/>
              <a:gd name="csY9" fmla="*/ 260223 h 2262515"/>
              <a:gd name="csX10" fmla="*/ 900256 w 7160110"/>
              <a:gd name="csY10" fmla="*/ 44826 h 2262515"/>
              <a:gd name="csX11" fmla="*/ 0 w 7160110"/>
              <a:gd name="csY11" fmla="*/ 0 h 2262515"/>
              <a:gd name="csX0" fmla="*/ 7160110 w 7160110"/>
              <a:gd name="csY0" fmla="*/ 575108 h 2262515"/>
              <a:gd name="csX1" fmla="*/ 6550936 w 7160110"/>
              <a:gd name="csY1" fmla="*/ 1651361 h 2262515"/>
              <a:gd name="csX2" fmla="*/ 5521088 w 7160110"/>
              <a:gd name="csY2" fmla="*/ 2234752 h 2262515"/>
              <a:gd name="csX3" fmla="*/ 4745327 w 7160110"/>
              <a:gd name="csY3" fmla="*/ 2158794 h 2262515"/>
              <a:gd name="csX4" fmla="*/ 3418076 w 7160110"/>
              <a:gd name="csY4" fmla="*/ 2069852 h 2262515"/>
              <a:gd name="csX5" fmla="*/ 2781668 w 7160110"/>
              <a:gd name="csY5" fmla="*/ 2101311 h 2262515"/>
              <a:gd name="csX6" fmla="*/ 2610189 w 7160110"/>
              <a:gd name="csY6" fmla="*/ 1251046 h 2262515"/>
              <a:gd name="csX7" fmla="*/ 2132757 w 7160110"/>
              <a:gd name="csY7" fmla="*/ 1240826 h 2262515"/>
              <a:gd name="csX8" fmla="*/ 2068482 w 7160110"/>
              <a:gd name="csY8" fmla="*/ 361889 h 2262515"/>
              <a:gd name="csX9" fmla="*/ 1446129 w 7160110"/>
              <a:gd name="csY9" fmla="*/ 260223 h 2262515"/>
              <a:gd name="csX10" fmla="*/ 900256 w 7160110"/>
              <a:gd name="csY10" fmla="*/ 44826 h 2262515"/>
              <a:gd name="csX11" fmla="*/ 0 w 7160110"/>
              <a:gd name="csY11" fmla="*/ 0 h 2262515"/>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3418076 w 7160110"/>
              <a:gd name="csY5" fmla="*/ 2069852 h 2261028"/>
              <a:gd name="csX6" fmla="*/ 2781668 w 7160110"/>
              <a:gd name="csY6" fmla="*/ 2101311 h 2261028"/>
              <a:gd name="csX7" fmla="*/ 2610189 w 7160110"/>
              <a:gd name="csY7" fmla="*/ 1251046 h 2261028"/>
              <a:gd name="csX8" fmla="*/ 2132757 w 7160110"/>
              <a:gd name="csY8" fmla="*/ 1240826 h 2261028"/>
              <a:gd name="csX9" fmla="*/ 2068482 w 7160110"/>
              <a:gd name="csY9" fmla="*/ 361889 h 2261028"/>
              <a:gd name="csX10" fmla="*/ 1446129 w 7160110"/>
              <a:gd name="csY10" fmla="*/ 260223 h 2261028"/>
              <a:gd name="csX11" fmla="*/ 900256 w 7160110"/>
              <a:gd name="csY11" fmla="*/ 44826 h 2261028"/>
              <a:gd name="csX12" fmla="*/ 0 w 7160110"/>
              <a:gd name="csY12"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3418076 w 7160110"/>
              <a:gd name="csY5" fmla="*/ 2069852 h 2261028"/>
              <a:gd name="csX6" fmla="*/ 2781668 w 7160110"/>
              <a:gd name="csY6" fmla="*/ 2101311 h 2261028"/>
              <a:gd name="csX7" fmla="*/ 2610189 w 7160110"/>
              <a:gd name="csY7" fmla="*/ 1251046 h 2261028"/>
              <a:gd name="csX8" fmla="*/ 2132757 w 7160110"/>
              <a:gd name="csY8" fmla="*/ 1240826 h 2261028"/>
              <a:gd name="csX9" fmla="*/ 2068482 w 7160110"/>
              <a:gd name="csY9" fmla="*/ 361889 h 2261028"/>
              <a:gd name="csX10" fmla="*/ 1446129 w 7160110"/>
              <a:gd name="csY10" fmla="*/ 260223 h 2261028"/>
              <a:gd name="csX11" fmla="*/ 900256 w 7160110"/>
              <a:gd name="csY11" fmla="*/ 44826 h 2261028"/>
              <a:gd name="csX12" fmla="*/ 0 w 7160110"/>
              <a:gd name="csY12"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3418076 w 7160110"/>
              <a:gd name="csY5" fmla="*/ 2069852 h 2261028"/>
              <a:gd name="csX6" fmla="*/ 2781668 w 7160110"/>
              <a:gd name="csY6" fmla="*/ 2101311 h 2261028"/>
              <a:gd name="csX7" fmla="*/ 2610189 w 7160110"/>
              <a:gd name="csY7" fmla="*/ 1251046 h 2261028"/>
              <a:gd name="csX8" fmla="*/ 2132757 w 7160110"/>
              <a:gd name="csY8" fmla="*/ 1240826 h 2261028"/>
              <a:gd name="csX9" fmla="*/ 2068482 w 7160110"/>
              <a:gd name="csY9" fmla="*/ 361889 h 2261028"/>
              <a:gd name="csX10" fmla="*/ 1446129 w 7160110"/>
              <a:gd name="csY10" fmla="*/ 260223 h 2261028"/>
              <a:gd name="csX11" fmla="*/ 900256 w 7160110"/>
              <a:gd name="csY11" fmla="*/ 44826 h 2261028"/>
              <a:gd name="csX12" fmla="*/ 0 w 7160110"/>
              <a:gd name="csY12"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3418076 w 7160110"/>
              <a:gd name="csY5" fmla="*/ 2069852 h 2261028"/>
              <a:gd name="csX6" fmla="*/ 2781668 w 7160110"/>
              <a:gd name="csY6" fmla="*/ 2101311 h 2261028"/>
              <a:gd name="csX7" fmla="*/ 2610189 w 7160110"/>
              <a:gd name="csY7" fmla="*/ 1251046 h 2261028"/>
              <a:gd name="csX8" fmla="*/ 2132757 w 7160110"/>
              <a:gd name="csY8" fmla="*/ 1240826 h 2261028"/>
              <a:gd name="csX9" fmla="*/ 2068482 w 7160110"/>
              <a:gd name="csY9" fmla="*/ 361889 h 2261028"/>
              <a:gd name="csX10" fmla="*/ 1446129 w 7160110"/>
              <a:gd name="csY10" fmla="*/ 260223 h 2261028"/>
              <a:gd name="csX11" fmla="*/ 900256 w 7160110"/>
              <a:gd name="csY11" fmla="*/ 44826 h 2261028"/>
              <a:gd name="csX12" fmla="*/ 0 w 7160110"/>
              <a:gd name="csY12"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3418076 w 7160110"/>
              <a:gd name="csY5" fmla="*/ 2069852 h 2261028"/>
              <a:gd name="csX6" fmla="*/ 2726148 w 7160110"/>
              <a:gd name="csY6" fmla="*/ 2136742 h 2261028"/>
              <a:gd name="csX7" fmla="*/ 2610189 w 7160110"/>
              <a:gd name="csY7" fmla="*/ 1251046 h 2261028"/>
              <a:gd name="csX8" fmla="*/ 2132757 w 7160110"/>
              <a:gd name="csY8" fmla="*/ 1240826 h 2261028"/>
              <a:gd name="csX9" fmla="*/ 2068482 w 7160110"/>
              <a:gd name="csY9" fmla="*/ 361889 h 2261028"/>
              <a:gd name="csX10" fmla="*/ 1446129 w 7160110"/>
              <a:gd name="csY10" fmla="*/ 260223 h 2261028"/>
              <a:gd name="csX11" fmla="*/ 900256 w 7160110"/>
              <a:gd name="csY11" fmla="*/ 44826 h 2261028"/>
              <a:gd name="csX12" fmla="*/ 0 w 7160110"/>
              <a:gd name="csY12"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2726148 w 7160110"/>
              <a:gd name="csY5" fmla="*/ 2136742 h 2261028"/>
              <a:gd name="csX6" fmla="*/ 2610189 w 7160110"/>
              <a:gd name="csY6" fmla="*/ 1251046 h 2261028"/>
              <a:gd name="csX7" fmla="*/ 2132757 w 7160110"/>
              <a:gd name="csY7" fmla="*/ 1240826 h 2261028"/>
              <a:gd name="csX8" fmla="*/ 2068482 w 7160110"/>
              <a:gd name="csY8" fmla="*/ 361889 h 2261028"/>
              <a:gd name="csX9" fmla="*/ 1446129 w 7160110"/>
              <a:gd name="csY9" fmla="*/ 260223 h 2261028"/>
              <a:gd name="csX10" fmla="*/ 900256 w 7160110"/>
              <a:gd name="csY10" fmla="*/ 44826 h 2261028"/>
              <a:gd name="csX11" fmla="*/ 0 w 7160110"/>
              <a:gd name="csY11"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2656747 w 7160110"/>
              <a:gd name="csY5" fmla="*/ 2065879 h 2261028"/>
              <a:gd name="csX6" fmla="*/ 2610189 w 7160110"/>
              <a:gd name="csY6" fmla="*/ 1251046 h 2261028"/>
              <a:gd name="csX7" fmla="*/ 2132757 w 7160110"/>
              <a:gd name="csY7" fmla="*/ 1240826 h 2261028"/>
              <a:gd name="csX8" fmla="*/ 2068482 w 7160110"/>
              <a:gd name="csY8" fmla="*/ 361889 h 2261028"/>
              <a:gd name="csX9" fmla="*/ 1446129 w 7160110"/>
              <a:gd name="csY9" fmla="*/ 260223 h 2261028"/>
              <a:gd name="csX10" fmla="*/ 900256 w 7160110"/>
              <a:gd name="csY10" fmla="*/ 44826 h 2261028"/>
              <a:gd name="csX11" fmla="*/ 0 w 7160110"/>
              <a:gd name="csY11"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2656747 w 7160110"/>
              <a:gd name="csY5" fmla="*/ 2065879 h 2261028"/>
              <a:gd name="csX6" fmla="*/ 2610189 w 7160110"/>
              <a:gd name="csY6" fmla="*/ 1251046 h 2261028"/>
              <a:gd name="csX7" fmla="*/ 2132757 w 7160110"/>
              <a:gd name="csY7" fmla="*/ 1240826 h 2261028"/>
              <a:gd name="csX8" fmla="*/ 2068482 w 7160110"/>
              <a:gd name="csY8" fmla="*/ 361889 h 2261028"/>
              <a:gd name="csX9" fmla="*/ 1446129 w 7160110"/>
              <a:gd name="csY9" fmla="*/ 260223 h 2261028"/>
              <a:gd name="csX10" fmla="*/ 900256 w 7160110"/>
              <a:gd name="csY10" fmla="*/ 44826 h 2261028"/>
              <a:gd name="csX11" fmla="*/ 0 w 7160110"/>
              <a:gd name="csY11"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2656747 w 7160110"/>
              <a:gd name="csY5" fmla="*/ 2065879 h 2261028"/>
              <a:gd name="csX6" fmla="*/ 2610189 w 7160110"/>
              <a:gd name="csY6" fmla="*/ 1251046 h 2261028"/>
              <a:gd name="csX7" fmla="*/ 2132757 w 7160110"/>
              <a:gd name="csY7" fmla="*/ 1240826 h 2261028"/>
              <a:gd name="csX8" fmla="*/ 2068482 w 7160110"/>
              <a:gd name="csY8" fmla="*/ 361889 h 2261028"/>
              <a:gd name="csX9" fmla="*/ 1446129 w 7160110"/>
              <a:gd name="csY9" fmla="*/ 260223 h 2261028"/>
              <a:gd name="csX10" fmla="*/ 900256 w 7160110"/>
              <a:gd name="csY10" fmla="*/ 44826 h 2261028"/>
              <a:gd name="csX11" fmla="*/ 0 w 7160110"/>
              <a:gd name="csY11"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2656747 w 7160110"/>
              <a:gd name="csY5" fmla="*/ 2065879 h 2261028"/>
              <a:gd name="csX6" fmla="*/ 2582430 w 7160110"/>
              <a:gd name="csY6" fmla="*/ 1286478 h 2261028"/>
              <a:gd name="csX7" fmla="*/ 2132757 w 7160110"/>
              <a:gd name="csY7" fmla="*/ 1240826 h 2261028"/>
              <a:gd name="csX8" fmla="*/ 2068482 w 7160110"/>
              <a:gd name="csY8" fmla="*/ 361889 h 2261028"/>
              <a:gd name="csX9" fmla="*/ 1446129 w 7160110"/>
              <a:gd name="csY9" fmla="*/ 260223 h 2261028"/>
              <a:gd name="csX10" fmla="*/ 900256 w 7160110"/>
              <a:gd name="csY10" fmla="*/ 44826 h 2261028"/>
              <a:gd name="csX11" fmla="*/ 0 w 7160110"/>
              <a:gd name="csY11" fmla="*/ 0 h 2261028"/>
              <a:gd name="csX0" fmla="*/ 7215630 w 7215630"/>
              <a:gd name="csY0" fmla="*/ 811318 h 2261028"/>
              <a:gd name="csX1" fmla="*/ 6550936 w 7215630"/>
              <a:gd name="csY1" fmla="*/ 1651361 h 2261028"/>
              <a:gd name="csX2" fmla="*/ 5521088 w 7215630"/>
              <a:gd name="csY2" fmla="*/ 2234752 h 2261028"/>
              <a:gd name="csX3" fmla="*/ 4745327 w 7215630"/>
              <a:gd name="csY3" fmla="*/ 2158794 h 2261028"/>
              <a:gd name="csX4" fmla="*/ 3517474 w 7215630"/>
              <a:gd name="csY4" fmla="*/ 2143392 h 2261028"/>
              <a:gd name="csX5" fmla="*/ 2656747 w 7215630"/>
              <a:gd name="csY5" fmla="*/ 2065879 h 2261028"/>
              <a:gd name="csX6" fmla="*/ 2582430 w 7215630"/>
              <a:gd name="csY6" fmla="*/ 1286478 h 2261028"/>
              <a:gd name="csX7" fmla="*/ 2132757 w 7215630"/>
              <a:gd name="csY7" fmla="*/ 1240826 h 2261028"/>
              <a:gd name="csX8" fmla="*/ 2068482 w 7215630"/>
              <a:gd name="csY8" fmla="*/ 361889 h 2261028"/>
              <a:gd name="csX9" fmla="*/ 1446129 w 7215630"/>
              <a:gd name="csY9" fmla="*/ 260223 h 2261028"/>
              <a:gd name="csX10" fmla="*/ 900256 w 7215630"/>
              <a:gd name="csY10" fmla="*/ 44826 h 2261028"/>
              <a:gd name="csX11" fmla="*/ 0 w 7215630"/>
              <a:gd name="csY11" fmla="*/ 0 h 2261028"/>
              <a:gd name="csX0" fmla="*/ 7215630 w 7215630"/>
              <a:gd name="csY0" fmla="*/ 811318 h 2261028"/>
              <a:gd name="csX1" fmla="*/ 6550936 w 7215630"/>
              <a:gd name="csY1" fmla="*/ 1651361 h 2261028"/>
              <a:gd name="csX2" fmla="*/ 5521088 w 7215630"/>
              <a:gd name="csY2" fmla="*/ 2234752 h 2261028"/>
              <a:gd name="csX3" fmla="*/ 4745327 w 7215630"/>
              <a:gd name="csY3" fmla="*/ 2158794 h 2261028"/>
              <a:gd name="csX4" fmla="*/ 3517474 w 7215630"/>
              <a:gd name="csY4" fmla="*/ 2143392 h 2261028"/>
              <a:gd name="csX5" fmla="*/ 2656747 w 7215630"/>
              <a:gd name="csY5" fmla="*/ 2065879 h 2261028"/>
              <a:gd name="csX6" fmla="*/ 2582430 w 7215630"/>
              <a:gd name="csY6" fmla="*/ 1286478 h 2261028"/>
              <a:gd name="csX7" fmla="*/ 2132757 w 7215630"/>
              <a:gd name="csY7" fmla="*/ 1240826 h 2261028"/>
              <a:gd name="csX8" fmla="*/ 2068482 w 7215630"/>
              <a:gd name="csY8" fmla="*/ 361889 h 2261028"/>
              <a:gd name="csX9" fmla="*/ 1446129 w 7215630"/>
              <a:gd name="csY9" fmla="*/ 260223 h 2261028"/>
              <a:gd name="csX10" fmla="*/ 900256 w 7215630"/>
              <a:gd name="csY10" fmla="*/ 44826 h 2261028"/>
              <a:gd name="csX11" fmla="*/ 0 w 7215630"/>
              <a:gd name="csY11" fmla="*/ 0 h 2261028"/>
              <a:gd name="csX0" fmla="*/ 7021307 w 7021307"/>
              <a:gd name="csY0" fmla="*/ 834939 h 2261028"/>
              <a:gd name="csX1" fmla="*/ 6550936 w 7021307"/>
              <a:gd name="csY1" fmla="*/ 1651361 h 2261028"/>
              <a:gd name="csX2" fmla="*/ 5521088 w 7021307"/>
              <a:gd name="csY2" fmla="*/ 2234752 h 2261028"/>
              <a:gd name="csX3" fmla="*/ 4745327 w 7021307"/>
              <a:gd name="csY3" fmla="*/ 2158794 h 2261028"/>
              <a:gd name="csX4" fmla="*/ 3517474 w 7021307"/>
              <a:gd name="csY4" fmla="*/ 2143392 h 2261028"/>
              <a:gd name="csX5" fmla="*/ 2656747 w 7021307"/>
              <a:gd name="csY5" fmla="*/ 2065879 h 2261028"/>
              <a:gd name="csX6" fmla="*/ 2582430 w 7021307"/>
              <a:gd name="csY6" fmla="*/ 1286478 h 2261028"/>
              <a:gd name="csX7" fmla="*/ 2132757 w 7021307"/>
              <a:gd name="csY7" fmla="*/ 1240826 h 2261028"/>
              <a:gd name="csX8" fmla="*/ 2068482 w 7021307"/>
              <a:gd name="csY8" fmla="*/ 361889 h 2261028"/>
              <a:gd name="csX9" fmla="*/ 1446129 w 7021307"/>
              <a:gd name="csY9" fmla="*/ 260223 h 2261028"/>
              <a:gd name="csX10" fmla="*/ 900256 w 7021307"/>
              <a:gd name="csY10" fmla="*/ 44826 h 2261028"/>
              <a:gd name="csX11" fmla="*/ 0 w 7021307"/>
              <a:gd name="csY11" fmla="*/ 0 h 2261028"/>
              <a:gd name="csX0" fmla="*/ 7021307 w 7021307"/>
              <a:gd name="csY0" fmla="*/ 834939 h 2261028"/>
              <a:gd name="csX1" fmla="*/ 6550936 w 7021307"/>
              <a:gd name="csY1" fmla="*/ 1651361 h 2261028"/>
              <a:gd name="csX2" fmla="*/ 5521088 w 7021307"/>
              <a:gd name="csY2" fmla="*/ 2234752 h 2261028"/>
              <a:gd name="csX3" fmla="*/ 4745327 w 7021307"/>
              <a:gd name="csY3" fmla="*/ 2158794 h 2261028"/>
              <a:gd name="csX4" fmla="*/ 3517474 w 7021307"/>
              <a:gd name="csY4" fmla="*/ 2143392 h 2261028"/>
              <a:gd name="csX5" fmla="*/ 2656747 w 7021307"/>
              <a:gd name="csY5" fmla="*/ 2065879 h 2261028"/>
              <a:gd name="csX6" fmla="*/ 2582430 w 7021307"/>
              <a:gd name="csY6" fmla="*/ 1286478 h 2261028"/>
              <a:gd name="csX7" fmla="*/ 2132757 w 7021307"/>
              <a:gd name="csY7" fmla="*/ 1240826 h 2261028"/>
              <a:gd name="csX8" fmla="*/ 2068482 w 7021307"/>
              <a:gd name="csY8" fmla="*/ 361889 h 2261028"/>
              <a:gd name="csX9" fmla="*/ 1446129 w 7021307"/>
              <a:gd name="csY9" fmla="*/ 260223 h 2261028"/>
              <a:gd name="csX10" fmla="*/ 900256 w 7021307"/>
              <a:gd name="csY10" fmla="*/ 44826 h 2261028"/>
              <a:gd name="csX11" fmla="*/ 0 w 7021307"/>
              <a:gd name="csY11" fmla="*/ 0 h 2261028"/>
              <a:gd name="csX0" fmla="*/ 6951906 w 6951906"/>
              <a:gd name="csY0" fmla="*/ 834939 h 2261028"/>
              <a:gd name="csX1" fmla="*/ 6550936 w 6951906"/>
              <a:gd name="csY1" fmla="*/ 1651361 h 2261028"/>
              <a:gd name="csX2" fmla="*/ 5521088 w 6951906"/>
              <a:gd name="csY2" fmla="*/ 2234752 h 2261028"/>
              <a:gd name="csX3" fmla="*/ 4745327 w 6951906"/>
              <a:gd name="csY3" fmla="*/ 2158794 h 2261028"/>
              <a:gd name="csX4" fmla="*/ 3517474 w 6951906"/>
              <a:gd name="csY4" fmla="*/ 2143392 h 2261028"/>
              <a:gd name="csX5" fmla="*/ 2656747 w 6951906"/>
              <a:gd name="csY5" fmla="*/ 2065879 h 2261028"/>
              <a:gd name="csX6" fmla="*/ 2582430 w 6951906"/>
              <a:gd name="csY6" fmla="*/ 1286478 h 2261028"/>
              <a:gd name="csX7" fmla="*/ 2132757 w 6951906"/>
              <a:gd name="csY7" fmla="*/ 1240826 h 2261028"/>
              <a:gd name="csX8" fmla="*/ 2068482 w 6951906"/>
              <a:gd name="csY8" fmla="*/ 361889 h 2261028"/>
              <a:gd name="csX9" fmla="*/ 1446129 w 6951906"/>
              <a:gd name="csY9" fmla="*/ 260223 h 2261028"/>
              <a:gd name="csX10" fmla="*/ 900256 w 6951906"/>
              <a:gd name="csY10" fmla="*/ 44826 h 2261028"/>
              <a:gd name="csX11" fmla="*/ 0 w 6951906"/>
              <a:gd name="csY11" fmla="*/ 0 h 2261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951906" h="2261028">
                <a:moveTo>
                  <a:pt x="6951906" y="834939"/>
                </a:moveTo>
                <a:cubicBezTo>
                  <a:pt x="6818658" y="1202053"/>
                  <a:pt x="6789406" y="1418059"/>
                  <a:pt x="6550936" y="1651361"/>
                </a:cubicBezTo>
                <a:cubicBezTo>
                  <a:pt x="6312466" y="1884663"/>
                  <a:pt x="5822023" y="2150180"/>
                  <a:pt x="5521088" y="2234752"/>
                </a:cubicBezTo>
                <a:cubicBezTo>
                  <a:pt x="5220153" y="2319324"/>
                  <a:pt x="5079262" y="2174021"/>
                  <a:pt x="4745327" y="2158794"/>
                </a:cubicBezTo>
                <a:cubicBezTo>
                  <a:pt x="4411392" y="2143567"/>
                  <a:pt x="3854004" y="2147067"/>
                  <a:pt x="3517474" y="2143392"/>
                </a:cubicBezTo>
                <a:cubicBezTo>
                  <a:pt x="3180944" y="2139717"/>
                  <a:pt x="2807961" y="2214603"/>
                  <a:pt x="2656747" y="2065879"/>
                </a:cubicBezTo>
                <a:cubicBezTo>
                  <a:pt x="2505533" y="1917155"/>
                  <a:pt x="2823750" y="1299235"/>
                  <a:pt x="2582430" y="1286478"/>
                </a:cubicBezTo>
                <a:cubicBezTo>
                  <a:pt x="2299469" y="1250101"/>
                  <a:pt x="2218415" y="1394924"/>
                  <a:pt x="2132757" y="1240826"/>
                </a:cubicBezTo>
                <a:cubicBezTo>
                  <a:pt x="2047099" y="1086728"/>
                  <a:pt x="2182920" y="525323"/>
                  <a:pt x="2068482" y="361889"/>
                </a:cubicBezTo>
                <a:cubicBezTo>
                  <a:pt x="1954044" y="198455"/>
                  <a:pt x="1596861" y="301579"/>
                  <a:pt x="1446129" y="260223"/>
                </a:cubicBezTo>
                <a:cubicBezTo>
                  <a:pt x="1295397" y="218867"/>
                  <a:pt x="1149189" y="65221"/>
                  <a:pt x="900256" y="44826"/>
                </a:cubicBezTo>
                <a:cubicBezTo>
                  <a:pt x="599481" y="-4001"/>
                  <a:pt x="144109" y="13215"/>
                  <a:pt x="0" y="0"/>
                </a:cubicBezTo>
              </a:path>
            </a:pathLst>
          </a:custGeom>
          <a:noFill/>
          <a:ln w="38100" cap="flat" cmpd="sng" algn="ctr">
            <a:solidFill>
              <a:srgbClr val="00B0F0"/>
            </a:solidFill>
            <a:prstDash val="solid"/>
            <a:miter lim="800000"/>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417" name="Freeform: Shape 416">
            <a:extLst>
              <a:ext uri="{FF2B5EF4-FFF2-40B4-BE49-F238E27FC236}">
                <a16:creationId xmlns:a16="http://schemas.microsoft.com/office/drawing/2014/main" id="{0A05FA5D-27F8-FB3A-F85F-1BC83D45FF5A}"/>
              </a:ext>
            </a:extLst>
          </p:cNvPr>
          <p:cNvSpPr/>
          <p:nvPr/>
        </p:nvSpPr>
        <p:spPr>
          <a:xfrm flipV="1">
            <a:off x="10781343" y="5590294"/>
            <a:ext cx="337372" cy="104464"/>
          </a:xfrm>
          <a:custGeom>
            <a:avLst/>
            <a:gdLst>
              <a:gd name="csX0" fmla="*/ 633600 w 633600"/>
              <a:gd name="csY0" fmla="*/ 172800 h 172800"/>
              <a:gd name="csX1" fmla="*/ 0 w 633600"/>
              <a:gd name="csY1" fmla="*/ 0 h 172800"/>
            </a:gdLst>
            <a:ahLst/>
            <a:cxnLst>
              <a:cxn ang="0">
                <a:pos x="csX0" y="csY0"/>
              </a:cxn>
              <a:cxn ang="0">
                <a:pos x="csX1" y="csY1"/>
              </a:cxn>
            </a:cxnLst>
            <a:rect l="l" t="t" r="r" b="b"/>
            <a:pathLst>
              <a:path w="633600" h="172800">
                <a:moveTo>
                  <a:pt x="633600" y="172800"/>
                </a:moveTo>
                <a:lnTo>
                  <a:pt x="0" y="0"/>
                </a:lnTo>
              </a:path>
            </a:pathLst>
          </a:custGeom>
          <a:noFill/>
          <a:ln w="38100" cap="flat" cmpd="sng" algn="ctr">
            <a:solidFill>
              <a:srgbClr val="00B0F0"/>
            </a:solidFill>
            <a:prstDash val="solid"/>
            <a:miter lim="800000"/>
            <a:headEnd type="none" w="med" len="med"/>
            <a:tailEnd type="none" w="med" len="med"/>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pic>
        <p:nvPicPr>
          <p:cNvPr id="418" name="Picture 417">
            <a:extLst>
              <a:ext uri="{FF2B5EF4-FFF2-40B4-BE49-F238E27FC236}">
                <a16:creationId xmlns:a16="http://schemas.microsoft.com/office/drawing/2014/main" id="{F27C5EEC-3388-3726-6FD5-6437CDD2C4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31077" y="4136075"/>
            <a:ext cx="499369" cy="499369"/>
          </a:xfrm>
          <a:prstGeom prst="rect">
            <a:avLst/>
          </a:prstGeom>
        </p:spPr>
      </p:pic>
      <p:sp>
        <p:nvSpPr>
          <p:cNvPr id="419" name="Text Box 83">
            <a:extLst>
              <a:ext uri="{FF2B5EF4-FFF2-40B4-BE49-F238E27FC236}">
                <a16:creationId xmlns:a16="http://schemas.microsoft.com/office/drawing/2014/main" id="{F486E55D-27CB-5194-A4AA-EB420DFBCB51}"/>
              </a:ext>
            </a:extLst>
          </p:cNvPr>
          <p:cNvSpPr txBox="1">
            <a:spLocks noChangeArrowheads="1"/>
          </p:cNvSpPr>
          <p:nvPr/>
        </p:nvSpPr>
        <p:spPr bwMode="auto">
          <a:xfrm>
            <a:off x="9929219" y="5683313"/>
            <a:ext cx="695611" cy="26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sym typeface="Symbol" panose="05050102010706020507" pitchFamily="18" charset="2"/>
              </a:rPr>
              <a:t>OLT Interface Standby</a:t>
            </a:r>
            <a:endPar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endParaRPr>
          </a:p>
        </p:txBody>
      </p:sp>
      <p:sp>
        <p:nvSpPr>
          <p:cNvPr id="424" name="Explosion: 8 Points 396">
            <a:extLst>
              <a:ext uri="{FF2B5EF4-FFF2-40B4-BE49-F238E27FC236}">
                <a16:creationId xmlns:a16="http://schemas.microsoft.com/office/drawing/2014/main" id="{22ACCAA9-44D6-607F-4BEC-F39A90A7AB6F}"/>
              </a:ext>
            </a:extLst>
          </p:cNvPr>
          <p:cNvSpPr/>
          <p:nvPr/>
        </p:nvSpPr>
        <p:spPr>
          <a:xfrm>
            <a:off x="9846034" y="4198672"/>
            <a:ext cx="287837" cy="329174"/>
          </a:xfrm>
          <a:prstGeom prst="irregularSeal1">
            <a:avLst/>
          </a:prstGeom>
          <a:solidFill>
            <a:srgbClr val="FF0000"/>
          </a:solidFill>
          <a:ln w="63500" cap="flat" cmpd="dbl" algn="ctr">
            <a:solidFill>
              <a:srgbClr val="FFFFFF"/>
            </a:solid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189" name="Oval 188">
            <a:extLst>
              <a:ext uri="{FF2B5EF4-FFF2-40B4-BE49-F238E27FC236}">
                <a16:creationId xmlns:a16="http://schemas.microsoft.com/office/drawing/2014/main" id="{00DE6E80-866D-478A-BCC6-FD73F6FFB946}"/>
              </a:ext>
            </a:extLst>
          </p:cNvPr>
          <p:cNvSpPr>
            <a:spLocks noChangeAspect="1"/>
          </p:cNvSpPr>
          <p:nvPr/>
        </p:nvSpPr>
        <p:spPr>
          <a:xfrm>
            <a:off x="10803030" y="3984142"/>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7</a:t>
            </a:r>
          </a:p>
        </p:txBody>
      </p:sp>
      <p:sp>
        <p:nvSpPr>
          <p:cNvPr id="190" name="Oval 189">
            <a:extLst>
              <a:ext uri="{FF2B5EF4-FFF2-40B4-BE49-F238E27FC236}">
                <a16:creationId xmlns:a16="http://schemas.microsoft.com/office/drawing/2014/main" id="{DE475F0C-959B-9539-1801-EB1D40E8EB52}"/>
              </a:ext>
            </a:extLst>
          </p:cNvPr>
          <p:cNvSpPr>
            <a:spLocks noChangeAspect="1"/>
          </p:cNvSpPr>
          <p:nvPr/>
        </p:nvSpPr>
        <p:spPr>
          <a:xfrm>
            <a:off x="10998118" y="3984142"/>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8</a:t>
            </a:r>
          </a:p>
        </p:txBody>
      </p:sp>
      <p:sp>
        <p:nvSpPr>
          <p:cNvPr id="197" name="Oval 196">
            <a:extLst>
              <a:ext uri="{FF2B5EF4-FFF2-40B4-BE49-F238E27FC236}">
                <a16:creationId xmlns:a16="http://schemas.microsoft.com/office/drawing/2014/main" id="{E4FDF666-0511-3EC6-DFDF-2E891F7F6F2D}"/>
              </a:ext>
            </a:extLst>
          </p:cNvPr>
          <p:cNvSpPr>
            <a:spLocks noChangeAspect="1"/>
          </p:cNvSpPr>
          <p:nvPr/>
        </p:nvSpPr>
        <p:spPr>
          <a:xfrm>
            <a:off x="10850167" y="4496600"/>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9</a:t>
            </a:r>
          </a:p>
        </p:txBody>
      </p:sp>
      <p:sp>
        <p:nvSpPr>
          <p:cNvPr id="195" name="Oval 194">
            <a:extLst>
              <a:ext uri="{FF2B5EF4-FFF2-40B4-BE49-F238E27FC236}">
                <a16:creationId xmlns:a16="http://schemas.microsoft.com/office/drawing/2014/main" id="{0806658F-4A98-2463-35C4-3B624561A022}"/>
              </a:ext>
            </a:extLst>
          </p:cNvPr>
          <p:cNvSpPr>
            <a:spLocks noChangeAspect="1"/>
          </p:cNvSpPr>
          <p:nvPr/>
        </p:nvSpPr>
        <p:spPr>
          <a:xfrm>
            <a:off x="10967420" y="5318199"/>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wrap="none"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11</a:t>
            </a:r>
          </a:p>
        </p:txBody>
      </p:sp>
      <p:sp>
        <p:nvSpPr>
          <p:cNvPr id="196" name="Oval 195">
            <a:extLst>
              <a:ext uri="{FF2B5EF4-FFF2-40B4-BE49-F238E27FC236}">
                <a16:creationId xmlns:a16="http://schemas.microsoft.com/office/drawing/2014/main" id="{5A3EDD2F-51BC-4F7C-D0C5-D514FCA3F3DA}"/>
              </a:ext>
            </a:extLst>
          </p:cNvPr>
          <p:cNvSpPr>
            <a:spLocks noChangeAspect="1"/>
          </p:cNvSpPr>
          <p:nvPr/>
        </p:nvSpPr>
        <p:spPr>
          <a:xfrm>
            <a:off x="10893698" y="5811409"/>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wrap="none"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12</a:t>
            </a:r>
          </a:p>
        </p:txBody>
      </p:sp>
      <p:sp>
        <p:nvSpPr>
          <p:cNvPr id="199" name="Oval 198">
            <a:extLst>
              <a:ext uri="{FF2B5EF4-FFF2-40B4-BE49-F238E27FC236}">
                <a16:creationId xmlns:a16="http://schemas.microsoft.com/office/drawing/2014/main" id="{ADF9069C-A966-2951-C882-966D8E3D4728}"/>
              </a:ext>
            </a:extLst>
          </p:cNvPr>
          <p:cNvSpPr>
            <a:spLocks noChangeAspect="1"/>
          </p:cNvSpPr>
          <p:nvPr/>
        </p:nvSpPr>
        <p:spPr>
          <a:xfrm>
            <a:off x="10745803" y="5318199"/>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wrap="none"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10</a:t>
            </a:r>
          </a:p>
        </p:txBody>
      </p:sp>
      <p:sp>
        <p:nvSpPr>
          <p:cNvPr id="430" name="Rectangle: Rounded Corners 481">
            <a:extLst>
              <a:ext uri="{FF2B5EF4-FFF2-40B4-BE49-F238E27FC236}">
                <a16:creationId xmlns:a16="http://schemas.microsoft.com/office/drawing/2014/main" id="{BECCE83C-F37A-363B-DA8C-84521F3CCA51}"/>
              </a:ext>
            </a:extLst>
          </p:cNvPr>
          <p:cNvSpPr/>
          <p:nvPr/>
        </p:nvSpPr>
        <p:spPr>
          <a:xfrm>
            <a:off x="409903" y="903827"/>
            <a:ext cx="5937915" cy="2213110"/>
          </a:xfrm>
          <a:prstGeom prst="roundRect">
            <a:avLst>
              <a:gd name="adj" fmla="val 6613"/>
            </a:avLst>
          </a:prstGeom>
          <a:solidFill>
            <a:schemeClr val="bg1"/>
          </a:solidFill>
          <a:ln w="12700" cap="flat" cmpd="sng" algn="ctr">
            <a:noFill/>
            <a:prstDash val="solid"/>
            <a:miter lim="800000"/>
          </a:ln>
          <a:effectLst/>
        </p:spPr>
        <p:txBody>
          <a:bodyPr lIns="91440" tIns="45720" rIns="91440" bIns="4572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ptos"/>
                <a:ea typeface="+mn-ea"/>
                <a:cs typeface="+mn-cs"/>
              </a:rPr>
              <a:t>OLT (Router A): PON Detection/Notification</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Symbol" panose="05050102010706020507" pitchFamily="18" charset="2"/>
              </a:rPr>
              <a:t>Fiber (Tx/Rx) between Splitter and OLT fault</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OLT detects port fault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3"/>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OLT notifies Router of state change </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ptos"/>
                <a:ea typeface="+mn-ea"/>
                <a:cs typeface="+mn-cs"/>
              </a:rPr>
              <a:t>OLT (Router B): PON Detection/Notification</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4"/>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OLT detects PON activity</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4"/>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OLT State changes to Active</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6"/>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OLT notifies Router of state change to Active</a:t>
            </a:r>
            <a:endParaRPr kumimoji="0" lang="en-US" sz="1600" b="0" i="0" u="none" strike="noStrike" kern="1200" cap="none" spc="0" normalizeH="0" baseline="0" noProof="0">
              <a:ln>
                <a:noFill/>
              </a:ln>
              <a:solidFill>
                <a:srgbClr val="000000"/>
              </a:solidFill>
              <a:effectLst/>
              <a:uLnTx/>
              <a:uFillTx/>
              <a:latin typeface="Aptos"/>
              <a:ea typeface="+mn-ea"/>
              <a:cs typeface="+mn-cs"/>
            </a:endParaRPr>
          </a:p>
        </p:txBody>
      </p:sp>
      <p:sp>
        <p:nvSpPr>
          <p:cNvPr id="432" name="Rectangle: Rounded Corners 483">
            <a:extLst>
              <a:ext uri="{FF2B5EF4-FFF2-40B4-BE49-F238E27FC236}">
                <a16:creationId xmlns:a16="http://schemas.microsoft.com/office/drawing/2014/main" id="{CBF42DA1-EA65-E378-CFED-99F09BB59D92}"/>
              </a:ext>
            </a:extLst>
          </p:cNvPr>
          <p:cNvSpPr/>
          <p:nvPr/>
        </p:nvSpPr>
        <p:spPr>
          <a:xfrm>
            <a:off x="398614" y="3365295"/>
            <a:ext cx="5968318" cy="3216125"/>
          </a:xfrm>
          <a:prstGeom prst="roundRect">
            <a:avLst>
              <a:gd name="adj" fmla="val 6722"/>
            </a:avLst>
          </a:prstGeom>
          <a:solidFill>
            <a:schemeClr val="bg1"/>
          </a:solidFill>
          <a:ln w="12700" cap="flat" cmpd="sng" algn="ctr">
            <a:noFill/>
            <a:prstDash val="solid"/>
            <a:miter lim="800000"/>
          </a:ln>
          <a:effectLst/>
        </p:spPr>
        <p:txBody>
          <a:bodyPr lIns="91440" tIns="45720" rIns="91440" bIns="4572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ptos"/>
                <a:ea typeface="+mn-ea"/>
                <a:cs typeface="+mn-cs"/>
              </a:rPr>
              <a:t>Router A: Detection/Switchover</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7"/>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OLT Interface </a:t>
            </a:r>
            <a:r>
              <a:rPr kumimoji="0" lang="en-US" sz="1600" b="0" i="0" u="none" strike="noStrike" kern="1200" cap="none" spc="0" normalizeH="0" baseline="0" noProof="0">
                <a:ln>
                  <a:noFill/>
                </a:ln>
                <a:solidFill>
                  <a:srgbClr val="000000"/>
                </a:solidFill>
                <a:effectLst/>
                <a:highlight>
                  <a:srgbClr val="00FF00"/>
                </a:highlight>
                <a:uLnTx/>
                <a:uFillTx/>
                <a:latin typeface="Aptos"/>
                <a:ea typeface="+mn-ea"/>
                <a:cs typeface="+mn-cs"/>
                <a:sym typeface="Wingdings" panose="05000000000000000000" pitchFamily="2" charset="2"/>
              </a:rPr>
              <a:t>Active</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  </a:t>
            </a:r>
            <a:r>
              <a:rPr kumimoji="0" lang="en-US" sz="1600" b="0" i="0" u="none" strike="noStrike" kern="1200" cap="none" spc="0" normalizeH="0" baseline="0" noProof="0">
                <a:ln>
                  <a:noFill/>
                </a:ln>
                <a:solidFill>
                  <a:srgbClr val="000000"/>
                </a:solidFill>
                <a:effectLst/>
                <a:highlight>
                  <a:srgbClr val="FFFF00"/>
                </a:highlight>
                <a:uLnTx/>
                <a:uFillTx/>
                <a:latin typeface="Aptos"/>
                <a:ea typeface="+mn-ea"/>
                <a:cs typeface="+mn-cs"/>
                <a:sym typeface="Wingdings" panose="05000000000000000000" pitchFamily="2" charset="2"/>
              </a:rPr>
              <a:t>Standby </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state change (</a:t>
            </a:r>
            <a:r>
              <a:rPr kumimoji="0" lang="en-US" sz="1600" b="0" i="0" u="none" strike="noStrike" kern="1200" cap="none" spc="0" normalizeH="0" baseline="0" noProof="0" err="1">
                <a:ln>
                  <a:noFill/>
                </a:ln>
                <a:solidFill>
                  <a:srgbClr val="000000"/>
                </a:solidFill>
                <a:effectLst/>
                <a:uLnTx/>
                <a:uFillTx/>
                <a:latin typeface="Aptos"/>
                <a:ea typeface="+mn-ea"/>
                <a:cs typeface="+mn-cs"/>
                <a:sym typeface="Wingdings" panose="05000000000000000000" pitchFamily="2" charset="2"/>
              </a:rPr>
              <a:t>pon-syncd</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7"/>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STATE_DB state Notification. (</a:t>
            </a:r>
            <a:r>
              <a:rPr kumimoji="0" lang="en-US" sz="1600" b="0" i="0" u="none" strike="noStrike" kern="1200" cap="none" spc="0" normalizeH="0" baseline="0" noProof="0" err="1">
                <a:ln>
                  <a:noFill/>
                </a:ln>
                <a:solidFill>
                  <a:srgbClr val="000000"/>
                </a:solidFill>
                <a:effectLst/>
                <a:uLnTx/>
                <a:uFillTx/>
                <a:latin typeface="Aptos"/>
                <a:ea typeface="+mn-ea"/>
                <a:cs typeface="+mn-cs"/>
              </a:rPr>
              <a:t>pon-protd</a:t>
            </a:r>
            <a:r>
              <a:rPr kumimoji="0" lang="en-US" sz="1600" b="0" i="0" u="none" strike="noStrike" kern="1200" cap="none" spc="0" normalizeH="0" baseline="0" noProof="0">
                <a:ln>
                  <a:noFill/>
                </a:ln>
                <a:solidFill>
                  <a:srgbClr val="000000"/>
                </a:solidFill>
                <a:effectLst/>
                <a:uLnTx/>
                <a:uFillTx/>
                <a:latin typeface="Aptos"/>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7"/>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APPL_DB state change Notification: (</a:t>
            </a:r>
            <a:r>
              <a:rPr kumimoji="0" lang="en-US" sz="1600" b="0" i="0" u="none" strike="noStrike" kern="1200" cap="none" spc="0" normalizeH="0" baseline="0" noProof="0" err="1">
                <a:ln>
                  <a:noFill/>
                </a:ln>
                <a:solidFill>
                  <a:srgbClr val="000000"/>
                </a:solidFill>
                <a:effectLst/>
                <a:uLnTx/>
                <a:uFillTx/>
                <a:latin typeface="Aptos"/>
                <a:ea typeface="+mn-ea"/>
                <a:cs typeface="+mn-cs"/>
              </a:rPr>
              <a:t>pon</a:t>
            </a:r>
            <a:r>
              <a:rPr kumimoji="0" lang="en-US" sz="1600" b="0" i="0" u="none" strike="noStrike" kern="1200" cap="none" spc="0" normalizeH="0" baseline="0" noProof="0">
                <a:ln>
                  <a:noFill/>
                </a:ln>
                <a:solidFill>
                  <a:srgbClr val="000000"/>
                </a:solidFill>
                <a:effectLst/>
                <a:uLnTx/>
                <a:uFillTx/>
                <a:latin typeface="Aptos"/>
                <a:ea typeface="+mn-ea"/>
                <a:cs typeface="+mn-cs"/>
              </a:rPr>
              <a:t>-orch). </a:t>
            </a:r>
          </a:p>
          <a:p>
            <a:pPr marL="631825"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All Host connected via the Direct Route are redirected over IPinIP Tunnel</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ptos"/>
                <a:ea typeface="+mn-ea"/>
                <a:cs typeface="+mn-cs"/>
              </a:rPr>
              <a:t>Router B: Detection/Switchover</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10"/>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OLT Interface </a:t>
            </a:r>
            <a:r>
              <a:rPr kumimoji="0" lang="en-US" sz="1600" b="0" i="0" u="none" strike="noStrike" kern="1200" cap="none" spc="0" normalizeH="0" baseline="0" noProof="0">
                <a:ln>
                  <a:noFill/>
                </a:ln>
                <a:solidFill>
                  <a:srgbClr val="000000"/>
                </a:solidFill>
                <a:effectLst/>
                <a:highlight>
                  <a:srgbClr val="FFFF00"/>
                </a:highlight>
                <a:uLnTx/>
                <a:uFillTx/>
                <a:latin typeface="Aptos"/>
                <a:ea typeface="+mn-ea"/>
                <a:cs typeface="+mn-cs"/>
                <a:sym typeface="Wingdings" panose="05000000000000000000" pitchFamily="2" charset="2"/>
              </a:rPr>
              <a:t>Standby</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  </a:t>
            </a:r>
            <a:r>
              <a:rPr kumimoji="0" lang="en-US" sz="1600" b="0" i="0" u="none" strike="noStrike" kern="1200" cap="none" spc="0" normalizeH="0" baseline="0" noProof="0">
                <a:ln>
                  <a:noFill/>
                </a:ln>
                <a:solidFill>
                  <a:srgbClr val="000000"/>
                </a:solidFill>
                <a:effectLst/>
                <a:highlight>
                  <a:srgbClr val="00FF00"/>
                </a:highlight>
                <a:uLnTx/>
                <a:uFillTx/>
                <a:latin typeface="Aptos"/>
                <a:ea typeface="+mn-ea"/>
                <a:cs typeface="+mn-cs"/>
                <a:sym typeface="Wingdings" panose="05000000000000000000" pitchFamily="2" charset="2"/>
              </a:rPr>
              <a:t>Active</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 state change (</a:t>
            </a:r>
            <a:r>
              <a:rPr kumimoji="0" lang="en-US" sz="1600" b="0" i="0" u="none" strike="noStrike" kern="1200" cap="none" spc="0" normalizeH="0" baseline="0" noProof="0" err="1">
                <a:ln>
                  <a:noFill/>
                </a:ln>
                <a:solidFill>
                  <a:srgbClr val="000000"/>
                </a:solidFill>
                <a:effectLst/>
                <a:uLnTx/>
                <a:uFillTx/>
                <a:latin typeface="Aptos"/>
                <a:ea typeface="+mn-ea"/>
                <a:cs typeface="+mn-cs"/>
                <a:sym typeface="Wingdings" panose="05000000000000000000" pitchFamily="2" charset="2"/>
              </a:rPr>
              <a:t>pon-syncd</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10"/>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STATE_DB state Notification. (</a:t>
            </a:r>
            <a:r>
              <a:rPr kumimoji="0" lang="en-US" sz="1600" b="0" i="0" u="none" strike="noStrike" kern="1200" cap="none" spc="0" normalizeH="0" baseline="0" noProof="0" err="1">
                <a:ln>
                  <a:noFill/>
                </a:ln>
                <a:solidFill>
                  <a:srgbClr val="000000"/>
                </a:solidFill>
                <a:effectLst/>
                <a:uLnTx/>
                <a:uFillTx/>
                <a:latin typeface="Aptos"/>
                <a:ea typeface="+mn-ea"/>
                <a:cs typeface="+mn-cs"/>
              </a:rPr>
              <a:t>pon-protd</a:t>
            </a:r>
            <a:r>
              <a:rPr kumimoji="0" lang="en-US" sz="1600" b="0" i="0" u="none" strike="noStrike" kern="1200" cap="none" spc="0" normalizeH="0" baseline="0" noProof="0">
                <a:ln>
                  <a:noFill/>
                </a:ln>
                <a:solidFill>
                  <a:srgbClr val="000000"/>
                </a:solidFill>
                <a:effectLst/>
                <a:uLnTx/>
                <a:uFillTx/>
                <a:latin typeface="Aptos"/>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10"/>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APPL_DB state change Notification: (</a:t>
            </a:r>
            <a:r>
              <a:rPr kumimoji="0" lang="en-US" sz="1600" b="0" i="0" u="none" strike="noStrike" kern="1200" cap="none" spc="0" normalizeH="0" baseline="0" noProof="0" err="1">
                <a:ln>
                  <a:noFill/>
                </a:ln>
                <a:solidFill>
                  <a:srgbClr val="000000"/>
                </a:solidFill>
                <a:effectLst/>
                <a:uLnTx/>
                <a:uFillTx/>
                <a:latin typeface="Aptos"/>
                <a:ea typeface="+mn-ea"/>
                <a:cs typeface="+mn-cs"/>
              </a:rPr>
              <a:t>pon</a:t>
            </a:r>
            <a:r>
              <a:rPr kumimoji="0" lang="en-US" sz="1600" b="0" i="0" u="none" strike="noStrike" kern="1200" cap="none" spc="0" normalizeH="0" baseline="0" noProof="0">
                <a:ln>
                  <a:noFill/>
                </a:ln>
                <a:solidFill>
                  <a:srgbClr val="000000"/>
                </a:solidFill>
                <a:effectLst/>
                <a:uLnTx/>
                <a:uFillTx/>
                <a:latin typeface="Aptos"/>
                <a:ea typeface="+mn-ea"/>
                <a:cs typeface="+mn-cs"/>
              </a:rPr>
              <a:t>-orch). </a:t>
            </a:r>
          </a:p>
          <a:p>
            <a:pPr marL="631825"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All Host connected via the IPinIP tunnel are redirected over Direct Route on newly active PON Interface</a:t>
            </a:r>
          </a:p>
        </p:txBody>
      </p:sp>
      <p:sp>
        <p:nvSpPr>
          <p:cNvPr id="435" name="Title 1">
            <a:extLst>
              <a:ext uri="{FF2B5EF4-FFF2-40B4-BE49-F238E27FC236}">
                <a16:creationId xmlns:a16="http://schemas.microsoft.com/office/drawing/2014/main" id="{06E0E25B-B291-FCB6-00D4-14F3591485BB}"/>
              </a:ext>
            </a:extLst>
          </p:cNvPr>
          <p:cNvSpPr txBox="1">
            <a:spLocks/>
          </p:cNvSpPr>
          <p:nvPr/>
        </p:nvSpPr>
        <p:spPr>
          <a:xfrm>
            <a:off x="319523" y="228405"/>
            <a:ext cx="12502134" cy="849793"/>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IN" sz="3600" b="0" i="0" u="none" strike="noStrike" kern="1200" cap="none" spc="-200" normalizeH="0" baseline="0" noProof="0">
                <a:ln>
                  <a:noFill/>
                </a:ln>
                <a:solidFill>
                  <a:srgbClr val="000000"/>
                </a:solidFill>
                <a:effectLst/>
                <a:uLnTx/>
                <a:uFillTx/>
                <a:latin typeface="Aptos" panose="020B0004020202020204" pitchFamily="34" charset="0"/>
                <a:ea typeface="+mj-ea"/>
                <a:cs typeface="+mj-cs"/>
              </a:rPr>
              <a:t>Failover Sequence for OLT Fault</a:t>
            </a:r>
            <a:endParaRPr kumimoji="0" lang="en-US" sz="3400" b="0" i="0" u="none" strike="noStrike" kern="1200" cap="none" spc="-200" normalizeH="0" baseline="0" noProof="0">
              <a:ln>
                <a:noFill/>
              </a:ln>
              <a:solidFill>
                <a:srgbClr val="000000"/>
              </a:solidFill>
              <a:effectLst/>
              <a:uLnTx/>
              <a:uFillTx/>
              <a:latin typeface="Aptos" panose="020B0004020202020204" pitchFamily="34" charset="0"/>
              <a:ea typeface="+mj-ea"/>
              <a:cs typeface="+mj-cs"/>
            </a:endParaRPr>
          </a:p>
        </p:txBody>
      </p:sp>
    </p:spTree>
    <p:extLst>
      <p:ext uri="{BB962C8B-B14F-4D97-AF65-F5344CB8AC3E}">
        <p14:creationId xmlns:p14="http://schemas.microsoft.com/office/powerpoint/2010/main" val="2253538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5B507-5E07-B842-8C38-7D8949557A64}"/>
            </a:ext>
          </a:extLst>
        </p:cNvPr>
        <p:cNvGrpSpPr/>
        <p:nvPr/>
      </p:nvGrpSpPr>
      <p:grpSpPr>
        <a:xfrm>
          <a:off x="0" y="0"/>
          <a:ext cx="0" cy="0"/>
          <a:chOff x="0" y="0"/>
          <a:chExt cx="0" cy="0"/>
        </a:xfrm>
      </p:grpSpPr>
      <p:sp>
        <p:nvSpPr>
          <p:cNvPr id="482" name="Rectangle: Rounded Corners 481">
            <a:extLst>
              <a:ext uri="{FF2B5EF4-FFF2-40B4-BE49-F238E27FC236}">
                <a16:creationId xmlns:a16="http://schemas.microsoft.com/office/drawing/2014/main" id="{0FF40BC1-5147-3414-12DA-624DBB45BFA5}"/>
              </a:ext>
            </a:extLst>
          </p:cNvPr>
          <p:cNvSpPr/>
          <p:nvPr/>
        </p:nvSpPr>
        <p:spPr>
          <a:xfrm>
            <a:off x="417781" y="906322"/>
            <a:ext cx="6284850" cy="1846242"/>
          </a:xfrm>
          <a:prstGeom prst="roundRect">
            <a:avLst>
              <a:gd name="adj" fmla="val 6613"/>
            </a:avLst>
          </a:prstGeom>
          <a:solidFill>
            <a:schemeClr val="bg1"/>
          </a:solidFill>
          <a:ln w="12700" cap="flat" cmpd="sng" algn="ctr">
            <a:noFill/>
            <a:prstDash val="solid"/>
            <a:miter lim="800000"/>
          </a:ln>
          <a:effectLst/>
        </p:spPr>
        <p:txBody>
          <a:bodyPr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ptos"/>
                <a:ea typeface="+mn-ea"/>
                <a:cs typeface="+mn-cs"/>
              </a:rPr>
              <a:t>OLT (Router A): TSA Event</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Symbol" panose="05050102010706020507" pitchFamily="18" charset="2"/>
              </a:rPr>
              <a:t>TSA Event is triggered: </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STATE_DB change notification (</a:t>
            </a:r>
            <a:r>
              <a:rPr kumimoji="0" lang="en-US" sz="1600" b="0" i="0" u="none" strike="noStrike" kern="1200" cap="none" spc="0" normalizeH="0" baseline="0" noProof="0" err="1">
                <a:ln>
                  <a:noFill/>
                </a:ln>
                <a:solidFill>
                  <a:srgbClr val="000000"/>
                </a:solidFill>
                <a:effectLst/>
                <a:uLnTx/>
                <a:uFillTx/>
                <a:latin typeface="Aptos"/>
                <a:ea typeface="+mn-ea"/>
                <a:cs typeface="+mn-cs"/>
              </a:rPr>
              <a:t>pon-protd</a:t>
            </a:r>
            <a:r>
              <a:rPr kumimoji="0" lang="en-US" sz="1600" b="0" i="0" u="none" strike="noStrike" kern="1200" cap="none" spc="0" normalizeH="0" baseline="0" noProof="0">
                <a:ln>
                  <a:noFill/>
                </a:ln>
                <a:solidFill>
                  <a:srgbClr val="000000"/>
                </a:solidFill>
                <a:effectLst/>
                <a:uLnTx/>
                <a:uFillTx/>
                <a:latin typeface="Aptos"/>
                <a:ea typeface="+mn-ea"/>
                <a:cs typeface="+mn-cs"/>
              </a:rPr>
              <a:t>) </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 </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PON protection switch request  </a:t>
            </a:r>
            <a:r>
              <a:rPr kumimoji="0" lang="en-US" sz="1600" b="0" i="0" u="none" strike="noStrike" kern="1200" cap="none" spc="0" normalizeH="0" baseline="0" noProof="0">
                <a:ln>
                  <a:noFill/>
                </a:ln>
                <a:solidFill>
                  <a:srgbClr val="000000"/>
                </a:solidFill>
                <a:effectLst/>
                <a:highlight>
                  <a:srgbClr val="00FF00"/>
                </a:highlight>
                <a:uLnTx/>
                <a:uFillTx/>
                <a:latin typeface="Aptos"/>
                <a:ea typeface="+mn-ea"/>
                <a:cs typeface="+mn-cs"/>
                <a:sym typeface="Wingdings" panose="05000000000000000000" pitchFamily="2" charset="2"/>
              </a:rPr>
              <a:t>Active</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  </a:t>
            </a:r>
            <a:r>
              <a:rPr kumimoji="0" lang="en-US" sz="1600" b="0" i="0" u="none" strike="noStrike" kern="1200" cap="none" spc="0" normalizeH="0" baseline="0" noProof="0">
                <a:ln>
                  <a:noFill/>
                </a:ln>
                <a:solidFill>
                  <a:srgbClr val="000000"/>
                </a:solidFill>
                <a:effectLst/>
                <a:highlight>
                  <a:srgbClr val="FFFF00"/>
                </a:highlight>
                <a:uLnTx/>
                <a:uFillTx/>
                <a:latin typeface="Aptos"/>
                <a:ea typeface="+mn-ea"/>
                <a:cs typeface="+mn-cs"/>
                <a:sym typeface="Wingdings" panose="05000000000000000000" pitchFamily="2" charset="2"/>
              </a:rPr>
              <a:t>Standby</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 send to OLT</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OLT interface notifies router of state change</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ptos"/>
                <a:ea typeface="+mn-ea"/>
                <a:cs typeface="+mn-cs"/>
              </a:rPr>
              <a:t>OLT (Switch B): PON Detection/Notification</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4"/>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OLT detects PON activity</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4"/>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OLT State changes to Active</a:t>
            </a:r>
          </a:p>
          <a:p>
            <a:pPr marL="342900" marR="0" lvl="0" indent="-342900" algn="l" defTabSz="914400" rtl="0" eaLnBrk="1" fontAlgn="auto" latinLnBrk="0" hangingPunct="1">
              <a:lnSpc>
                <a:spcPct val="100000"/>
              </a:lnSpc>
              <a:spcBef>
                <a:spcPts val="0"/>
              </a:spcBef>
              <a:spcAft>
                <a:spcPts val="0"/>
              </a:spcAft>
              <a:buClrTx/>
              <a:buSzTx/>
              <a:buFont typeface="Aptos Display" panose="02110004020202020204"/>
              <a:buAutoNum type="arabicParenR" startAt="6"/>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OLT notifies router of state change</a:t>
            </a:r>
            <a:endParaRPr kumimoji="0" lang="en-US" sz="1600" b="0" i="0" u="none" strike="noStrike" kern="1200" cap="none" spc="0" normalizeH="0" baseline="0" noProof="0">
              <a:ln>
                <a:noFill/>
              </a:ln>
              <a:solidFill>
                <a:srgbClr val="000000"/>
              </a:solidFill>
              <a:effectLst/>
              <a:uLnTx/>
              <a:uFillTx/>
              <a:latin typeface="Aptos"/>
              <a:ea typeface="+mn-ea"/>
              <a:cs typeface="+mn-cs"/>
            </a:endParaRPr>
          </a:p>
        </p:txBody>
      </p:sp>
      <p:sp>
        <p:nvSpPr>
          <p:cNvPr id="484" name="Rectangle: Rounded Corners 483">
            <a:extLst>
              <a:ext uri="{FF2B5EF4-FFF2-40B4-BE49-F238E27FC236}">
                <a16:creationId xmlns:a16="http://schemas.microsoft.com/office/drawing/2014/main" id="{F70F4C31-9D56-8DA1-90A3-EFC8A06FBEF8}"/>
              </a:ext>
            </a:extLst>
          </p:cNvPr>
          <p:cNvSpPr/>
          <p:nvPr/>
        </p:nvSpPr>
        <p:spPr>
          <a:xfrm>
            <a:off x="417781" y="3382335"/>
            <a:ext cx="5937862" cy="2495062"/>
          </a:xfrm>
          <a:prstGeom prst="roundRect">
            <a:avLst>
              <a:gd name="adj" fmla="val 6722"/>
            </a:avLst>
          </a:prstGeom>
          <a:solidFill>
            <a:schemeClr val="bg1"/>
          </a:solidFill>
          <a:ln w="12700" cap="flat" cmpd="sng" algn="ctr">
            <a:noFill/>
            <a:prstDash val="solid"/>
            <a:miter lim="800000"/>
          </a:ln>
          <a:effectLst/>
        </p:spPr>
        <p:txBody>
          <a:bodyPr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ptos"/>
                <a:ea typeface="+mn-ea"/>
                <a:cs typeface="+mn-cs"/>
              </a:rPr>
              <a:t>Router A: Detection/Switchover</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7"/>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OLT Interface </a:t>
            </a:r>
            <a:r>
              <a:rPr kumimoji="0" lang="en-US" sz="1600" b="0" i="0" u="none" strike="noStrike" kern="1200" cap="none" spc="0" normalizeH="0" baseline="0" noProof="0">
                <a:ln>
                  <a:noFill/>
                </a:ln>
                <a:solidFill>
                  <a:srgbClr val="000000"/>
                </a:solidFill>
                <a:effectLst/>
                <a:highlight>
                  <a:srgbClr val="00FF00"/>
                </a:highlight>
                <a:uLnTx/>
                <a:uFillTx/>
                <a:latin typeface="Aptos"/>
                <a:ea typeface="+mn-ea"/>
                <a:cs typeface="+mn-cs"/>
                <a:sym typeface="Wingdings" panose="05000000000000000000" pitchFamily="2" charset="2"/>
              </a:rPr>
              <a:t>Active</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  </a:t>
            </a:r>
            <a:r>
              <a:rPr kumimoji="0" lang="en-US" sz="1600" b="0" i="0" u="none" strike="noStrike" kern="1200" cap="none" spc="0" normalizeH="0" baseline="0" noProof="0">
                <a:ln>
                  <a:noFill/>
                </a:ln>
                <a:solidFill>
                  <a:srgbClr val="000000"/>
                </a:solidFill>
                <a:effectLst/>
                <a:highlight>
                  <a:srgbClr val="FFFF00"/>
                </a:highlight>
                <a:uLnTx/>
                <a:uFillTx/>
                <a:latin typeface="Aptos"/>
                <a:ea typeface="+mn-ea"/>
                <a:cs typeface="+mn-cs"/>
                <a:sym typeface="Wingdings" panose="05000000000000000000" pitchFamily="2" charset="2"/>
              </a:rPr>
              <a:t>Standby </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state change (</a:t>
            </a:r>
            <a:r>
              <a:rPr kumimoji="0" lang="en-US" sz="1600" b="0" i="0" u="none" strike="noStrike" kern="1200" cap="none" spc="0" normalizeH="0" baseline="0" noProof="0" err="1">
                <a:ln>
                  <a:noFill/>
                </a:ln>
                <a:solidFill>
                  <a:srgbClr val="000000"/>
                </a:solidFill>
                <a:effectLst/>
                <a:uLnTx/>
                <a:uFillTx/>
                <a:latin typeface="Aptos"/>
                <a:ea typeface="+mn-ea"/>
                <a:cs typeface="+mn-cs"/>
                <a:sym typeface="Wingdings" panose="05000000000000000000" pitchFamily="2" charset="2"/>
              </a:rPr>
              <a:t>pon-syncd</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7"/>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STATE_DB state Notification. (</a:t>
            </a:r>
            <a:r>
              <a:rPr kumimoji="0" lang="en-US" sz="1600" b="0" i="0" u="none" strike="noStrike" kern="1200" cap="none" spc="0" normalizeH="0" baseline="0" noProof="0" err="1">
                <a:ln>
                  <a:noFill/>
                </a:ln>
                <a:solidFill>
                  <a:srgbClr val="000000"/>
                </a:solidFill>
                <a:effectLst/>
                <a:uLnTx/>
                <a:uFillTx/>
                <a:latin typeface="Aptos"/>
                <a:ea typeface="+mn-ea"/>
                <a:cs typeface="+mn-cs"/>
              </a:rPr>
              <a:t>pon-protd</a:t>
            </a:r>
            <a:r>
              <a:rPr kumimoji="0" lang="en-US" sz="1600" b="0" i="0" u="none" strike="noStrike" kern="1200" cap="none" spc="0" normalizeH="0" baseline="0" noProof="0">
                <a:ln>
                  <a:noFill/>
                </a:ln>
                <a:solidFill>
                  <a:srgbClr val="000000"/>
                </a:solidFill>
                <a:effectLst/>
                <a:uLnTx/>
                <a:uFillTx/>
                <a:latin typeface="Aptos"/>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7"/>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On APPL_DB state change Notification: (</a:t>
            </a:r>
            <a:r>
              <a:rPr kumimoji="0" lang="en-US" sz="1600" b="0" i="0" u="none" strike="noStrike" kern="1200" cap="none" spc="0" normalizeH="0" baseline="0" noProof="0" err="1">
                <a:ln>
                  <a:noFill/>
                </a:ln>
                <a:solidFill>
                  <a:srgbClr val="000000"/>
                </a:solidFill>
                <a:effectLst/>
                <a:uLnTx/>
                <a:uFillTx/>
                <a:latin typeface="Aptos"/>
                <a:ea typeface="+mn-ea"/>
                <a:cs typeface="+mn-cs"/>
              </a:rPr>
              <a:t>pon-orch</a:t>
            </a:r>
            <a:r>
              <a:rPr kumimoji="0" lang="en-US" sz="1600" b="0" i="0" u="none" strike="noStrike" kern="1200" cap="none" spc="0" normalizeH="0" baseline="0" noProof="0">
                <a:ln>
                  <a:noFill/>
                </a:ln>
                <a:solidFill>
                  <a:srgbClr val="000000"/>
                </a:solidFill>
                <a:effectLst/>
                <a:uLnTx/>
                <a:uFillTx/>
                <a:latin typeface="Aptos"/>
                <a:ea typeface="+mn-ea"/>
                <a:cs typeface="+mn-cs"/>
              </a:rPr>
              <a:t>). </a:t>
            </a:r>
          </a:p>
          <a:p>
            <a:pPr marL="631825"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All Host connected via the Direct Route are redirected over </a:t>
            </a:r>
            <a:r>
              <a:rPr kumimoji="0" lang="en-US" sz="1600" b="0" i="0" u="none" strike="noStrike" kern="1200" cap="none" spc="0" normalizeH="0" baseline="0" noProof="0" err="1">
                <a:ln>
                  <a:noFill/>
                </a:ln>
                <a:solidFill>
                  <a:srgbClr val="000000"/>
                </a:solidFill>
                <a:effectLst/>
                <a:uLnTx/>
                <a:uFillTx/>
                <a:latin typeface="Aptos"/>
                <a:ea typeface="+mn-ea"/>
                <a:cs typeface="+mn-cs"/>
              </a:rPr>
              <a:t>IPinIP</a:t>
            </a:r>
            <a:r>
              <a:rPr kumimoji="0" lang="en-US" sz="1600" b="0" i="0" u="none" strike="noStrike" kern="1200" cap="none" spc="0" normalizeH="0" baseline="0" noProof="0">
                <a:ln>
                  <a:noFill/>
                </a:ln>
                <a:solidFill>
                  <a:srgbClr val="000000"/>
                </a:solidFill>
                <a:effectLst/>
                <a:uLnTx/>
                <a:uFillTx/>
                <a:latin typeface="Aptos"/>
                <a:ea typeface="+mn-ea"/>
                <a:cs typeface="+mn-cs"/>
              </a:rPr>
              <a:t> Tunnel</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ptos"/>
                <a:ea typeface="+mn-ea"/>
                <a:cs typeface="+mn-cs"/>
              </a:rPr>
              <a:t>Router B: Detection/Switchover</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10"/>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OLT Interface </a:t>
            </a:r>
            <a:r>
              <a:rPr kumimoji="0" lang="en-US" sz="1600" b="0" i="0" u="none" strike="noStrike" kern="1200" cap="none" spc="0" normalizeH="0" baseline="0" noProof="0">
                <a:ln>
                  <a:noFill/>
                </a:ln>
                <a:solidFill>
                  <a:srgbClr val="000000"/>
                </a:solidFill>
                <a:effectLst/>
                <a:highlight>
                  <a:srgbClr val="FFFF00"/>
                </a:highlight>
                <a:uLnTx/>
                <a:uFillTx/>
                <a:latin typeface="Aptos"/>
                <a:ea typeface="+mn-ea"/>
                <a:cs typeface="+mn-cs"/>
                <a:sym typeface="Wingdings" panose="05000000000000000000" pitchFamily="2" charset="2"/>
              </a:rPr>
              <a:t>Standby</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  </a:t>
            </a:r>
            <a:r>
              <a:rPr kumimoji="0" lang="en-US" sz="1600" b="0" i="0" u="none" strike="noStrike" kern="1200" cap="none" spc="0" normalizeH="0" baseline="0" noProof="0">
                <a:ln>
                  <a:noFill/>
                </a:ln>
                <a:solidFill>
                  <a:srgbClr val="000000"/>
                </a:solidFill>
                <a:effectLst/>
                <a:highlight>
                  <a:srgbClr val="00FF00"/>
                </a:highlight>
                <a:uLnTx/>
                <a:uFillTx/>
                <a:latin typeface="Aptos"/>
                <a:ea typeface="+mn-ea"/>
                <a:cs typeface="+mn-cs"/>
                <a:sym typeface="Wingdings" panose="05000000000000000000" pitchFamily="2" charset="2"/>
              </a:rPr>
              <a:t>Active</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 state change (</a:t>
            </a:r>
            <a:r>
              <a:rPr kumimoji="0" lang="en-US" sz="1600" b="0" i="0" u="none" strike="noStrike" kern="1200" cap="none" spc="0" normalizeH="0" baseline="0" noProof="0" err="1">
                <a:ln>
                  <a:noFill/>
                </a:ln>
                <a:solidFill>
                  <a:srgbClr val="000000"/>
                </a:solidFill>
                <a:effectLst/>
                <a:uLnTx/>
                <a:uFillTx/>
                <a:latin typeface="Aptos"/>
                <a:ea typeface="+mn-ea"/>
                <a:cs typeface="+mn-cs"/>
                <a:sym typeface="Wingdings" panose="05000000000000000000" pitchFamily="2" charset="2"/>
              </a:rPr>
              <a:t>pon-syncd</a:t>
            </a: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a:t>
            </a:r>
            <a:endParaRPr kumimoji="0" lang="en-US" sz="1600" b="0" i="0" u="none" strike="noStrike" kern="1200" cap="none" spc="0" normalizeH="0" baseline="0" noProof="0">
              <a:ln>
                <a:noFill/>
              </a:ln>
              <a:solidFill>
                <a:srgbClr val="000000"/>
              </a:solidFill>
              <a:effectLst/>
              <a:uLnTx/>
              <a:uFillTx/>
              <a:latin typeface="Apto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10"/>
              <a:tabLst/>
              <a:defRPr/>
            </a:pPr>
            <a:r>
              <a:rPr kumimoji="0" lang="en-US" sz="1600" b="0" i="0" u="none" strike="noStrike" kern="1200" cap="none" spc="0" normalizeH="0" baseline="0" noProof="0">
                <a:ln>
                  <a:noFill/>
                </a:ln>
                <a:solidFill>
                  <a:srgbClr val="000000"/>
                </a:solidFill>
                <a:effectLst/>
                <a:uLnTx/>
                <a:uFillTx/>
                <a:latin typeface="Aptos"/>
                <a:ea typeface="+mn-ea"/>
                <a:cs typeface="+mn-cs"/>
                <a:sym typeface="Wingdings" panose="05000000000000000000" pitchFamily="2" charset="2"/>
              </a:rPr>
              <a:t>STATE_DB state Notification. (</a:t>
            </a:r>
            <a:r>
              <a:rPr kumimoji="0" lang="en-US" sz="1600" b="0" i="0" u="none" strike="noStrike" kern="1200" cap="none" spc="0" normalizeH="0" baseline="0" noProof="0" err="1">
                <a:ln>
                  <a:noFill/>
                </a:ln>
                <a:solidFill>
                  <a:srgbClr val="000000"/>
                </a:solidFill>
                <a:effectLst/>
                <a:uLnTx/>
                <a:uFillTx/>
                <a:latin typeface="Aptos"/>
                <a:ea typeface="+mn-ea"/>
                <a:cs typeface="+mn-cs"/>
              </a:rPr>
              <a:t>pon-protd</a:t>
            </a:r>
            <a:r>
              <a:rPr kumimoji="0" lang="en-US" sz="1600" b="0" i="0" u="none" strike="noStrike" kern="1200" cap="none" spc="0" normalizeH="0" baseline="0" noProof="0">
                <a:ln>
                  <a:noFill/>
                </a:ln>
                <a:solidFill>
                  <a:srgbClr val="000000"/>
                </a:solidFill>
                <a:effectLst/>
                <a:uLnTx/>
                <a:uFillTx/>
                <a:latin typeface="Aptos"/>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startAt="10"/>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APPL_DB state change Notification: (</a:t>
            </a:r>
            <a:r>
              <a:rPr kumimoji="0" lang="en-US" sz="1600" b="0" i="0" u="none" strike="noStrike" kern="1200" cap="none" spc="0" normalizeH="0" baseline="0" noProof="0" err="1">
                <a:ln>
                  <a:noFill/>
                </a:ln>
                <a:solidFill>
                  <a:srgbClr val="000000"/>
                </a:solidFill>
                <a:effectLst/>
                <a:uLnTx/>
                <a:uFillTx/>
                <a:latin typeface="Aptos"/>
                <a:ea typeface="+mn-ea"/>
                <a:cs typeface="+mn-cs"/>
              </a:rPr>
              <a:t>pon-orch</a:t>
            </a:r>
            <a:r>
              <a:rPr kumimoji="0" lang="en-US" sz="1600" b="0" i="0" u="none" strike="noStrike" kern="1200" cap="none" spc="0" normalizeH="0" baseline="0" noProof="0">
                <a:ln>
                  <a:noFill/>
                </a:ln>
                <a:solidFill>
                  <a:srgbClr val="000000"/>
                </a:solidFill>
                <a:effectLst/>
                <a:uLnTx/>
                <a:uFillTx/>
                <a:latin typeface="Aptos"/>
                <a:ea typeface="+mn-ea"/>
                <a:cs typeface="+mn-cs"/>
              </a:rPr>
              <a:t>). </a:t>
            </a:r>
          </a:p>
          <a:p>
            <a:pPr marL="631825"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ptos"/>
                <a:ea typeface="+mn-ea"/>
                <a:cs typeface="+mn-cs"/>
              </a:rPr>
              <a:t>All Host connected via the </a:t>
            </a:r>
            <a:r>
              <a:rPr kumimoji="0" lang="en-US" sz="1600" b="0" i="0" u="none" strike="noStrike" kern="1200" cap="none" spc="0" normalizeH="0" baseline="0" noProof="0" err="1">
                <a:ln>
                  <a:noFill/>
                </a:ln>
                <a:solidFill>
                  <a:srgbClr val="000000"/>
                </a:solidFill>
                <a:effectLst/>
                <a:uLnTx/>
                <a:uFillTx/>
                <a:latin typeface="Aptos"/>
                <a:ea typeface="+mn-ea"/>
                <a:cs typeface="+mn-cs"/>
              </a:rPr>
              <a:t>IPinIP</a:t>
            </a:r>
            <a:r>
              <a:rPr kumimoji="0" lang="en-US" sz="1600" b="0" i="0" u="none" strike="noStrike" kern="1200" cap="none" spc="0" normalizeH="0" baseline="0" noProof="0">
                <a:ln>
                  <a:noFill/>
                </a:ln>
                <a:solidFill>
                  <a:srgbClr val="000000"/>
                </a:solidFill>
                <a:effectLst/>
                <a:uLnTx/>
                <a:uFillTx/>
                <a:latin typeface="Aptos"/>
                <a:ea typeface="+mn-ea"/>
                <a:cs typeface="+mn-cs"/>
              </a:rPr>
              <a:t> tunnel are redirected over Direct Route</a:t>
            </a:r>
          </a:p>
        </p:txBody>
      </p:sp>
      <p:grpSp>
        <p:nvGrpSpPr>
          <p:cNvPr id="211" name="Group 210">
            <a:extLst>
              <a:ext uri="{FF2B5EF4-FFF2-40B4-BE49-F238E27FC236}">
                <a16:creationId xmlns:a16="http://schemas.microsoft.com/office/drawing/2014/main" id="{B0E73172-C0F2-0804-E291-5EA6A272C791}"/>
              </a:ext>
            </a:extLst>
          </p:cNvPr>
          <p:cNvGrpSpPr/>
          <p:nvPr/>
        </p:nvGrpSpPr>
        <p:grpSpPr>
          <a:xfrm>
            <a:off x="-1826409" y="7736065"/>
            <a:ext cx="196635" cy="478684"/>
            <a:chOff x="2284144" y="4229066"/>
            <a:chExt cx="228963" cy="533379"/>
          </a:xfrm>
        </p:grpSpPr>
        <p:grpSp>
          <p:nvGrpSpPr>
            <p:cNvPr id="216" name="Group 215">
              <a:extLst>
                <a:ext uri="{FF2B5EF4-FFF2-40B4-BE49-F238E27FC236}">
                  <a16:creationId xmlns:a16="http://schemas.microsoft.com/office/drawing/2014/main" id="{DC5544C4-241D-067A-2C36-DE496909F222}"/>
                </a:ext>
              </a:extLst>
            </p:cNvPr>
            <p:cNvGrpSpPr/>
            <p:nvPr/>
          </p:nvGrpSpPr>
          <p:grpSpPr>
            <a:xfrm>
              <a:off x="2316759" y="4247664"/>
              <a:ext cx="182880" cy="514781"/>
              <a:chOff x="1817137" y="4119504"/>
              <a:chExt cx="182880" cy="514781"/>
            </a:xfrm>
          </p:grpSpPr>
          <p:sp>
            <p:nvSpPr>
              <p:cNvPr id="218" name="Oval 217">
                <a:extLst>
                  <a:ext uri="{FF2B5EF4-FFF2-40B4-BE49-F238E27FC236}">
                    <a16:creationId xmlns:a16="http://schemas.microsoft.com/office/drawing/2014/main" id="{6A0AA9F1-6887-7E05-542E-1B440FD0685F}"/>
                  </a:ext>
                </a:extLst>
              </p:cNvPr>
              <p:cNvSpPr/>
              <p:nvPr/>
            </p:nvSpPr>
            <p:spPr>
              <a:xfrm>
                <a:off x="1817137" y="4119504"/>
                <a:ext cx="182880" cy="18288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19" name="Oval 218">
                <a:extLst>
                  <a:ext uri="{FF2B5EF4-FFF2-40B4-BE49-F238E27FC236}">
                    <a16:creationId xmlns:a16="http://schemas.microsoft.com/office/drawing/2014/main" id="{4E3E6A28-1EF1-AB3C-2887-97FFC558D827}"/>
                  </a:ext>
                </a:extLst>
              </p:cNvPr>
              <p:cNvSpPr/>
              <p:nvPr/>
            </p:nvSpPr>
            <p:spPr>
              <a:xfrm>
                <a:off x="1817137" y="4239912"/>
                <a:ext cx="182880" cy="18288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20" name="Oval 219">
                <a:extLst>
                  <a:ext uri="{FF2B5EF4-FFF2-40B4-BE49-F238E27FC236}">
                    <a16:creationId xmlns:a16="http://schemas.microsoft.com/office/drawing/2014/main" id="{D8383530-3C0C-B278-75A4-728A26AE4970}"/>
                  </a:ext>
                </a:extLst>
              </p:cNvPr>
              <p:cNvSpPr/>
              <p:nvPr/>
            </p:nvSpPr>
            <p:spPr>
              <a:xfrm>
                <a:off x="1817137" y="4354988"/>
                <a:ext cx="182880" cy="18288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21" name="Oval 220">
                <a:extLst>
                  <a:ext uri="{FF2B5EF4-FFF2-40B4-BE49-F238E27FC236}">
                    <a16:creationId xmlns:a16="http://schemas.microsoft.com/office/drawing/2014/main" id="{EC3F132F-A80D-0399-1278-681F2B3CECE6}"/>
                  </a:ext>
                </a:extLst>
              </p:cNvPr>
              <p:cNvSpPr/>
              <p:nvPr/>
            </p:nvSpPr>
            <p:spPr>
              <a:xfrm>
                <a:off x="1817137" y="4451405"/>
                <a:ext cx="182880" cy="18288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pic>
          <p:nvPicPr>
            <p:cNvPr id="217" name="Picture 216">
              <a:extLst>
                <a:ext uri="{FF2B5EF4-FFF2-40B4-BE49-F238E27FC236}">
                  <a16:creationId xmlns:a16="http://schemas.microsoft.com/office/drawing/2014/main" id="{FBE56B5E-3C2C-20D4-59C7-49ADF9648666}"/>
                </a:ext>
              </a:extLst>
            </p:cNvPr>
            <p:cNvPicPr>
              <a:picLocks noChangeAspect="1"/>
            </p:cNvPicPr>
            <p:nvPr/>
          </p:nvPicPr>
          <p:blipFill>
            <a:blip r:embed="rId2"/>
            <a:stretch>
              <a:fillRect/>
            </a:stretch>
          </p:blipFill>
          <p:spPr>
            <a:xfrm>
              <a:off x="2284144" y="4229066"/>
              <a:ext cx="228963" cy="507195"/>
            </a:xfrm>
            <a:prstGeom prst="rect">
              <a:avLst/>
            </a:prstGeom>
          </p:spPr>
        </p:pic>
      </p:grpSp>
      <p:sp>
        <p:nvSpPr>
          <p:cNvPr id="4" name="Cloud">
            <a:extLst>
              <a:ext uri="{FF2B5EF4-FFF2-40B4-BE49-F238E27FC236}">
                <a16:creationId xmlns:a16="http://schemas.microsoft.com/office/drawing/2014/main" id="{26313C15-D381-45AC-6419-274EC8E4F49B}"/>
              </a:ext>
            </a:extLst>
          </p:cNvPr>
          <p:cNvSpPr>
            <a:spLocks noChangeAspect="1" noEditPoints="1" noChangeArrowheads="1"/>
          </p:cNvSpPr>
          <p:nvPr/>
        </p:nvSpPr>
        <p:spPr bwMode="auto">
          <a:xfrm>
            <a:off x="10559585" y="783561"/>
            <a:ext cx="2524143" cy="2500789"/>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12700">
            <a:solidFill>
              <a:schemeClr val="bg1">
                <a:lumMod val="50000"/>
              </a:schemeClr>
            </a:solidFill>
            <a:miter lim="800000"/>
            <a:headEnd/>
            <a:tailEnd/>
          </a:ln>
          <a:effectLst>
            <a:glow rad="101600">
              <a:schemeClr val="accent1">
                <a:satMod val="175000"/>
                <a:alpha val="40000"/>
              </a:schemeClr>
            </a:glow>
          </a:effectLst>
        </p:spPr>
        <p:txBody>
          <a:bodyPr vert="horz" wrap="square" lIns="0" tIns="45708" rIns="0" bIns="45708"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000000"/>
              </a:solidFill>
              <a:effectLst/>
              <a:uLnTx/>
              <a:uFillTx/>
              <a:latin typeface="Aptos"/>
              <a:ea typeface="ＭＳ Ｐゴシック" pitchFamily="34" charset="-128"/>
              <a:cs typeface="Arial"/>
            </a:endParaRPr>
          </a:p>
        </p:txBody>
      </p:sp>
      <p:pic>
        <p:nvPicPr>
          <p:cNvPr id="6" name="Picture 5">
            <a:extLst>
              <a:ext uri="{FF2B5EF4-FFF2-40B4-BE49-F238E27FC236}">
                <a16:creationId xmlns:a16="http://schemas.microsoft.com/office/drawing/2014/main" id="{B573F212-7DB2-B9DE-4CA8-626FFA8A13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5766" y="1041409"/>
            <a:ext cx="499369" cy="499369"/>
          </a:xfrm>
          <a:prstGeom prst="rect">
            <a:avLst/>
          </a:prstGeom>
        </p:spPr>
      </p:pic>
      <p:sp>
        <p:nvSpPr>
          <p:cNvPr id="18" name="AutoShape 38">
            <a:extLst>
              <a:ext uri="{FF2B5EF4-FFF2-40B4-BE49-F238E27FC236}">
                <a16:creationId xmlns:a16="http://schemas.microsoft.com/office/drawing/2014/main" id="{1252256C-1FD7-D945-15A5-29258F4CA1AF}"/>
              </a:ext>
            </a:extLst>
          </p:cNvPr>
          <p:cNvSpPr>
            <a:spLocks noChangeArrowheads="1"/>
          </p:cNvSpPr>
          <p:nvPr/>
        </p:nvSpPr>
        <p:spPr bwMode="auto">
          <a:xfrm rot="5400000">
            <a:off x="11076637" y="1147579"/>
            <a:ext cx="387818" cy="264777"/>
          </a:xfrm>
          <a:prstGeom prst="can">
            <a:avLst>
              <a:gd name="adj" fmla="val 31653"/>
            </a:avLst>
          </a:prstGeom>
          <a:ln>
            <a:solidFill>
              <a:schemeClr val="tx1"/>
            </a:solidFill>
            <a:headEnd/>
            <a:tailEnd/>
          </a:ln>
        </p:spPr>
        <p:style>
          <a:lnRef idx="1">
            <a:schemeClr val="accent5"/>
          </a:lnRef>
          <a:fillRef idx="2">
            <a:schemeClr val="accent5"/>
          </a:fillRef>
          <a:effectRef idx="1">
            <a:schemeClr val="accent5"/>
          </a:effectRef>
          <a:fontRef idx="minor">
            <a:schemeClr val="dk1"/>
          </a:fontRef>
        </p:style>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pic>
        <p:nvPicPr>
          <p:cNvPr id="22" name="Picture 21">
            <a:extLst>
              <a:ext uri="{FF2B5EF4-FFF2-40B4-BE49-F238E27FC236}">
                <a16:creationId xmlns:a16="http://schemas.microsoft.com/office/drawing/2014/main" id="{0A80F676-D465-FA62-5BE9-4C826B36AF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5766" y="2328552"/>
            <a:ext cx="499369" cy="499369"/>
          </a:xfrm>
          <a:prstGeom prst="rect">
            <a:avLst/>
          </a:prstGeom>
        </p:spPr>
      </p:pic>
      <p:sp>
        <p:nvSpPr>
          <p:cNvPr id="23" name="Text Box 83">
            <a:extLst>
              <a:ext uri="{FF2B5EF4-FFF2-40B4-BE49-F238E27FC236}">
                <a16:creationId xmlns:a16="http://schemas.microsoft.com/office/drawing/2014/main" id="{06E10201-0B63-F7E3-AF4F-4748B506BC2C}"/>
              </a:ext>
            </a:extLst>
          </p:cNvPr>
          <p:cNvSpPr txBox="1">
            <a:spLocks noChangeArrowheads="1"/>
          </p:cNvSpPr>
          <p:nvPr/>
        </p:nvSpPr>
        <p:spPr bwMode="auto">
          <a:xfrm>
            <a:off x="10713452" y="753173"/>
            <a:ext cx="6367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rPr>
              <a:t>Router A</a:t>
            </a:r>
          </a:p>
        </p:txBody>
      </p:sp>
      <p:sp>
        <p:nvSpPr>
          <p:cNvPr id="24" name="Text Box 83">
            <a:extLst>
              <a:ext uri="{FF2B5EF4-FFF2-40B4-BE49-F238E27FC236}">
                <a16:creationId xmlns:a16="http://schemas.microsoft.com/office/drawing/2014/main" id="{0B0F43DB-1069-AD11-649E-1D3C6EED1234}"/>
              </a:ext>
            </a:extLst>
          </p:cNvPr>
          <p:cNvSpPr txBox="1">
            <a:spLocks noChangeArrowheads="1"/>
          </p:cNvSpPr>
          <p:nvPr/>
        </p:nvSpPr>
        <p:spPr bwMode="auto">
          <a:xfrm>
            <a:off x="10751417" y="2078270"/>
            <a:ext cx="6367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rPr>
              <a:t>Router B</a:t>
            </a:r>
          </a:p>
        </p:txBody>
      </p:sp>
      <p:sp>
        <p:nvSpPr>
          <p:cNvPr id="26" name="AutoShape 38">
            <a:extLst>
              <a:ext uri="{FF2B5EF4-FFF2-40B4-BE49-F238E27FC236}">
                <a16:creationId xmlns:a16="http://schemas.microsoft.com/office/drawing/2014/main" id="{5181DEF9-9E6D-F50E-D4DB-4BFD75D8C3DC}"/>
              </a:ext>
            </a:extLst>
          </p:cNvPr>
          <p:cNvSpPr>
            <a:spLocks noChangeArrowheads="1"/>
          </p:cNvSpPr>
          <p:nvPr/>
        </p:nvSpPr>
        <p:spPr bwMode="auto">
          <a:xfrm rot="16200000" flipH="1">
            <a:off x="10547768" y="1180937"/>
            <a:ext cx="285012" cy="220314"/>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sp>
        <p:nvSpPr>
          <p:cNvPr id="27" name="AutoShape 38">
            <a:extLst>
              <a:ext uri="{FF2B5EF4-FFF2-40B4-BE49-F238E27FC236}">
                <a16:creationId xmlns:a16="http://schemas.microsoft.com/office/drawing/2014/main" id="{36ADA06F-0508-822B-FE47-D5E4FA1A1956}"/>
              </a:ext>
            </a:extLst>
          </p:cNvPr>
          <p:cNvSpPr>
            <a:spLocks noChangeArrowheads="1"/>
          </p:cNvSpPr>
          <p:nvPr/>
        </p:nvSpPr>
        <p:spPr bwMode="auto">
          <a:xfrm rot="16200000" flipH="1">
            <a:off x="10555883" y="2468080"/>
            <a:ext cx="285012" cy="220313"/>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cxnSp>
        <p:nvCxnSpPr>
          <p:cNvPr id="34" name="Straight Connector 33">
            <a:extLst>
              <a:ext uri="{FF2B5EF4-FFF2-40B4-BE49-F238E27FC236}">
                <a16:creationId xmlns:a16="http://schemas.microsoft.com/office/drawing/2014/main" id="{8D46A589-67BD-018D-EF4B-C1FCD0CD81B1}"/>
              </a:ext>
            </a:extLst>
          </p:cNvPr>
          <p:cNvCxnSpPr>
            <a:cxnSpLocks/>
            <a:endCxn id="26" idx="3"/>
          </p:cNvCxnSpPr>
          <p:nvPr/>
        </p:nvCxnSpPr>
        <p:spPr>
          <a:xfrm flipH="1" flipV="1">
            <a:off x="10800431" y="1291095"/>
            <a:ext cx="2242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D72392A-95BF-5D3E-51AE-E2A62918273E}"/>
              </a:ext>
            </a:extLst>
          </p:cNvPr>
          <p:cNvCxnSpPr>
            <a:cxnSpLocks/>
            <a:endCxn id="27" idx="3"/>
          </p:cNvCxnSpPr>
          <p:nvPr/>
        </p:nvCxnSpPr>
        <p:spPr>
          <a:xfrm flipH="1" flipV="1">
            <a:off x="10808545" y="2578237"/>
            <a:ext cx="21851"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 Box 83">
            <a:extLst>
              <a:ext uri="{FF2B5EF4-FFF2-40B4-BE49-F238E27FC236}">
                <a16:creationId xmlns:a16="http://schemas.microsoft.com/office/drawing/2014/main" id="{0A5575D0-DC72-D1C1-4F5C-0A58477A737E}"/>
              </a:ext>
            </a:extLst>
          </p:cNvPr>
          <p:cNvSpPr txBox="1">
            <a:spLocks noChangeArrowheads="1"/>
          </p:cNvSpPr>
          <p:nvPr/>
        </p:nvSpPr>
        <p:spPr bwMode="auto">
          <a:xfrm>
            <a:off x="9930137" y="1297654"/>
            <a:ext cx="695611" cy="26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sym typeface="Symbol" panose="05050102010706020507" pitchFamily="18" charset="2"/>
              </a:rPr>
              <a:t>OLT Interface Active</a:t>
            </a:r>
            <a:endPar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endParaRPr>
          </a:p>
        </p:txBody>
      </p:sp>
      <p:sp>
        <p:nvSpPr>
          <p:cNvPr id="37" name="Arc 36">
            <a:extLst>
              <a:ext uri="{FF2B5EF4-FFF2-40B4-BE49-F238E27FC236}">
                <a16:creationId xmlns:a16="http://schemas.microsoft.com/office/drawing/2014/main" id="{F1436DF4-B3D6-CFB9-EE4E-1B817138337D}"/>
              </a:ext>
            </a:extLst>
          </p:cNvPr>
          <p:cNvSpPr/>
          <p:nvPr/>
        </p:nvSpPr>
        <p:spPr>
          <a:xfrm>
            <a:off x="10526759" y="1359062"/>
            <a:ext cx="1548939" cy="1168378"/>
          </a:xfrm>
          <a:prstGeom prst="arc">
            <a:avLst>
              <a:gd name="adj1" fmla="val 16050478"/>
              <a:gd name="adj2" fmla="val 5583987"/>
            </a:avLst>
          </a:prstGeom>
          <a:ln w="127000">
            <a:solidFill>
              <a:srgbClr val="00B0F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40" name="Rectangle: Rounded Corners 39">
            <a:extLst>
              <a:ext uri="{FF2B5EF4-FFF2-40B4-BE49-F238E27FC236}">
                <a16:creationId xmlns:a16="http://schemas.microsoft.com/office/drawing/2014/main" id="{99DA52EC-ADE8-A3FE-1C7D-F012184CAF7C}"/>
              </a:ext>
            </a:extLst>
          </p:cNvPr>
          <p:cNvSpPr/>
          <p:nvPr/>
        </p:nvSpPr>
        <p:spPr>
          <a:xfrm>
            <a:off x="11062256" y="1291094"/>
            <a:ext cx="240764" cy="148138"/>
          </a:xfrm>
          <a:prstGeom prst="roundRect">
            <a:avLst/>
          </a:prstGeom>
          <a:solidFill>
            <a:srgbClr val="00B0F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sp>
        <p:nvSpPr>
          <p:cNvPr id="41" name="Rectangle: Rounded Corners 40">
            <a:extLst>
              <a:ext uri="{FF2B5EF4-FFF2-40B4-BE49-F238E27FC236}">
                <a16:creationId xmlns:a16="http://schemas.microsoft.com/office/drawing/2014/main" id="{569FEDD7-A627-9D96-67C5-24664F3669D6}"/>
              </a:ext>
            </a:extLst>
          </p:cNvPr>
          <p:cNvSpPr/>
          <p:nvPr/>
        </p:nvSpPr>
        <p:spPr>
          <a:xfrm>
            <a:off x="11107512" y="2423467"/>
            <a:ext cx="240764" cy="148138"/>
          </a:xfrm>
          <a:prstGeom prst="roundRect">
            <a:avLst/>
          </a:prstGeom>
          <a:solidFill>
            <a:srgbClr val="00B0F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sp>
        <p:nvSpPr>
          <p:cNvPr id="45" name="TextBox 44">
            <a:extLst>
              <a:ext uri="{FF2B5EF4-FFF2-40B4-BE49-F238E27FC236}">
                <a16:creationId xmlns:a16="http://schemas.microsoft.com/office/drawing/2014/main" id="{6EE3C405-55AD-D3B4-D856-455DC4620DA8}"/>
              </a:ext>
            </a:extLst>
          </p:cNvPr>
          <p:cNvSpPr txBox="1"/>
          <p:nvPr/>
        </p:nvSpPr>
        <p:spPr>
          <a:xfrm>
            <a:off x="11188400" y="1825645"/>
            <a:ext cx="815594" cy="190846"/>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a:ea typeface="ＭＳ Ｐゴシック" pitchFamily="34" charset="-128"/>
                <a:cs typeface="Arial"/>
              </a:rPr>
              <a:t>Network</a:t>
            </a:r>
          </a:p>
        </p:txBody>
      </p:sp>
      <p:sp>
        <p:nvSpPr>
          <p:cNvPr id="49" name="Rectangle: Rounded Corners 48">
            <a:extLst>
              <a:ext uri="{FF2B5EF4-FFF2-40B4-BE49-F238E27FC236}">
                <a16:creationId xmlns:a16="http://schemas.microsoft.com/office/drawing/2014/main" id="{66A544DE-1624-1A03-DD70-28383C3FFAA9}"/>
              </a:ext>
            </a:extLst>
          </p:cNvPr>
          <p:cNvSpPr/>
          <p:nvPr/>
        </p:nvSpPr>
        <p:spPr>
          <a:xfrm>
            <a:off x="11062256" y="1123425"/>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sp>
        <p:nvSpPr>
          <p:cNvPr id="50" name="Rectangle: Rounded Corners 49">
            <a:extLst>
              <a:ext uri="{FF2B5EF4-FFF2-40B4-BE49-F238E27FC236}">
                <a16:creationId xmlns:a16="http://schemas.microsoft.com/office/drawing/2014/main" id="{ED15B222-AB8D-CC76-78EE-BC4857B82F4A}"/>
              </a:ext>
            </a:extLst>
          </p:cNvPr>
          <p:cNvSpPr/>
          <p:nvPr/>
        </p:nvSpPr>
        <p:spPr>
          <a:xfrm>
            <a:off x="11107512" y="2588848"/>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sp>
        <p:nvSpPr>
          <p:cNvPr id="51" name="Freeform: Shape 50">
            <a:extLst>
              <a:ext uri="{FF2B5EF4-FFF2-40B4-BE49-F238E27FC236}">
                <a16:creationId xmlns:a16="http://schemas.microsoft.com/office/drawing/2014/main" id="{D0D96C92-ADDC-928A-FC0E-9A4D72465789}"/>
              </a:ext>
            </a:extLst>
          </p:cNvPr>
          <p:cNvSpPr/>
          <p:nvPr/>
        </p:nvSpPr>
        <p:spPr>
          <a:xfrm>
            <a:off x="10986680" y="1400004"/>
            <a:ext cx="1695111" cy="1266645"/>
          </a:xfrm>
          <a:custGeom>
            <a:avLst/>
            <a:gdLst>
              <a:gd name="csX0" fmla="*/ 2773495 w 2776086"/>
              <a:gd name="csY0" fmla="*/ 0 h 1187887"/>
              <a:gd name="csX1" fmla="*/ 2514295 w 2776086"/>
              <a:gd name="csY1" fmla="*/ 388800 h 1187887"/>
              <a:gd name="csX2" fmla="*/ 1124695 w 2776086"/>
              <a:gd name="csY2" fmla="*/ 1022400 h 1187887"/>
              <a:gd name="csX3" fmla="*/ 339895 w 2776086"/>
              <a:gd name="csY3" fmla="*/ 1180800 h 1187887"/>
              <a:gd name="csX4" fmla="*/ 1495 w 2776086"/>
              <a:gd name="csY4" fmla="*/ 1137600 h 1187887"/>
              <a:gd name="csX5" fmla="*/ 217495 w 2776086"/>
              <a:gd name="csY5" fmla="*/ 936000 h 1187887"/>
              <a:gd name="csX0" fmla="*/ 2823895 w 2824855"/>
              <a:gd name="csY0" fmla="*/ 0 h 1051087"/>
              <a:gd name="csX1" fmla="*/ 2514295 w 2824855"/>
              <a:gd name="csY1" fmla="*/ 252000 h 1051087"/>
              <a:gd name="csX2" fmla="*/ 1124695 w 2824855"/>
              <a:gd name="csY2" fmla="*/ 885600 h 1051087"/>
              <a:gd name="csX3" fmla="*/ 339895 w 2824855"/>
              <a:gd name="csY3" fmla="*/ 1044000 h 1051087"/>
              <a:gd name="csX4" fmla="*/ 1495 w 2824855"/>
              <a:gd name="csY4" fmla="*/ 1000800 h 1051087"/>
              <a:gd name="csX5" fmla="*/ 217495 w 2824855"/>
              <a:gd name="csY5" fmla="*/ 799200 h 1051087"/>
              <a:gd name="csX0" fmla="*/ 2823895 w 2824083"/>
              <a:gd name="csY0" fmla="*/ 0 h 1051087"/>
              <a:gd name="csX1" fmla="*/ 2312695 w 2824083"/>
              <a:gd name="csY1" fmla="*/ 424800 h 1051087"/>
              <a:gd name="csX2" fmla="*/ 1124695 w 2824083"/>
              <a:gd name="csY2" fmla="*/ 885600 h 1051087"/>
              <a:gd name="csX3" fmla="*/ 339895 w 2824083"/>
              <a:gd name="csY3" fmla="*/ 1044000 h 1051087"/>
              <a:gd name="csX4" fmla="*/ 1495 w 2824083"/>
              <a:gd name="csY4" fmla="*/ 1000800 h 1051087"/>
              <a:gd name="csX5" fmla="*/ 217495 w 2824083"/>
              <a:gd name="csY5" fmla="*/ 799200 h 1051087"/>
              <a:gd name="csX0" fmla="*/ 2759095 w 2759336"/>
              <a:gd name="csY0" fmla="*/ 0 h 950287"/>
              <a:gd name="csX1" fmla="*/ 2312695 w 2759336"/>
              <a:gd name="csY1" fmla="*/ 324000 h 950287"/>
              <a:gd name="csX2" fmla="*/ 1124695 w 2759336"/>
              <a:gd name="csY2" fmla="*/ 784800 h 950287"/>
              <a:gd name="csX3" fmla="*/ 339895 w 2759336"/>
              <a:gd name="csY3" fmla="*/ 943200 h 950287"/>
              <a:gd name="csX4" fmla="*/ 1495 w 2759336"/>
              <a:gd name="csY4" fmla="*/ 900000 h 950287"/>
              <a:gd name="csX5" fmla="*/ 217495 w 2759336"/>
              <a:gd name="csY5" fmla="*/ 698400 h 950287"/>
              <a:gd name="csX0" fmla="*/ 2759095 w 2759095"/>
              <a:gd name="csY0" fmla="*/ 0 h 950287"/>
              <a:gd name="csX1" fmla="*/ 2312695 w 2759095"/>
              <a:gd name="csY1" fmla="*/ 324000 h 950287"/>
              <a:gd name="csX2" fmla="*/ 1124695 w 2759095"/>
              <a:gd name="csY2" fmla="*/ 784800 h 950287"/>
              <a:gd name="csX3" fmla="*/ 339895 w 2759095"/>
              <a:gd name="csY3" fmla="*/ 943200 h 950287"/>
              <a:gd name="csX4" fmla="*/ 1495 w 2759095"/>
              <a:gd name="csY4" fmla="*/ 900000 h 950287"/>
              <a:gd name="csX5" fmla="*/ 217495 w 2759095"/>
              <a:gd name="csY5" fmla="*/ 698400 h 950287"/>
              <a:gd name="csX0" fmla="*/ 2759095 w 2759095"/>
              <a:gd name="csY0" fmla="*/ 0 h 950287"/>
              <a:gd name="csX1" fmla="*/ 2059776 w 2759095"/>
              <a:gd name="csY1" fmla="*/ 265634 h 950287"/>
              <a:gd name="csX2" fmla="*/ 1124695 w 2759095"/>
              <a:gd name="csY2" fmla="*/ 784800 h 950287"/>
              <a:gd name="csX3" fmla="*/ 339895 w 2759095"/>
              <a:gd name="csY3" fmla="*/ 943200 h 950287"/>
              <a:gd name="csX4" fmla="*/ 1495 w 2759095"/>
              <a:gd name="csY4" fmla="*/ 900000 h 950287"/>
              <a:gd name="csX5" fmla="*/ 217495 w 2759095"/>
              <a:gd name="csY5" fmla="*/ 698400 h 950287"/>
              <a:gd name="csX0" fmla="*/ 2515903 w 2515903"/>
              <a:gd name="csY0" fmla="*/ 0 h 1621496"/>
              <a:gd name="csX1" fmla="*/ 2059776 w 2515903"/>
              <a:gd name="csY1" fmla="*/ 936843 h 1621496"/>
              <a:gd name="csX2" fmla="*/ 1124695 w 2515903"/>
              <a:gd name="csY2" fmla="*/ 1456009 h 1621496"/>
              <a:gd name="csX3" fmla="*/ 339895 w 2515903"/>
              <a:gd name="csY3" fmla="*/ 1614409 h 1621496"/>
              <a:gd name="csX4" fmla="*/ 1495 w 2515903"/>
              <a:gd name="csY4" fmla="*/ 1571209 h 1621496"/>
              <a:gd name="csX5" fmla="*/ 217495 w 2515903"/>
              <a:gd name="csY5" fmla="*/ 1369609 h 1621496"/>
              <a:gd name="csX0" fmla="*/ 2515903 w 2515903"/>
              <a:gd name="csY0" fmla="*/ 0 h 1621496"/>
              <a:gd name="csX1" fmla="*/ 2059776 w 2515903"/>
              <a:gd name="csY1" fmla="*/ 936843 h 1621496"/>
              <a:gd name="csX2" fmla="*/ 1124695 w 2515903"/>
              <a:gd name="csY2" fmla="*/ 1456009 h 1621496"/>
              <a:gd name="csX3" fmla="*/ 339895 w 2515903"/>
              <a:gd name="csY3" fmla="*/ 1614409 h 1621496"/>
              <a:gd name="csX4" fmla="*/ 1495 w 2515903"/>
              <a:gd name="csY4" fmla="*/ 1571209 h 1621496"/>
              <a:gd name="csX5" fmla="*/ 217495 w 2515903"/>
              <a:gd name="csY5" fmla="*/ 1369609 h 1621496"/>
              <a:gd name="csX0" fmla="*/ 2515463 w 2515463"/>
              <a:gd name="csY0" fmla="*/ 0 h 1621496"/>
              <a:gd name="csX1" fmla="*/ 2059336 w 2515463"/>
              <a:gd name="csY1" fmla="*/ 936843 h 1621496"/>
              <a:gd name="csX2" fmla="*/ 1124255 w 2515463"/>
              <a:gd name="csY2" fmla="*/ 1456009 h 1621496"/>
              <a:gd name="csX3" fmla="*/ 339455 w 2515463"/>
              <a:gd name="csY3" fmla="*/ 1614409 h 1621496"/>
              <a:gd name="csX4" fmla="*/ 1055 w 2515463"/>
              <a:gd name="csY4" fmla="*/ 1571209 h 1621496"/>
              <a:gd name="csX5" fmla="*/ 304604 w 2515463"/>
              <a:gd name="csY5" fmla="*/ 1389065 h 1621496"/>
              <a:gd name="csX0" fmla="*/ 2438016 w 2438016"/>
              <a:gd name="csY0" fmla="*/ 0 h 1619571"/>
              <a:gd name="csX1" fmla="*/ 1981889 w 2438016"/>
              <a:gd name="csY1" fmla="*/ 936843 h 1619571"/>
              <a:gd name="csX2" fmla="*/ 1046808 w 2438016"/>
              <a:gd name="csY2" fmla="*/ 1456009 h 1619571"/>
              <a:gd name="csX3" fmla="*/ 262008 w 2438016"/>
              <a:gd name="csY3" fmla="*/ 1614409 h 1619571"/>
              <a:gd name="csX4" fmla="*/ 1429 w 2438016"/>
              <a:gd name="csY4" fmla="*/ 1561481 h 1619571"/>
              <a:gd name="csX5" fmla="*/ 227157 w 2438016"/>
              <a:gd name="csY5" fmla="*/ 1389065 h 1619571"/>
              <a:gd name="csX0" fmla="*/ 2185096 w 2185096"/>
              <a:gd name="csY0" fmla="*/ 0 h 1736303"/>
              <a:gd name="csX1" fmla="*/ 1981889 w 2185096"/>
              <a:gd name="csY1" fmla="*/ 1053575 h 1736303"/>
              <a:gd name="csX2" fmla="*/ 1046808 w 2185096"/>
              <a:gd name="csY2" fmla="*/ 1572741 h 1736303"/>
              <a:gd name="csX3" fmla="*/ 262008 w 2185096"/>
              <a:gd name="csY3" fmla="*/ 1731141 h 1736303"/>
              <a:gd name="csX4" fmla="*/ 1429 w 2185096"/>
              <a:gd name="csY4" fmla="*/ 1678213 h 1736303"/>
              <a:gd name="csX5" fmla="*/ 227157 w 2185096"/>
              <a:gd name="csY5" fmla="*/ 1505797 h 1736303"/>
              <a:gd name="csX0" fmla="*/ 2185096 w 2185096"/>
              <a:gd name="csY0" fmla="*/ 0 h 1736303"/>
              <a:gd name="csX1" fmla="*/ 1826246 w 2185096"/>
              <a:gd name="csY1" fmla="*/ 897932 h 1736303"/>
              <a:gd name="csX2" fmla="*/ 1046808 w 2185096"/>
              <a:gd name="csY2" fmla="*/ 1572741 h 1736303"/>
              <a:gd name="csX3" fmla="*/ 262008 w 2185096"/>
              <a:gd name="csY3" fmla="*/ 1731141 h 1736303"/>
              <a:gd name="csX4" fmla="*/ 1429 w 2185096"/>
              <a:gd name="csY4" fmla="*/ 1678213 h 1736303"/>
              <a:gd name="csX5" fmla="*/ 227157 w 2185096"/>
              <a:gd name="csY5" fmla="*/ 1505797 h 1736303"/>
              <a:gd name="csX0" fmla="*/ 2186041 w 2186041"/>
              <a:gd name="csY0" fmla="*/ 0 h 1736303"/>
              <a:gd name="csX1" fmla="*/ 1827191 w 2186041"/>
              <a:gd name="csY1" fmla="*/ 897932 h 1736303"/>
              <a:gd name="csX2" fmla="*/ 1047753 w 2186041"/>
              <a:gd name="csY2" fmla="*/ 1572741 h 1736303"/>
              <a:gd name="csX3" fmla="*/ 262953 w 2186041"/>
              <a:gd name="csY3" fmla="*/ 1731141 h 1736303"/>
              <a:gd name="csX4" fmla="*/ 2374 w 2186041"/>
              <a:gd name="csY4" fmla="*/ 1678213 h 1736303"/>
              <a:gd name="csX5" fmla="*/ 140553 w 2186041"/>
              <a:gd name="csY5" fmla="*/ 1515524 h 1736303"/>
            </a:gdLst>
            <a:ahLst/>
            <a:cxnLst>
              <a:cxn ang="0">
                <a:pos x="csX0" y="csY0"/>
              </a:cxn>
              <a:cxn ang="0">
                <a:pos x="csX1" y="csY1"/>
              </a:cxn>
              <a:cxn ang="0">
                <a:pos x="csX2" y="csY2"/>
              </a:cxn>
              <a:cxn ang="0">
                <a:pos x="csX3" y="csY3"/>
              </a:cxn>
              <a:cxn ang="0">
                <a:pos x="csX4" y="csY4"/>
              </a:cxn>
              <a:cxn ang="0">
                <a:pos x="csX5" y="csY5"/>
              </a:cxn>
            </a:cxnLst>
            <a:rect l="l" t="t" r="r" b="b"/>
            <a:pathLst>
              <a:path w="2186041" h="1736303">
                <a:moveTo>
                  <a:pt x="2186041" y="0"/>
                </a:moveTo>
                <a:cubicBezTo>
                  <a:pt x="2116173" y="239566"/>
                  <a:pt x="2016906" y="635808"/>
                  <a:pt x="1827191" y="897932"/>
                </a:cubicBezTo>
                <a:cubicBezTo>
                  <a:pt x="1637476" y="1160056"/>
                  <a:pt x="1308459" y="1433873"/>
                  <a:pt x="1047753" y="1572741"/>
                </a:cubicBezTo>
                <a:cubicBezTo>
                  <a:pt x="787047" y="1711609"/>
                  <a:pt x="437183" y="1713562"/>
                  <a:pt x="262953" y="1731141"/>
                </a:cubicBezTo>
                <a:cubicBezTo>
                  <a:pt x="88723" y="1748720"/>
                  <a:pt x="22774" y="1719013"/>
                  <a:pt x="2374" y="1678213"/>
                </a:cubicBezTo>
                <a:cubicBezTo>
                  <a:pt x="-18026" y="1637413"/>
                  <a:pt x="98553" y="1579124"/>
                  <a:pt x="140553" y="1515524"/>
                </a:cubicBezTo>
              </a:path>
            </a:pathLst>
          </a:custGeom>
          <a:noFill/>
          <a:ln w="38100" cap="flat" cmpd="sng" algn="ctr">
            <a:solidFill>
              <a:srgbClr val="00B0F0"/>
            </a:solidFill>
            <a:prstDash val="solid"/>
            <a:miter lim="800000"/>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52" name="Rectangle: Rounded Corners 51">
            <a:extLst>
              <a:ext uri="{FF2B5EF4-FFF2-40B4-BE49-F238E27FC236}">
                <a16:creationId xmlns:a16="http://schemas.microsoft.com/office/drawing/2014/main" id="{1C90E115-0FD7-0001-CEB5-7DABF1CA6467}"/>
              </a:ext>
            </a:extLst>
          </p:cNvPr>
          <p:cNvSpPr/>
          <p:nvPr/>
        </p:nvSpPr>
        <p:spPr>
          <a:xfrm>
            <a:off x="10664270" y="2502722"/>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pic>
        <p:nvPicPr>
          <p:cNvPr id="53" name="Picture 52">
            <a:extLst>
              <a:ext uri="{FF2B5EF4-FFF2-40B4-BE49-F238E27FC236}">
                <a16:creationId xmlns:a16="http://schemas.microsoft.com/office/drawing/2014/main" id="{6821495B-89E2-2D9D-B05C-808E8AFC2A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54186" y="2299423"/>
            <a:ext cx="499369" cy="499369"/>
          </a:xfrm>
          <a:prstGeom prst="rect">
            <a:avLst/>
          </a:prstGeom>
        </p:spPr>
      </p:pic>
      <p:sp>
        <p:nvSpPr>
          <p:cNvPr id="54" name="Rectangle: Rounded Corners 53">
            <a:extLst>
              <a:ext uri="{FF2B5EF4-FFF2-40B4-BE49-F238E27FC236}">
                <a16:creationId xmlns:a16="http://schemas.microsoft.com/office/drawing/2014/main" id="{3EFB46F4-80D7-C470-D17E-16BB3972DFDE}"/>
              </a:ext>
            </a:extLst>
          </p:cNvPr>
          <p:cNvSpPr/>
          <p:nvPr/>
        </p:nvSpPr>
        <p:spPr>
          <a:xfrm>
            <a:off x="10664270" y="1194576"/>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cxnSp>
        <p:nvCxnSpPr>
          <p:cNvPr id="55" name="Connector: Elbow 54">
            <a:extLst>
              <a:ext uri="{FF2B5EF4-FFF2-40B4-BE49-F238E27FC236}">
                <a16:creationId xmlns:a16="http://schemas.microsoft.com/office/drawing/2014/main" id="{3BEE227B-B100-1107-4772-915BB6B7B347}"/>
              </a:ext>
            </a:extLst>
          </p:cNvPr>
          <p:cNvCxnSpPr>
            <a:stCxn id="26" idx="1"/>
            <a:endCxn id="27" idx="1"/>
          </p:cNvCxnSpPr>
          <p:nvPr/>
        </p:nvCxnSpPr>
        <p:spPr>
          <a:xfrm rot="10800000" flipH="1" flipV="1">
            <a:off x="10580116" y="1291095"/>
            <a:ext cx="8115" cy="1287142"/>
          </a:xfrm>
          <a:prstGeom prst="bentConnector3">
            <a:avLst>
              <a:gd name="adj1" fmla="val -12825619"/>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A4E2F7F1-9ACD-7BDB-45B4-19D3BD195659}"/>
              </a:ext>
            </a:extLst>
          </p:cNvPr>
          <p:cNvSpPr/>
          <p:nvPr/>
        </p:nvSpPr>
        <p:spPr>
          <a:xfrm rot="5400000">
            <a:off x="8107170" y="1743667"/>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sp>
        <p:nvSpPr>
          <p:cNvPr id="58" name="Rectangle: Rounded Corners 57">
            <a:extLst>
              <a:ext uri="{FF2B5EF4-FFF2-40B4-BE49-F238E27FC236}">
                <a16:creationId xmlns:a16="http://schemas.microsoft.com/office/drawing/2014/main" id="{A5EFE61A-A7B5-2C9E-7209-C93DA1EA0BE1}"/>
              </a:ext>
            </a:extLst>
          </p:cNvPr>
          <p:cNvSpPr/>
          <p:nvPr/>
        </p:nvSpPr>
        <p:spPr>
          <a:xfrm rot="5400000">
            <a:off x="8107170" y="2693622"/>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cxnSp>
        <p:nvCxnSpPr>
          <p:cNvPr id="59" name="Straight Arrow Connector 58">
            <a:extLst>
              <a:ext uri="{FF2B5EF4-FFF2-40B4-BE49-F238E27FC236}">
                <a16:creationId xmlns:a16="http://schemas.microsoft.com/office/drawing/2014/main" id="{487ED6D3-D7E4-5C41-E066-EC1AB7CBFA0B}"/>
              </a:ext>
            </a:extLst>
          </p:cNvPr>
          <p:cNvCxnSpPr>
            <a:cxnSpLocks/>
            <a:stCxn id="574" idx="1"/>
            <a:endCxn id="56" idx="0"/>
          </p:cNvCxnSpPr>
          <p:nvPr/>
        </p:nvCxnSpPr>
        <p:spPr>
          <a:xfrm flipH="1" flipV="1">
            <a:off x="8668297" y="1971263"/>
            <a:ext cx="874247" cy="715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E73C456C-EAA8-4B46-795B-439ED7BD6120}"/>
              </a:ext>
            </a:extLst>
          </p:cNvPr>
          <p:cNvCxnSpPr>
            <a:cxnSpLocks/>
            <a:stCxn id="529" idx="0"/>
            <a:endCxn id="574" idx="1"/>
          </p:cNvCxnSpPr>
          <p:nvPr/>
        </p:nvCxnSpPr>
        <p:spPr>
          <a:xfrm>
            <a:off x="8668297" y="1117953"/>
            <a:ext cx="874247" cy="860468"/>
          </a:xfrm>
          <a:prstGeom prst="bentConnector3">
            <a:avLst>
              <a:gd name="adj1" fmla="val 50000"/>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CC26B543-99BE-5A36-CACA-7F7CACFB9AC6}"/>
              </a:ext>
            </a:extLst>
          </p:cNvPr>
          <p:cNvCxnSpPr>
            <a:cxnSpLocks/>
            <a:stCxn id="58" idx="0"/>
            <a:endCxn id="574" idx="1"/>
          </p:cNvCxnSpPr>
          <p:nvPr/>
        </p:nvCxnSpPr>
        <p:spPr>
          <a:xfrm flipV="1">
            <a:off x="8668297" y="1978421"/>
            <a:ext cx="874247" cy="942798"/>
          </a:xfrm>
          <a:prstGeom prst="bentConnector3">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E1278123-A2D8-7982-F138-763C1BA3D187}"/>
              </a:ext>
            </a:extLst>
          </p:cNvPr>
          <p:cNvSpPr txBox="1"/>
          <p:nvPr/>
        </p:nvSpPr>
        <p:spPr>
          <a:xfrm rot="5400000">
            <a:off x="8328926" y="2271515"/>
            <a:ext cx="366769" cy="3692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grpSp>
        <p:nvGrpSpPr>
          <p:cNvPr id="453" name="Group 452">
            <a:extLst>
              <a:ext uri="{FF2B5EF4-FFF2-40B4-BE49-F238E27FC236}">
                <a16:creationId xmlns:a16="http://schemas.microsoft.com/office/drawing/2014/main" id="{1586F18A-04AC-92BD-D1F5-E779B0EA5E0C}"/>
              </a:ext>
            </a:extLst>
          </p:cNvPr>
          <p:cNvGrpSpPr/>
          <p:nvPr/>
        </p:nvGrpSpPr>
        <p:grpSpPr>
          <a:xfrm>
            <a:off x="7533290" y="1616295"/>
            <a:ext cx="674523" cy="275497"/>
            <a:chOff x="8197182" y="5756342"/>
            <a:chExt cx="1157443" cy="609600"/>
          </a:xfrm>
        </p:grpSpPr>
        <p:grpSp>
          <p:nvGrpSpPr>
            <p:cNvPr id="454" name="Group 453">
              <a:extLst>
                <a:ext uri="{FF2B5EF4-FFF2-40B4-BE49-F238E27FC236}">
                  <a16:creationId xmlns:a16="http://schemas.microsoft.com/office/drawing/2014/main" id="{C3E6446C-D973-1BBB-D4CA-16A44634D65F}"/>
                </a:ext>
              </a:extLst>
            </p:cNvPr>
            <p:cNvGrpSpPr/>
            <p:nvPr/>
          </p:nvGrpSpPr>
          <p:grpSpPr>
            <a:xfrm>
              <a:off x="8197182" y="5756342"/>
              <a:ext cx="347133" cy="609600"/>
              <a:chOff x="6451600" y="4943545"/>
              <a:chExt cx="347133" cy="609600"/>
            </a:xfrm>
          </p:grpSpPr>
          <p:sp>
            <p:nvSpPr>
              <p:cNvPr id="459" name="Rectangle 458">
                <a:extLst>
                  <a:ext uri="{FF2B5EF4-FFF2-40B4-BE49-F238E27FC236}">
                    <a16:creationId xmlns:a16="http://schemas.microsoft.com/office/drawing/2014/main" id="{42AFE463-9836-EE66-4025-E3B26AB63800}"/>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460" name="Group 459">
                <a:extLst>
                  <a:ext uri="{FF2B5EF4-FFF2-40B4-BE49-F238E27FC236}">
                    <a16:creationId xmlns:a16="http://schemas.microsoft.com/office/drawing/2014/main" id="{4C6D9453-1E0B-93BB-AE30-86D1AFED8333}"/>
                  </a:ext>
                </a:extLst>
              </p:cNvPr>
              <p:cNvGrpSpPr/>
              <p:nvPr/>
            </p:nvGrpSpPr>
            <p:grpSpPr>
              <a:xfrm>
                <a:off x="6499231" y="5022567"/>
                <a:ext cx="251871" cy="158491"/>
                <a:chOff x="6493933" y="5022567"/>
                <a:chExt cx="270933" cy="253998"/>
              </a:xfrm>
            </p:grpSpPr>
            <p:cxnSp>
              <p:nvCxnSpPr>
                <p:cNvPr id="473" name="Straight Connector 472">
                  <a:extLst>
                    <a:ext uri="{FF2B5EF4-FFF2-40B4-BE49-F238E27FC236}">
                      <a16:creationId xmlns:a16="http://schemas.microsoft.com/office/drawing/2014/main" id="{1C3A0575-6A32-DB85-82A8-F59D3B2F6B17}"/>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F6204E7A-5D67-2789-307C-C5C62785430E}"/>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2DD68A82-FC13-4B5E-4836-42AE654C4099}"/>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C66F3EE9-F064-7484-E70E-9302D90CE681}"/>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458" name="Straight Connector 457">
              <a:extLst>
                <a:ext uri="{FF2B5EF4-FFF2-40B4-BE49-F238E27FC236}">
                  <a16:creationId xmlns:a16="http://schemas.microsoft.com/office/drawing/2014/main" id="{AB92C8D0-41AB-8EBF-E034-EBFA0676AF91}"/>
                </a:ext>
              </a:extLst>
            </p:cNvPr>
            <p:cNvCxnSpPr>
              <a:cxnSpLocks/>
              <a:stCxn id="459"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81" name="Group 480">
            <a:extLst>
              <a:ext uri="{FF2B5EF4-FFF2-40B4-BE49-F238E27FC236}">
                <a16:creationId xmlns:a16="http://schemas.microsoft.com/office/drawing/2014/main" id="{1EC929E1-C0EF-EC57-A8D4-568043682EDF}"/>
              </a:ext>
            </a:extLst>
          </p:cNvPr>
          <p:cNvGrpSpPr/>
          <p:nvPr/>
        </p:nvGrpSpPr>
        <p:grpSpPr>
          <a:xfrm>
            <a:off x="7528072" y="2049588"/>
            <a:ext cx="684958" cy="275497"/>
            <a:chOff x="8857587" y="5761985"/>
            <a:chExt cx="1175349" cy="609600"/>
          </a:xfrm>
        </p:grpSpPr>
        <p:grpSp>
          <p:nvGrpSpPr>
            <p:cNvPr id="488" name="Group 487">
              <a:extLst>
                <a:ext uri="{FF2B5EF4-FFF2-40B4-BE49-F238E27FC236}">
                  <a16:creationId xmlns:a16="http://schemas.microsoft.com/office/drawing/2014/main" id="{972214BE-3295-ACFE-F188-4CB5CE38E894}"/>
                </a:ext>
              </a:extLst>
            </p:cNvPr>
            <p:cNvGrpSpPr/>
            <p:nvPr/>
          </p:nvGrpSpPr>
          <p:grpSpPr>
            <a:xfrm>
              <a:off x="8857587" y="5761985"/>
              <a:ext cx="347133" cy="609600"/>
              <a:chOff x="6451600" y="4943545"/>
              <a:chExt cx="347133" cy="609600"/>
            </a:xfrm>
          </p:grpSpPr>
          <p:sp>
            <p:nvSpPr>
              <p:cNvPr id="518" name="Rectangle 517">
                <a:extLst>
                  <a:ext uri="{FF2B5EF4-FFF2-40B4-BE49-F238E27FC236}">
                    <a16:creationId xmlns:a16="http://schemas.microsoft.com/office/drawing/2014/main" id="{056A63B9-D088-13C9-B655-5E6CF6B52F21}"/>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519" name="Group 518">
                <a:extLst>
                  <a:ext uri="{FF2B5EF4-FFF2-40B4-BE49-F238E27FC236}">
                    <a16:creationId xmlns:a16="http://schemas.microsoft.com/office/drawing/2014/main" id="{1DF13DF1-219D-F20C-6C03-24E98EA4EDD3}"/>
                  </a:ext>
                </a:extLst>
              </p:cNvPr>
              <p:cNvGrpSpPr/>
              <p:nvPr/>
            </p:nvGrpSpPr>
            <p:grpSpPr>
              <a:xfrm>
                <a:off x="6499231" y="5022567"/>
                <a:ext cx="251871" cy="158491"/>
                <a:chOff x="6493933" y="5022567"/>
                <a:chExt cx="270933" cy="253998"/>
              </a:xfrm>
            </p:grpSpPr>
            <p:cxnSp>
              <p:nvCxnSpPr>
                <p:cNvPr id="520" name="Straight Connector 519">
                  <a:extLst>
                    <a:ext uri="{FF2B5EF4-FFF2-40B4-BE49-F238E27FC236}">
                      <a16:creationId xmlns:a16="http://schemas.microsoft.com/office/drawing/2014/main" id="{EAB8815B-7356-1BE1-7F42-AB48ED675E96}"/>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Straight Connector 520">
                  <a:extLst>
                    <a:ext uri="{FF2B5EF4-FFF2-40B4-BE49-F238E27FC236}">
                      <a16:creationId xmlns:a16="http://schemas.microsoft.com/office/drawing/2014/main" id="{EFC41652-08C7-2F4C-A215-93EF84D00F8D}"/>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2" name="Straight Connector 521">
                  <a:extLst>
                    <a:ext uri="{FF2B5EF4-FFF2-40B4-BE49-F238E27FC236}">
                      <a16:creationId xmlns:a16="http://schemas.microsoft.com/office/drawing/2014/main" id="{D5AAD652-F711-236D-4263-D6B666B4AD40}"/>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3" name="Straight Connector 522">
                  <a:extLst>
                    <a:ext uri="{FF2B5EF4-FFF2-40B4-BE49-F238E27FC236}">
                      <a16:creationId xmlns:a16="http://schemas.microsoft.com/office/drawing/2014/main" id="{7476748E-6554-35EA-8A53-EDAC90484944}"/>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512" name="Straight Connector 511">
              <a:extLst>
                <a:ext uri="{FF2B5EF4-FFF2-40B4-BE49-F238E27FC236}">
                  <a16:creationId xmlns:a16="http://schemas.microsoft.com/office/drawing/2014/main" id="{6AB861D7-9320-60CD-C278-E52B78A4058F}"/>
                </a:ext>
              </a:extLst>
            </p:cNvPr>
            <p:cNvCxnSpPr>
              <a:cxnSpLocks/>
              <a:stCxn id="518"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24" name="TextBox 523">
            <a:extLst>
              <a:ext uri="{FF2B5EF4-FFF2-40B4-BE49-F238E27FC236}">
                <a16:creationId xmlns:a16="http://schemas.microsoft.com/office/drawing/2014/main" id="{F4E60941-4537-640B-E1CE-D144920C9204}"/>
              </a:ext>
            </a:extLst>
          </p:cNvPr>
          <p:cNvSpPr txBox="1"/>
          <p:nvPr/>
        </p:nvSpPr>
        <p:spPr>
          <a:xfrm rot="5400000">
            <a:off x="7536568" y="1839482"/>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525" name="TextBox 524">
            <a:extLst>
              <a:ext uri="{FF2B5EF4-FFF2-40B4-BE49-F238E27FC236}">
                <a16:creationId xmlns:a16="http://schemas.microsoft.com/office/drawing/2014/main" id="{02F55D19-84D4-E089-B809-49C25DA81B8C}"/>
              </a:ext>
            </a:extLst>
          </p:cNvPr>
          <p:cNvSpPr txBox="1"/>
          <p:nvPr/>
        </p:nvSpPr>
        <p:spPr>
          <a:xfrm>
            <a:off x="6882624" y="1635667"/>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526" name="TextBox 525">
            <a:extLst>
              <a:ext uri="{FF2B5EF4-FFF2-40B4-BE49-F238E27FC236}">
                <a16:creationId xmlns:a16="http://schemas.microsoft.com/office/drawing/2014/main" id="{98550D6F-1A2C-2301-DD6C-9044C3EE5DCD}"/>
              </a:ext>
            </a:extLst>
          </p:cNvPr>
          <p:cNvSpPr txBox="1"/>
          <p:nvPr/>
        </p:nvSpPr>
        <p:spPr>
          <a:xfrm>
            <a:off x="6862587" y="2078756"/>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527" name="TextBox 526">
            <a:extLst>
              <a:ext uri="{FF2B5EF4-FFF2-40B4-BE49-F238E27FC236}">
                <a16:creationId xmlns:a16="http://schemas.microsoft.com/office/drawing/2014/main" id="{7BB46ECC-FD86-8A3A-D8AA-F14E62D0605E}"/>
              </a:ext>
            </a:extLst>
          </p:cNvPr>
          <p:cNvSpPr txBox="1"/>
          <p:nvPr/>
        </p:nvSpPr>
        <p:spPr>
          <a:xfrm rot="5400000">
            <a:off x="9365414" y="1859546"/>
            <a:ext cx="5725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Splitter</a:t>
            </a:r>
          </a:p>
        </p:txBody>
      </p:sp>
      <p:sp>
        <p:nvSpPr>
          <p:cNvPr id="528" name="TextBox 527">
            <a:extLst>
              <a:ext uri="{FF2B5EF4-FFF2-40B4-BE49-F238E27FC236}">
                <a16:creationId xmlns:a16="http://schemas.microsoft.com/office/drawing/2014/main" id="{AFBFCE16-2EC0-3B74-A4CC-C4071880E650}"/>
              </a:ext>
            </a:extLst>
          </p:cNvPr>
          <p:cNvSpPr txBox="1"/>
          <p:nvPr/>
        </p:nvSpPr>
        <p:spPr>
          <a:xfrm>
            <a:off x="8144839" y="1884773"/>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ONU-2</a:t>
            </a:r>
          </a:p>
        </p:txBody>
      </p:sp>
      <p:sp>
        <p:nvSpPr>
          <p:cNvPr id="529" name="Rectangle: Rounded Corners 528">
            <a:extLst>
              <a:ext uri="{FF2B5EF4-FFF2-40B4-BE49-F238E27FC236}">
                <a16:creationId xmlns:a16="http://schemas.microsoft.com/office/drawing/2014/main" id="{9FC30B3A-8A29-1D81-AD3F-07DF4350AB9A}"/>
              </a:ext>
            </a:extLst>
          </p:cNvPr>
          <p:cNvSpPr/>
          <p:nvPr/>
        </p:nvSpPr>
        <p:spPr>
          <a:xfrm rot="5400000">
            <a:off x="8107170" y="890357"/>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530" name="Group 529">
            <a:extLst>
              <a:ext uri="{FF2B5EF4-FFF2-40B4-BE49-F238E27FC236}">
                <a16:creationId xmlns:a16="http://schemas.microsoft.com/office/drawing/2014/main" id="{EC2D74C6-C89D-9904-2050-3411CD278339}"/>
              </a:ext>
            </a:extLst>
          </p:cNvPr>
          <p:cNvGrpSpPr/>
          <p:nvPr/>
        </p:nvGrpSpPr>
        <p:grpSpPr>
          <a:xfrm>
            <a:off x="7533290" y="762985"/>
            <a:ext cx="674523" cy="275497"/>
            <a:chOff x="8197182" y="5756342"/>
            <a:chExt cx="1157443" cy="609600"/>
          </a:xfrm>
        </p:grpSpPr>
        <p:grpSp>
          <p:nvGrpSpPr>
            <p:cNvPr id="531" name="Group 530">
              <a:extLst>
                <a:ext uri="{FF2B5EF4-FFF2-40B4-BE49-F238E27FC236}">
                  <a16:creationId xmlns:a16="http://schemas.microsoft.com/office/drawing/2014/main" id="{7F8BEF7B-35B7-6F00-3060-B495E5432A08}"/>
                </a:ext>
              </a:extLst>
            </p:cNvPr>
            <p:cNvGrpSpPr/>
            <p:nvPr/>
          </p:nvGrpSpPr>
          <p:grpSpPr>
            <a:xfrm>
              <a:off x="8197182" y="5756342"/>
              <a:ext cx="347133" cy="609600"/>
              <a:chOff x="6451600" y="4943545"/>
              <a:chExt cx="347133" cy="609600"/>
            </a:xfrm>
          </p:grpSpPr>
          <p:sp>
            <p:nvSpPr>
              <p:cNvPr id="533" name="Rectangle 532">
                <a:extLst>
                  <a:ext uri="{FF2B5EF4-FFF2-40B4-BE49-F238E27FC236}">
                    <a16:creationId xmlns:a16="http://schemas.microsoft.com/office/drawing/2014/main" id="{B24ADABB-53AA-A464-206F-08C0E16A4972}"/>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534" name="Group 533">
                <a:extLst>
                  <a:ext uri="{FF2B5EF4-FFF2-40B4-BE49-F238E27FC236}">
                    <a16:creationId xmlns:a16="http://schemas.microsoft.com/office/drawing/2014/main" id="{D86C62CF-9457-7A01-A62B-138DE81CB325}"/>
                  </a:ext>
                </a:extLst>
              </p:cNvPr>
              <p:cNvGrpSpPr/>
              <p:nvPr/>
            </p:nvGrpSpPr>
            <p:grpSpPr>
              <a:xfrm>
                <a:off x="6499231" y="5022567"/>
                <a:ext cx="251871" cy="158491"/>
                <a:chOff x="6493933" y="5022567"/>
                <a:chExt cx="270933" cy="253998"/>
              </a:xfrm>
            </p:grpSpPr>
            <p:cxnSp>
              <p:nvCxnSpPr>
                <p:cNvPr id="535" name="Straight Connector 534">
                  <a:extLst>
                    <a:ext uri="{FF2B5EF4-FFF2-40B4-BE49-F238E27FC236}">
                      <a16:creationId xmlns:a16="http://schemas.microsoft.com/office/drawing/2014/main" id="{7F42765D-723B-72E5-407E-5BCD04AECC0E}"/>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04EBAF8F-7972-ED39-7CBD-9B98CEC5FCE7}"/>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60FBED00-9A59-EF8E-E80F-6404538628E5}"/>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A551BB6C-E5A3-61CF-97AC-0B8F05AA7082}"/>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532" name="Straight Connector 531">
              <a:extLst>
                <a:ext uri="{FF2B5EF4-FFF2-40B4-BE49-F238E27FC236}">
                  <a16:creationId xmlns:a16="http://schemas.microsoft.com/office/drawing/2014/main" id="{3EEEFDBA-646B-C1A2-7B5C-1988365DC893}"/>
                </a:ext>
              </a:extLst>
            </p:cNvPr>
            <p:cNvCxnSpPr>
              <a:cxnSpLocks/>
              <a:stCxn id="533"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9" name="Group 538">
            <a:extLst>
              <a:ext uri="{FF2B5EF4-FFF2-40B4-BE49-F238E27FC236}">
                <a16:creationId xmlns:a16="http://schemas.microsoft.com/office/drawing/2014/main" id="{F10701E0-A3F3-5E80-03C4-7DD61A1AE103}"/>
              </a:ext>
            </a:extLst>
          </p:cNvPr>
          <p:cNvGrpSpPr/>
          <p:nvPr/>
        </p:nvGrpSpPr>
        <p:grpSpPr>
          <a:xfrm>
            <a:off x="7528072" y="1196278"/>
            <a:ext cx="684958" cy="275497"/>
            <a:chOff x="8857587" y="5761985"/>
            <a:chExt cx="1175349" cy="609600"/>
          </a:xfrm>
        </p:grpSpPr>
        <p:grpSp>
          <p:nvGrpSpPr>
            <p:cNvPr id="540" name="Group 539">
              <a:extLst>
                <a:ext uri="{FF2B5EF4-FFF2-40B4-BE49-F238E27FC236}">
                  <a16:creationId xmlns:a16="http://schemas.microsoft.com/office/drawing/2014/main" id="{5A678876-A669-25A7-D815-32789BCEB671}"/>
                </a:ext>
              </a:extLst>
            </p:cNvPr>
            <p:cNvGrpSpPr/>
            <p:nvPr/>
          </p:nvGrpSpPr>
          <p:grpSpPr>
            <a:xfrm>
              <a:off x="8857587" y="5761985"/>
              <a:ext cx="347133" cy="609600"/>
              <a:chOff x="6451600" y="4943545"/>
              <a:chExt cx="347133" cy="609600"/>
            </a:xfrm>
          </p:grpSpPr>
          <p:sp>
            <p:nvSpPr>
              <p:cNvPr id="542" name="Rectangle 541">
                <a:extLst>
                  <a:ext uri="{FF2B5EF4-FFF2-40B4-BE49-F238E27FC236}">
                    <a16:creationId xmlns:a16="http://schemas.microsoft.com/office/drawing/2014/main" id="{64647D24-6F03-AEE4-E90D-6B3070E00A6C}"/>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543" name="Group 542">
                <a:extLst>
                  <a:ext uri="{FF2B5EF4-FFF2-40B4-BE49-F238E27FC236}">
                    <a16:creationId xmlns:a16="http://schemas.microsoft.com/office/drawing/2014/main" id="{5B8C6F70-4629-55D4-6385-EA274215B939}"/>
                  </a:ext>
                </a:extLst>
              </p:cNvPr>
              <p:cNvGrpSpPr/>
              <p:nvPr/>
            </p:nvGrpSpPr>
            <p:grpSpPr>
              <a:xfrm>
                <a:off x="6499231" y="5022567"/>
                <a:ext cx="251871" cy="158491"/>
                <a:chOff x="6493933" y="5022567"/>
                <a:chExt cx="270933" cy="253998"/>
              </a:xfrm>
            </p:grpSpPr>
            <p:cxnSp>
              <p:nvCxnSpPr>
                <p:cNvPr id="544" name="Straight Connector 543">
                  <a:extLst>
                    <a:ext uri="{FF2B5EF4-FFF2-40B4-BE49-F238E27FC236}">
                      <a16:creationId xmlns:a16="http://schemas.microsoft.com/office/drawing/2014/main" id="{C70C50C7-2049-E114-1C14-A72C01A28961}"/>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63A13C89-ED0F-542A-B4CF-F746F12DC131}"/>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4F376500-22A0-CFEA-2782-DE7FD09B6DA1}"/>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C9E6DD7C-9DEE-F96A-A4A8-D81186C936A4}"/>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541" name="Straight Connector 540">
              <a:extLst>
                <a:ext uri="{FF2B5EF4-FFF2-40B4-BE49-F238E27FC236}">
                  <a16:creationId xmlns:a16="http://schemas.microsoft.com/office/drawing/2014/main" id="{1E6C8746-E7D0-2E82-22D8-3A3ED75DB6C0}"/>
                </a:ext>
              </a:extLst>
            </p:cNvPr>
            <p:cNvCxnSpPr>
              <a:cxnSpLocks/>
              <a:stCxn id="542"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8" name="TextBox 547">
            <a:extLst>
              <a:ext uri="{FF2B5EF4-FFF2-40B4-BE49-F238E27FC236}">
                <a16:creationId xmlns:a16="http://schemas.microsoft.com/office/drawing/2014/main" id="{1402B67D-57B6-97FE-5E58-7EEB09851FB8}"/>
              </a:ext>
            </a:extLst>
          </p:cNvPr>
          <p:cNvSpPr txBox="1"/>
          <p:nvPr/>
        </p:nvSpPr>
        <p:spPr>
          <a:xfrm rot="5400000">
            <a:off x="7536568" y="986172"/>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549" name="TextBox 548">
            <a:extLst>
              <a:ext uri="{FF2B5EF4-FFF2-40B4-BE49-F238E27FC236}">
                <a16:creationId xmlns:a16="http://schemas.microsoft.com/office/drawing/2014/main" id="{020D9D1C-3E64-B435-706E-4E9C604C9023}"/>
              </a:ext>
            </a:extLst>
          </p:cNvPr>
          <p:cNvSpPr txBox="1"/>
          <p:nvPr/>
        </p:nvSpPr>
        <p:spPr>
          <a:xfrm>
            <a:off x="6882624" y="782357"/>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550" name="TextBox 549">
            <a:extLst>
              <a:ext uri="{FF2B5EF4-FFF2-40B4-BE49-F238E27FC236}">
                <a16:creationId xmlns:a16="http://schemas.microsoft.com/office/drawing/2014/main" id="{056C5C4D-F64E-8BB2-EC0C-24A79DB5B11F}"/>
              </a:ext>
            </a:extLst>
          </p:cNvPr>
          <p:cNvSpPr txBox="1"/>
          <p:nvPr/>
        </p:nvSpPr>
        <p:spPr>
          <a:xfrm>
            <a:off x="6862587" y="1225446"/>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551" name="TextBox 550">
            <a:extLst>
              <a:ext uri="{FF2B5EF4-FFF2-40B4-BE49-F238E27FC236}">
                <a16:creationId xmlns:a16="http://schemas.microsoft.com/office/drawing/2014/main" id="{E78C202F-5F10-D5D5-5358-F3ECE4CCB63E}"/>
              </a:ext>
            </a:extLst>
          </p:cNvPr>
          <p:cNvSpPr txBox="1"/>
          <p:nvPr/>
        </p:nvSpPr>
        <p:spPr>
          <a:xfrm>
            <a:off x="8144839" y="1031464"/>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ONU-1</a:t>
            </a:r>
          </a:p>
        </p:txBody>
      </p:sp>
      <p:grpSp>
        <p:nvGrpSpPr>
          <p:cNvPr id="552" name="Group 551">
            <a:extLst>
              <a:ext uri="{FF2B5EF4-FFF2-40B4-BE49-F238E27FC236}">
                <a16:creationId xmlns:a16="http://schemas.microsoft.com/office/drawing/2014/main" id="{3A0986F4-8592-4FC2-0E54-64789521C12C}"/>
              </a:ext>
            </a:extLst>
          </p:cNvPr>
          <p:cNvGrpSpPr/>
          <p:nvPr/>
        </p:nvGrpSpPr>
        <p:grpSpPr>
          <a:xfrm>
            <a:off x="7533290" y="2579238"/>
            <a:ext cx="674523" cy="275497"/>
            <a:chOff x="8197182" y="5756342"/>
            <a:chExt cx="1157443" cy="609600"/>
          </a:xfrm>
        </p:grpSpPr>
        <p:grpSp>
          <p:nvGrpSpPr>
            <p:cNvPr id="553" name="Group 552">
              <a:extLst>
                <a:ext uri="{FF2B5EF4-FFF2-40B4-BE49-F238E27FC236}">
                  <a16:creationId xmlns:a16="http://schemas.microsoft.com/office/drawing/2014/main" id="{04D028A6-A00B-1C26-42A6-EEEFEAF05520}"/>
                </a:ext>
              </a:extLst>
            </p:cNvPr>
            <p:cNvGrpSpPr/>
            <p:nvPr/>
          </p:nvGrpSpPr>
          <p:grpSpPr>
            <a:xfrm>
              <a:off x="8197182" y="5756342"/>
              <a:ext cx="347133" cy="609600"/>
              <a:chOff x="6451600" y="4943545"/>
              <a:chExt cx="347133" cy="609600"/>
            </a:xfrm>
          </p:grpSpPr>
          <p:sp>
            <p:nvSpPr>
              <p:cNvPr id="555" name="Rectangle 554">
                <a:extLst>
                  <a:ext uri="{FF2B5EF4-FFF2-40B4-BE49-F238E27FC236}">
                    <a16:creationId xmlns:a16="http://schemas.microsoft.com/office/drawing/2014/main" id="{E880C74A-B307-9CEB-FDCA-C9805BE300AB}"/>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556" name="Group 555">
                <a:extLst>
                  <a:ext uri="{FF2B5EF4-FFF2-40B4-BE49-F238E27FC236}">
                    <a16:creationId xmlns:a16="http://schemas.microsoft.com/office/drawing/2014/main" id="{42E39455-F4B7-2742-F7E4-15E9D7E737A4}"/>
                  </a:ext>
                </a:extLst>
              </p:cNvPr>
              <p:cNvGrpSpPr/>
              <p:nvPr/>
            </p:nvGrpSpPr>
            <p:grpSpPr>
              <a:xfrm>
                <a:off x="6499231" y="5022567"/>
                <a:ext cx="251871" cy="158491"/>
                <a:chOff x="6493933" y="5022567"/>
                <a:chExt cx="270933" cy="253998"/>
              </a:xfrm>
            </p:grpSpPr>
            <p:cxnSp>
              <p:nvCxnSpPr>
                <p:cNvPr id="557" name="Straight Connector 556">
                  <a:extLst>
                    <a:ext uri="{FF2B5EF4-FFF2-40B4-BE49-F238E27FC236}">
                      <a16:creationId xmlns:a16="http://schemas.microsoft.com/office/drawing/2014/main" id="{73F709A6-84DE-7A35-0103-D92CACFE5CAB}"/>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8C4B2438-176C-DEB9-76D4-E25FA7FE8887}"/>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0E382ABC-A4BB-8828-D226-8B184C3802F3}"/>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CE328BFB-5B9A-7077-5078-C92980BBCC80}"/>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554" name="Straight Connector 553">
              <a:extLst>
                <a:ext uri="{FF2B5EF4-FFF2-40B4-BE49-F238E27FC236}">
                  <a16:creationId xmlns:a16="http://schemas.microsoft.com/office/drawing/2014/main" id="{C509B62D-3CED-8828-ACD7-4480D61E9943}"/>
                </a:ext>
              </a:extLst>
            </p:cNvPr>
            <p:cNvCxnSpPr>
              <a:cxnSpLocks/>
              <a:stCxn id="555"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1" name="Group 560">
            <a:extLst>
              <a:ext uri="{FF2B5EF4-FFF2-40B4-BE49-F238E27FC236}">
                <a16:creationId xmlns:a16="http://schemas.microsoft.com/office/drawing/2014/main" id="{705D6E34-6BDB-6171-83F4-6696BB39CCB2}"/>
              </a:ext>
            </a:extLst>
          </p:cNvPr>
          <p:cNvGrpSpPr/>
          <p:nvPr/>
        </p:nvGrpSpPr>
        <p:grpSpPr>
          <a:xfrm>
            <a:off x="7528072" y="3012531"/>
            <a:ext cx="684958" cy="275497"/>
            <a:chOff x="8857587" y="5761985"/>
            <a:chExt cx="1175349" cy="609600"/>
          </a:xfrm>
        </p:grpSpPr>
        <p:grpSp>
          <p:nvGrpSpPr>
            <p:cNvPr id="562" name="Group 561">
              <a:extLst>
                <a:ext uri="{FF2B5EF4-FFF2-40B4-BE49-F238E27FC236}">
                  <a16:creationId xmlns:a16="http://schemas.microsoft.com/office/drawing/2014/main" id="{0565BA09-4AEE-35F3-082B-19AA01AE0B2E}"/>
                </a:ext>
              </a:extLst>
            </p:cNvPr>
            <p:cNvGrpSpPr/>
            <p:nvPr/>
          </p:nvGrpSpPr>
          <p:grpSpPr>
            <a:xfrm>
              <a:off x="8857587" y="5761985"/>
              <a:ext cx="347133" cy="609600"/>
              <a:chOff x="6451600" y="4943545"/>
              <a:chExt cx="347133" cy="609600"/>
            </a:xfrm>
          </p:grpSpPr>
          <p:sp>
            <p:nvSpPr>
              <p:cNvPr id="564" name="Rectangle 563">
                <a:extLst>
                  <a:ext uri="{FF2B5EF4-FFF2-40B4-BE49-F238E27FC236}">
                    <a16:creationId xmlns:a16="http://schemas.microsoft.com/office/drawing/2014/main" id="{4C6DA33B-00E5-DE37-B9D3-8C097DC272EE}"/>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565" name="Group 564">
                <a:extLst>
                  <a:ext uri="{FF2B5EF4-FFF2-40B4-BE49-F238E27FC236}">
                    <a16:creationId xmlns:a16="http://schemas.microsoft.com/office/drawing/2014/main" id="{8E7AB3EC-212F-78A6-0A80-C028878B8025}"/>
                  </a:ext>
                </a:extLst>
              </p:cNvPr>
              <p:cNvGrpSpPr/>
              <p:nvPr/>
            </p:nvGrpSpPr>
            <p:grpSpPr>
              <a:xfrm>
                <a:off x="6499231" y="5022567"/>
                <a:ext cx="251871" cy="158491"/>
                <a:chOff x="6493933" y="5022567"/>
                <a:chExt cx="270933" cy="253998"/>
              </a:xfrm>
            </p:grpSpPr>
            <p:cxnSp>
              <p:nvCxnSpPr>
                <p:cNvPr id="566" name="Straight Connector 565">
                  <a:extLst>
                    <a:ext uri="{FF2B5EF4-FFF2-40B4-BE49-F238E27FC236}">
                      <a16:creationId xmlns:a16="http://schemas.microsoft.com/office/drawing/2014/main" id="{FB49F03C-90A0-770A-3D61-815E6E22A26B}"/>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ACDA4606-983B-B834-7156-E182FB607C4C}"/>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C24255BE-D450-8D4B-B2DF-DA2115788D75}"/>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9D10D6E1-902F-03B5-45A3-878CD732F345}"/>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563" name="Straight Connector 562">
              <a:extLst>
                <a:ext uri="{FF2B5EF4-FFF2-40B4-BE49-F238E27FC236}">
                  <a16:creationId xmlns:a16="http://schemas.microsoft.com/office/drawing/2014/main" id="{40F363AB-C30B-D879-DFAD-37A5A7B462CC}"/>
                </a:ext>
              </a:extLst>
            </p:cNvPr>
            <p:cNvCxnSpPr>
              <a:cxnSpLocks/>
              <a:stCxn id="564"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70" name="TextBox 569">
            <a:extLst>
              <a:ext uri="{FF2B5EF4-FFF2-40B4-BE49-F238E27FC236}">
                <a16:creationId xmlns:a16="http://schemas.microsoft.com/office/drawing/2014/main" id="{06F1990E-ED58-CE23-9B2F-D739BE97B5B8}"/>
              </a:ext>
            </a:extLst>
          </p:cNvPr>
          <p:cNvSpPr txBox="1"/>
          <p:nvPr/>
        </p:nvSpPr>
        <p:spPr>
          <a:xfrm rot="5400000">
            <a:off x="7536568" y="2802425"/>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571" name="TextBox 570">
            <a:extLst>
              <a:ext uri="{FF2B5EF4-FFF2-40B4-BE49-F238E27FC236}">
                <a16:creationId xmlns:a16="http://schemas.microsoft.com/office/drawing/2014/main" id="{9EAF2806-9B04-4CFA-07FE-8A6689ADB93C}"/>
              </a:ext>
            </a:extLst>
          </p:cNvPr>
          <p:cNvSpPr txBox="1"/>
          <p:nvPr/>
        </p:nvSpPr>
        <p:spPr>
          <a:xfrm>
            <a:off x="6882624" y="2598610"/>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572" name="TextBox 571">
            <a:extLst>
              <a:ext uri="{FF2B5EF4-FFF2-40B4-BE49-F238E27FC236}">
                <a16:creationId xmlns:a16="http://schemas.microsoft.com/office/drawing/2014/main" id="{435F947C-26A7-3AD9-6764-78EA8C8A1EFF}"/>
              </a:ext>
            </a:extLst>
          </p:cNvPr>
          <p:cNvSpPr txBox="1"/>
          <p:nvPr/>
        </p:nvSpPr>
        <p:spPr>
          <a:xfrm>
            <a:off x="6862587" y="3041699"/>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573" name="TextBox 572">
            <a:extLst>
              <a:ext uri="{FF2B5EF4-FFF2-40B4-BE49-F238E27FC236}">
                <a16:creationId xmlns:a16="http://schemas.microsoft.com/office/drawing/2014/main" id="{73DEAA81-7839-8408-DD77-07DA2F74BAC4}"/>
              </a:ext>
            </a:extLst>
          </p:cNvPr>
          <p:cNvSpPr txBox="1"/>
          <p:nvPr/>
        </p:nvSpPr>
        <p:spPr>
          <a:xfrm>
            <a:off x="8144839" y="2842947"/>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ONU-N</a:t>
            </a:r>
          </a:p>
        </p:txBody>
      </p:sp>
      <p:sp>
        <p:nvSpPr>
          <p:cNvPr id="574" name="Rectangle 573">
            <a:extLst>
              <a:ext uri="{FF2B5EF4-FFF2-40B4-BE49-F238E27FC236}">
                <a16:creationId xmlns:a16="http://schemas.microsoft.com/office/drawing/2014/main" id="{EC66FCE1-AE55-6309-6BC1-713FB992E497}"/>
              </a:ext>
            </a:extLst>
          </p:cNvPr>
          <p:cNvSpPr/>
          <p:nvPr/>
        </p:nvSpPr>
        <p:spPr>
          <a:xfrm>
            <a:off x="9542544" y="1899746"/>
            <a:ext cx="135695" cy="1573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575" name="Freeform: Shape 574">
            <a:extLst>
              <a:ext uri="{FF2B5EF4-FFF2-40B4-BE49-F238E27FC236}">
                <a16:creationId xmlns:a16="http://schemas.microsoft.com/office/drawing/2014/main" id="{509EE137-B198-1257-818E-3FAD8DE18723}"/>
              </a:ext>
            </a:extLst>
          </p:cNvPr>
          <p:cNvSpPr/>
          <p:nvPr/>
        </p:nvSpPr>
        <p:spPr>
          <a:xfrm>
            <a:off x="7651256" y="850774"/>
            <a:ext cx="5018003" cy="1111812"/>
          </a:xfrm>
          <a:custGeom>
            <a:avLst/>
            <a:gdLst>
              <a:gd name="csX0" fmla="*/ 7869600 w 7869600"/>
              <a:gd name="csY0" fmla="*/ 1389600 h 1389600"/>
              <a:gd name="csX1" fmla="*/ 6458400 w 7869600"/>
              <a:gd name="csY1" fmla="*/ 864000 h 1389600"/>
              <a:gd name="csX2" fmla="*/ 5450400 w 7869600"/>
              <a:gd name="csY2" fmla="*/ 475200 h 1389600"/>
              <a:gd name="csX3" fmla="*/ 4773600 w 7869600"/>
              <a:gd name="csY3" fmla="*/ 540000 h 1389600"/>
              <a:gd name="csX4" fmla="*/ 3506400 w 7869600"/>
              <a:gd name="csY4" fmla="*/ 583200 h 1389600"/>
              <a:gd name="csX5" fmla="*/ 2001600 w 7869600"/>
              <a:gd name="csY5" fmla="*/ 590400 h 1389600"/>
              <a:gd name="csX6" fmla="*/ 1526400 w 7869600"/>
              <a:gd name="csY6" fmla="*/ 547200 h 1389600"/>
              <a:gd name="csX7" fmla="*/ 655200 w 7869600"/>
              <a:gd name="csY7" fmla="*/ 180000 h 1389600"/>
              <a:gd name="csX8" fmla="*/ 0 w 7869600"/>
              <a:gd name="csY8" fmla="*/ 0 h 1389600"/>
              <a:gd name="csX0" fmla="*/ 7696800 w 7696800"/>
              <a:gd name="csY0" fmla="*/ 1296000 h 1296000"/>
              <a:gd name="csX1" fmla="*/ 6458400 w 7696800"/>
              <a:gd name="csY1" fmla="*/ 864000 h 1296000"/>
              <a:gd name="csX2" fmla="*/ 5450400 w 7696800"/>
              <a:gd name="csY2" fmla="*/ 475200 h 1296000"/>
              <a:gd name="csX3" fmla="*/ 4773600 w 7696800"/>
              <a:gd name="csY3" fmla="*/ 540000 h 1296000"/>
              <a:gd name="csX4" fmla="*/ 3506400 w 7696800"/>
              <a:gd name="csY4" fmla="*/ 583200 h 1296000"/>
              <a:gd name="csX5" fmla="*/ 2001600 w 7696800"/>
              <a:gd name="csY5" fmla="*/ 590400 h 1296000"/>
              <a:gd name="csX6" fmla="*/ 1526400 w 7696800"/>
              <a:gd name="csY6" fmla="*/ 547200 h 1296000"/>
              <a:gd name="csX7" fmla="*/ 655200 w 7696800"/>
              <a:gd name="csY7" fmla="*/ 180000 h 1296000"/>
              <a:gd name="csX8" fmla="*/ 0 w 7696800"/>
              <a:gd name="csY8" fmla="*/ 0 h 1296000"/>
              <a:gd name="csX0" fmla="*/ 7696800 w 7696800"/>
              <a:gd name="csY0" fmla="*/ 1296000 h 1296000"/>
              <a:gd name="csX1" fmla="*/ 6609600 w 7696800"/>
              <a:gd name="csY1" fmla="*/ 842400 h 1296000"/>
              <a:gd name="csX2" fmla="*/ 5450400 w 7696800"/>
              <a:gd name="csY2" fmla="*/ 475200 h 1296000"/>
              <a:gd name="csX3" fmla="*/ 4773600 w 7696800"/>
              <a:gd name="csY3" fmla="*/ 540000 h 1296000"/>
              <a:gd name="csX4" fmla="*/ 3506400 w 7696800"/>
              <a:gd name="csY4" fmla="*/ 583200 h 1296000"/>
              <a:gd name="csX5" fmla="*/ 2001600 w 7696800"/>
              <a:gd name="csY5" fmla="*/ 590400 h 1296000"/>
              <a:gd name="csX6" fmla="*/ 1526400 w 7696800"/>
              <a:gd name="csY6" fmla="*/ 547200 h 1296000"/>
              <a:gd name="csX7" fmla="*/ 655200 w 7696800"/>
              <a:gd name="csY7" fmla="*/ 180000 h 1296000"/>
              <a:gd name="csX8" fmla="*/ 0 w 7696800"/>
              <a:gd name="csY8" fmla="*/ 0 h 1296000"/>
              <a:gd name="csX0" fmla="*/ 7583444 w 7583444"/>
              <a:gd name="csY0" fmla="*/ 1265772 h 1265772"/>
              <a:gd name="csX1" fmla="*/ 6496244 w 7583444"/>
              <a:gd name="csY1" fmla="*/ 812172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583444 w 7583444"/>
              <a:gd name="csY0" fmla="*/ 1265772 h 1265772"/>
              <a:gd name="csX1" fmla="*/ 6496244 w 7583444"/>
              <a:gd name="csY1" fmla="*/ 812172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583444 w 7583444"/>
              <a:gd name="csY0" fmla="*/ 1265772 h 1265772"/>
              <a:gd name="csX1" fmla="*/ 6554610 w 7583444"/>
              <a:gd name="csY1" fmla="*/ 607891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359708 w 7359708"/>
              <a:gd name="csY0" fmla="*/ 536197 h 608531"/>
              <a:gd name="csX1" fmla="*/ 6554610 w 7359708"/>
              <a:gd name="csY1" fmla="*/ 607891 h 608531"/>
              <a:gd name="csX2" fmla="*/ 5337044 w 7359708"/>
              <a:gd name="csY2" fmla="*/ 444972 h 608531"/>
              <a:gd name="csX3" fmla="*/ 4660244 w 7359708"/>
              <a:gd name="csY3" fmla="*/ 509772 h 608531"/>
              <a:gd name="csX4" fmla="*/ 3393044 w 7359708"/>
              <a:gd name="csY4" fmla="*/ 552972 h 608531"/>
              <a:gd name="csX5" fmla="*/ 1888244 w 7359708"/>
              <a:gd name="csY5" fmla="*/ 560172 h 608531"/>
              <a:gd name="csX6" fmla="*/ 1413044 w 7359708"/>
              <a:gd name="csY6" fmla="*/ 516972 h 608531"/>
              <a:gd name="csX7" fmla="*/ 541844 w 7359708"/>
              <a:gd name="csY7" fmla="*/ 149772 h 608531"/>
              <a:gd name="csX8" fmla="*/ 0 w 7359708"/>
              <a:gd name="csY8" fmla="*/ 0 h 608531"/>
              <a:gd name="csX0" fmla="*/ 7359708 w 7359708"/>
              <a:gd name="csY0" fmla="*/ 536197 h 562852"/>
              <a:gd name="csX1" fmla="*/ 6544882 w 7359708"/>
              <a:gd name="csY1" fmla="*/ 442521 h 562852"/>
              <a:gd name="csX2" fmla="*/ 5337044 w 7359708"/>
              <a:gd name="csY2" fmla="*/ 444972 h 562852"/>
              <a:gd name="csX3" fmla="*/ 4660244 w 7359708"/>
              <a:gd name="csY3" fmla="*/ 509772 h 562852"/>
              <a:gd name="csX4" fmla="*/ 3393044 w 7359708"/>
              <a:gd name="csY4" fmla="*/ 552972 h 562852"/>
              <a:gd name="csX5" fmla="*/ 1888244 w 7359708"/>
              <a:gd name="csY5" fmla="*/ 560172 h 562852"/>
              <a:gd name="csX6" fmla="*/ 1413044 w 7359708"/>
              <a:gd name="csY6" fmla="*/ 516972 h 562852"/>
              <a:gd name="csX7" fmla="*/ 541844 w 7359708"/>
              <a:gd name="csY7" fmla="*/ 149772 h 562852"/>
              <a:gd name="csX8" fmla="*/ 0 w 7359708"/>
              <a:gd name="csY8" fmla="*/ 0 h 562852"/>
              <a:gd name="csX0" fmla="*/ 7359708 w 7359708"/>
              <a:gd name="csY0" fmla="*/ 536197 h 562852"/>
              <a:gd name="csX1" fmla="*/ 6437878 w 7359708"/>
              <a:gd name="csY1" fmla="*/ 423066 h 562852"/>
              <a:gd name="csX2" fmla="*/ 5337044 w 7359708"/>
              <a:gd name="csY2" fmla="*/ 444972 h 562852"/>
              <a:gd name="csX3" fmla="*/ 4660244 w 7359708"/>
              <a:gd name="csY3" fmla="*/ 509772 h 562852"/>
              <a:gd name="csX4" fmla="*/ 3393044 w 7359708"/>
              <a:gd name="csY4" fmla="*/ 552972 h 562852"/>
              <a:gd name="csX5" fmla="*/ 1888244 w 7359708"/>
              <a:gd name="csY5" fmla="*/ 560172 h 562852"/>
              <a:gd name="csX6" fmla="*/ 1413044 w 7359708"/>
              <a:gd name="csY6" fmla="*/ 516972 h 562852"/>
              <a:gd name="csX7" fmla="*/ 541844 w 7359708"/>
              <a:gd name="csY7" fmla="*/ 149772 h 562852"/>
              <a:gd name="csX8" fmla="*/ 0 w 7359708"/>
              <a:gd name="csY8" fmla="*/ 0 h 562852"/>
              <a:gd name="csX0" fmla="*/ 7349980 w 7349980"/>
              <a:gd name="csY0" fmla="*/ 575108 h 575108"/>
              <a:gd name="csX1" fmla="*/ 6437878 w 7349980"/>
              <a:gd name="csY1" fmla="*/ 423066 h 575108"/>
              <a:gd name="csX2" fmla="*/ 5337044 w 7349980"/>
              <a:gd name="csY2" fmla="*/ 444972 h 575108"/>
              <a:gd name="csX3" fmla="*/ 4660244 w 7349980"/>
              <a:gd name="csY3" fmla="*/ 509772 h 575108"/>
              <a:gd name="csX4" fmla="*/ 3393044 w 7349980"/>
              <a:gd name="csY4" fmla="*/ 552972 h 575108"/>
              <a:gd name="csX5" fmla="*/ 1888244 w 7349980"/>
              <a:gd name="csY5" fmla="*/ 560172 h 575108"/>
              <a:gd name="csX6" fmla="*/ 1413044 w 7349980"/>
              <a:gd name="csY6" fmla="*/ 516972 h 575108"/>
              <a:gd name="csX7" fmla="*/ 541844 w 7349980"/>
              <a:gd name="csY7" fmla="*/ 149772 h 575108"/>
              <a:gd name="csX8" fmla="*/ 0 w 7349980"/>
              <a:gd name="csY8" fmla="*/ 0 h 575108"/>
              <a:gd name="csX0" fmla="*/ 7349980 w 7349980"/>
              <a:gd name="csY0" fmla="*/ 575108 h 580710"/>
              <a:gd name="csX1" fmla="*/ 6437878 w 7349980"/>
              <a:gd name="csY1" fmla="*/ 423066 h 580710"/>
              <a:gd name="csX2" fmla="*/ 5337044 w 7349980"/>
              <a:gd name="csY2" fmla="*/ 444972 h 580710"/>
              <a:gd name="csX3" fmla="*/ 4660244 w 7349980"/>
              <a:gd name="csY3" fmla="*/ 509772 h 580710"/>
              <a:gd name="csX4" fmla="*/ 3393044 w 7349980"/>
              <a:gd name="csY4" fmla="*/ 552972 h 580710"/>
              <a:gd name="csX5" fmla="*/ 1888244 w 7349980"/>
              <a:gd name="csY5" fmla="*/ 560172 h 580710"/>
              <a:gd name="csX6" fmla="*/ 1685981 w 7349980"/>
              <a:gd name="csY6" fmla="*/ 275728 h 580710"/>
              <a:gd name="csX7" fmla="*/ 541844 w 7349980"/>
              <a:gd name="csY7" fmla="*/ 149772 h 580710"/>
              <a:gd name="csX8" fmla="*/ 0 w 7349980"/>
              <a:gd name="csY8" fmla="*/ 0 h 580710"/>
              <a:gd name="csX0" fmla="*/ 7349980 w 7349980"/>
              <a:gd name="csY0" fmla="*/ 575108 h 1355000"/>
              <a:gd name="csX1" fmla="*/ 6437878 w 7349980"/>
              <a:gd name="csY1" fmla="*/ 423066 h 1355000"/>
              <a:gd name="csX2" fmla="*/ 5337044 w 7349980"/>
              <a:gd name="csY2" fmla="*/ 444972 h 1355000"/>
              <a:gd name="csX3" fmla="*/ 4660244 w 7349980"/>
              <a:gd name="csY3" fmla="*/ 509772 h 1355000"/>
              <a:gd name="csX4" fmla="*/ 3393044 w 7349980"/>
              <a:gd name="csY4" fmla="*/ 552972 h 1355000"/>
              <a:gd name="csX5" fmla="*/ 1935710 w 7349980"/>
              <a:gd name="csY5" fmla="*/ 1352831 h 1355000"/>
              <a:gd name="csX6" fmla="*/ 1685981 w 7349980"/>
              <a:gd name="csY6" fmla="*/ 275728 h 1355000"/>
              <a:gd name="csX7" fmla="*/ 541844 w 7349980"/>
              <a:gd name="csY7" fmla="*/ 149772 h 1355000"/>
              <a:gd name="csX8" fmla="*/ 0 w 7349980"/>
              <a:gd name="csY8" fmla="*/ 0 h 1355000"/>
              <a:gd name="csX0" fmla="*/ 7349980 w 7349980"/>
              <a:gd name="csY0" fmla="*/ 575108 h 1355644"/>
              <a:gd name="csX1" fmla="*/ 6437878 w 7349980"/>
              <a:gd name="csY1" fmla="*/ 423066 h 1355644"/>
              <a:gd name="csX2" fmla="*/ 5337044 w 7349980"/>
              <a:gd name="csY2" fmla="*/ 444972 h 1355644"/>
              <a:gd name="csX3" fmla="*/ 4660244 w 7349980"/>
              <a:gd name="csY3" fmla="*/ 509772 h 1355644"/>
              <a:gd name="csX4" fmla="*/ 3393044 w 7349980"/>
              <a:gd name="csY4" fmla="*/ 552972 h 1355644"/>
              <a:gd name="csX5" fmla="*/ 2158139 w 7349980"/>
              <a:gd name="csY5" fmla="*/ 587626 h 1355644"/>
              <a:gd name="csX6" fmla="*/ 1935710 w 7349980"/>
              <a:gd name="csY6" fmla="*/ 1352831 h 1355644"/>
              <a:gd name="csX7" fmla="*/ 1685981 w 7349980"/>
              <a:gd name="csY7" fmla="*/ 275728 h 1355644"/>
              <a:gd name="csX8" fmla="*/ 541844 w 7349980"/>
              <a:gd name="csY8" fmla="*/ 149772 h 1355644"/>
              <a:gd name="csX9" fmla="*/ 0 w 7349980"/>
              <a:gd name="csY9" fmla="*/ 0 h 1355644"/>
              <a:gd name="csX0" fmla="*/ 7349980 w 7349980"/>
              <a:gd name="csY0" fmla="*/ 575108 h 1321321"/>
              <a:gd name="csX1" fmla="*/ 6437878 w 7349980"/>
              <a:gd name="csY1" fmla="*/ 423066 h 1321321"/>
              <a:gd name="csX2" fmla="*/ 5337044 w 7349980"/>
              <a:gd name="csY2" fmla="*/ 444972 h 1321321"/>
              <a:gd name="csX3" fmla="*/ 4660244 w 7349980"/>
              <a:gd name="csY3" fmla="*/ 509772 h 1321321"/>
              <a:gd name="csX4" fmla="*/ 3393044 w 7349980"/>
              <a:gd name="csY4" fmla="*/ 552972 h 1321321"/>
              <a:gd name="csX5" fmla="*/ 2158139 w 7349980"/>
              <a:gd name="csY5" fmla="*/ 587626 h 1321321"/>
              <a:gd name="csX6" fmla="*/ 1864509 w 7349980"/>
              <a:gd name="csY6" fmla="*/ 1318367 h 1321321"/>
              <a:gd name="csX7" fmla="*/ 1685981 w 7349980"/>
              <a:gd name="csY7" fmla="*/ 275728 h 1321321"/>
              <a:gd name="csX8" fmla="*/ 541844 w 7349980"/>
              <a:gd name="csY8" fmla="*/ 149772 h 1321321"/>
              <a:gd name="csX9" fmla="*/ 0 w 7349980"/>
              <a:gd name="csY9" fmla="*/ 0 h 1321321"/>
              <a:gd name="csX0" fmla="*/ 7349980 w 7349980"/>
              <a:gd name="csY0" fmla="*/ 575108 h 1319746"/>
              <a:gd name="csX1" fmla="*/ 6437878 w 7349980"/>
              <a:gd name="csY1" fmla="*/ 423066 h 1319746"/>
              <a:gd name="csX2" fmla="*/ 5337044 w 7349980"/>
              <a:gd name="csY2" fmla="*/ 444972 h 1319746"/>
              <a:gd name="csX3" fmla="*/ 4660244 w 7349980"/>
              <a:gd name="csY3" fmla="*/ 509772 h 1319746"/>
              <a:gd name="csX4" fmla="*/ 3393044 w 7349980"/>
              <a:gd name="csY4" fmla="*/ 552972 h 1319746"/>
              <a:gd name="csX5" fmla="*/ 2158139 w 7349980"/>
              <a:gd name="csY5" fmla="*/ 587626 h 1319746"/>
              <a:gd name="csX6" fmla="*/ 1864509 w 7349980"/>
              <a:gd name="csY6" fmla="*/ 1318367 h 1319746"/>
              <a:gd name="csX7" fmla="*/ 1685981 w 7349980"/>
              <a:gd name="csY7" fmla="*/ 275728 h 1319746"/>
              <a:gd name="csX8" fmla="*/ 541844 w 7349980"/>
              <a:gd name="csY8" fmla="*/ 149772 h 1319746"/>
              <a:gd name="csX9" fmla="*/ 0 w 7349980"/>
              <a:gd name="csY9" fmla="*/ 0 h 1319746"/>
              <a:gd name="csX0" fmla="*/ 7349980 w 7349980"/>
              <a:gd name="csY0" fmla="*/ 575108 h 1362740"/>
              <a:gd name="csX1" fmla="*/ 6437878 w 7349980"/>
              <a:gd name="csY1" fmla="*/ 423066 h 1362740"/>
              <a:gd name="csX2" fmla="*/ 5337044 w 7349980"/>
              <a:gd name="csY2" fmla="*/ 444972 h 1362740"/>
              <a:gd name="csX3" fmla="*/ 4660244 w 7349980"/>
              <a:gd name="csY3" fmla="*/ 509772 h 1362740"/>
              <a:gd name="csX4" fmla="*/ 3393044 w 7349980"/>
              <a:gd name="csY4" fmla="*/ 552972 h 1362740"/>
              <a:gd name="csX5" fmla="*/ 2158139 w 7349980"/>
              <a:gd name="csY5" fmla="*/ 587626 h 1362740"/>
              <a:gd name="csX6" fmla="*/ 1959443 w 7349980"/>
              <a:gd name="csY6" fmla="*/ 1361446 h 1362740"/>
              <a:gd name="csX7" fmla="*/ 1685981 w 7349980"/>
              <a:gd name="csY7" fmla="*/ 275728 h 1362740"/>
              <a:gd name="csX8" fmla="*/ 541844 w 7349980"/>
              <a:gd name="csY8" fmla="*/ 149772 h 1362740"/>
              <a:gd name="csX9" fmla="*/ 0 w 7349980"/>
              <a:gd name="csY9" fmla="*/ 0 h 1362740"/>
              <a:gd name="csX0" fmla="*/ 7349980 w 7349980"/>
              <a:gd name="csY0" fmla="*/ 575108 h 1362844"/>
              <a:gd name="csX1" fmla="*/ 6437878 w 7349980"/>
              <a:gd name="csY1" fmla="*/ 423066 h 1362844"/>
              <a:gd name="csX2" fmla="*/ 5337044 w 7349980"/>
              <a:gd name="csY2" fmla="*/ 444972 h 1362844"/>
              <a:gd name="csX3" fmla="*/ 4660244 w 7349980"/>
              <a:gd name="csY3" fmla="*/ 509772 h 1362844"/>
              <a:gd name="csX4" fmla="*/ 3393044 w 7349980"/>
              <a:gd name="csY4" fmla="*/ 552972 h 1362844"/>
              <a:gd name="csX5" fmla="*/ 2158139 w 7349980"/>
              <a:gd name="csY5" fmla="*/ 587626 h 1362844"/>
              <a:gd name="csX6" fmla="*/ 1959443 w 7349980"/>
              <a:gd name="csY6" fmla="*/ 1361446 h 1362844"/>
              <a:gd name="csX7" fmla="*/ 1757182 w 7349980"/>
              <a:gd name="csY7" fmla="*/ 370503 h 1362844"/>
              <a:gd name="csX8" fmla="*/ 541844 w 7349980"/>
              <a:gd name="csY8" fmla="*/ 149772 h 1362844"/>
              <a:gd name="csX9" fmla="*/ 0 w 7349980"/>
              <a:gd name="csY9" fmla="*/ 0 h 1362844"/>
              <a:gd name="csX0" fmla="*/ 7349980 w 7349980"/>
              <a:gd name="csY0" fmla="*/ 575108 h 1362844"/>
              <a:gd name="csX1" fmla="*/ 6437878 w 7349980"/>
              <a:gd name="csY1" fmla="*/ 423066 h 1362844"/>
              <a:gd name="csX2" fmla="*/ 5337044 w 7349980"/>
              <a:gd name="csY2" fmla="*/ 444972 h 1362844"/>
              <a:gd name="csX3" fmla="*/ 4660244 w 7349980"/>
              <a:gd name="csY3" fmla="*/ 509772 h 1362844"/>
              <a:gd name="csX4" fmla="*/ 3393044 w 7349980"/>
              <a:gd name="csY4" fmla="*/ 552972 h 1362844"/>
              <a:gd name="csX5" fmla="*/ 2158139 w 7349980"/>
              <a:gd name="csY5" fmla="*/ 587626 h 1362844"/>
              <a:gd name="csX6" fmla="*/ 1959443 w 7349980"/>
              <a:gd name="csY6" fmla="*/ 1361446 h 1362844"/>
              <a:gd name="csX7" fmla="*/ 1757182 w 7349980"/>
              <a:gd name="csY7" fmla="*/ 370503 h 1362844"/>
              <a:gd name="csX8" fmla="*/ 541844 w 7349980"/>
              <a:gd name="csY8" fmla="*/ 149772 h 1362844"/>
              <a:gd name="csX9" fmla="*/ 0 w 7349980"/>
              <a:gd name="csY9" fmla="*/ 0 h 1362844"/>
              <a:gd name="csX0" fmla="*/ 7349980 w 7349980"/>
              <a:gd name="csY0" fmla="*/ 575108 h 1363420"/>
              <a:gd name="csX1" fmla="*/ 6437878 w 7349980"/>
              <a:gd name="csY1" fmla="*/ 423066 h 1363420"/>
              <a:gd name="csX2" fmla="*/ 5337044 w 7349980"/>
              <a:gd name="csY2" fmla="*/ 444972 h 1363420"/>
              <a:gd name="csX3" fmla="*/ 4660244 w 7349980"/>
              <a:gd name="csY3" fmla="*/ 509772 h 1363420"/>
              <a:gd name="csX4" fmla="*/ 3393044 w 7349980"/>
              <a:gd name="csY4" fmla="*/ 552972 h 1363420"/>
              <a:gd name="csX5" fmla="*/ 2158139 w 7349980"/>
              <a:gd name="csY5" fmla="*/ 587626 h 1363420"/>
              <a:gd name="csX6" fmla="*/ 1959443 w 7349980"/>
              <a:gd name="csY6" fmla="*/ 1361446 h 1363420"/>
              <a:gd name="csX7" fmla="*/ 1543579 w 7349980"/>
              <a:gd name="csY7" fmla="*/ 327424 h 1363420"/>
              <a:gd name="csX8" fmla="*/ 541844 w 7349980"/>
              <a:gd name="csY8" fmla="*/ 149772 h 1363420"/>
              <a:gd name="csX9" fmla="*/ 0 w 7349980"/>
              <a:gd name="csY9" fmla="*/ 0 h 1363420"/>
              <a:gd name="csX0" fmla="*/ 7349980 w 7349980"/>
              <a:gd name="csY0" fmla="*/ 575108 h 1363420"/>
              <a:gd name="csX1" fmla="*/ 6437878 w 7349980"/>
              <a:gd name="csY1" fmla="*/ 423066 h 1363420"/>
              <a:gd name="csX2" fmla="*/ 5337044 w 7349980"/>
              <a:gd name="csY2" fmla="*/ 444972 h 1363420"/>
              <a:gd name="csX3" fmla="*/ 4660244 w 7349980"/>
              <a:gd name="csY3" fmla="*/ 509772 h 1363420"/>
              <a:gd name="csX4" fmla="*/ 3393044 w 7349980"/>
              <a:gd name="csY4" fmla="*/ 552972 h 1363420"/>
              <a:gd name="csX5" fmla="*/ 2158139 w 7349980"/>
              <a:gd name="csY5" fmla="*/ 587626 h 1363420"/>
              <a:gd name="csX6" fmla="*/ 1959443 w 7349980"/>
              <a:gd name="csY6" fmla="*/ 1361446 h 1363420"/>
              <a:gd name="csX7" fmla="*/ 1543579 w 7349980"/>
              <a:gd name="csY7" fmla="*/ 327424 h 1363420"/>
              <a:gd name="csX8" fmla="*/ 541844 w 7349980"/>
              <a:gd name="csY8" fmla="*/ 149772 h 1363420"/>
              <a:gd name="csX9" fmla="*/ 0 w 7349980"/>
              <a:gd name="csY9" fmla="*/ 0 h 1363420"/>
              <a:gd name="csX0" fmla="*/ 7349980 w 7349980"/>
              <a:gd name="csY0" fmla="*/ 575108 h 1363179"/>
              <a:gd name="csX1" fmla="*/ 6437878 w 7349980"/>
              <a:gd name="csY1" fmla="*/ 423066 h 1363179"/>
              <a:gd name="csX2" fmla="*/ 5337044 w 7349980"/>
              <a:gd name="csY2" fmla="*/ 444972 h 1363179"/>
              <a:gd name="csX3" fmla="*/ 4660244 w 7349980"/>
              <a:gd name="csY3" fmla="*/ 509772 h 1363179"/>
              <a:gd name="csX4" fmla="*/ 3393044 w 7349980"/>
              <a:gd name="csY4" fmla="*/ 552972 h 1363179"/>
              <a:gd name="csX5" fmla="*/ 2158139 w 7349980"/>
              <a:gd name="csY5" fmla="*/ 587626 h 1363179"/>
              <a:gd name="csX6" fmla="*/ 1959443 w 7349980"/>
              <a:gd name="csY6" fmla="*/ 1361446 h 1363179"/>
              <a:gd name="csX7" fmla="*/ 1733449 w 7349980"/>
              <a:gd name="csY7" fmla="*/ 344656 h 1363179"/>
              <a:gd name="csX8" fmla="*/ 541844 w 7349980"/>
              <a:gd name="csY8" fmla="*/ 149772 h 1363179"/>
              <a:gd name="csX9" fmla="*/ 0 w 7349980"/>
              <a:gd name="csY9" fmla="*/ 0 h 1363179"/>
              <a:gd name="csX0" fmla="*/ 7349980 w 7349980"/>
              <a:gd name="csY0" fmla="*/ 575108 h 1362042"/>
              <a:gd name="csX1" fmla="*/ 6437878 w 7349980"/>
              <a:gd name="csY1" fmla="*/ 423066 h 1362042"/>
              <a:gd name="csX2" fmla="*/ 5337044 w 7349980"/>
              <a:gd name="csY2" fmla="*/ 444972 h 1362042"/>
              <a:gd name="csX3" fmla="*/ 4660244 w 7349980"/>
              <a:gd name="csY3" fmla="*/ 509772 h 1362042"/>
              <a:gd name="csX4" fmla="*/ 3393044 w 7349980"/>
              <a:gd name="csY4" fmla="*/ 552972 h 1362042"/>
              <a:gd name="csX5" fmla="*/ 2158139 w 7349980"/>
              <a:gd name="csY5" fmla="*/ 587626 h 1362042"/>
              <a:gd name="csX6" fmla="*/ 1959443 w 7349980"/>
              <a:gd name="csY6" fmla="*/ 1361446 h 1362042"/>
              <a:gd name="csX7" fmla="*/ 1733449 w 7349980"/>
              <a:gd name="csY7" fmla="*/ 344656 h 1362042"/>
              <a:gd name="csX8" fmla="*/ 541844 w 7349980"/>
              <a:gd name="csY8" fmla="*/ 149772 h 1362042"/>
              <a:gd name="csX9" fmla="*/ 0 w 7349980"/>
              <a:gd name="csY9" fmla="*/ 0 h 1362042"/>
              <a:gd name="csX0" fmla="*/ 7349980 w 7349980"/>
              <a:gd name="csY0" fmla="*/ 575108 h 1362042"/>
              <a:gd name="csX1" fmla="*/ 6437878 w 7349980"/>
              <a:gd name="csY1" fmla="*/ 423066 h 1362042"/>
              <a:gd name="csX2" fmla="*/ 5337044 w 7349980"/>
              <a:gd name="csY2" fmla="*/ 444972 h 1362042"/>
              <a:gd name="csX3" fmla="*/ 4660244 w 7349980"/>
              <a:gd name="csY3" fmla="*/ 509772 h 1362042"/>
              <a:gd name="csX4" fmla="*/ 3393044 w 7349980"/>
              <a:gd name="csY4" fmla="*/ 552972 h 1362042"/>
              <a:gd name="csX5" fmla="*/ 2158139 w 7349980"/>
              <a:gd name="csY5" fmla="*/ 587626 h 1362042"/>
              <a:gd name="csX6" fmla="*/ 1959443 w 7349980"/>
              <a:gd name="csY6" fmla="*/ 1361446 h 1362042"/>
              <a:gd name="csX7" fmla="*/ 1733449 w 7349980"/>
              <a:gd name="csY7" fmla="*/ 344656 h 1362042"/>
              <a:gd name="csX8" fmla="*/ 672380 w 7349980"/>
              <a:gd name="csY8" fmla="*/ 72229 h 1362042"/>
              <a:gd name="csX9" fmla="*/ 0 w 7349980"/>
              <a:gd name="csY9" fmla="*/ 0 h 1362042"/>
              <a:gd name="csX0" fmla="*/ 7421181 w 7421181"/>
              <a:gd name="csY0" fmla="*/ 532697 h 1319631"/>
              <a:gd name="csX1" fmla="*/ 6509079 w 7421181"/>
              <a:gd name="csY1" fmla="*/ 380655 h 1319631"/>
              <a:gd name="csX2" fmla="*/ 5408245 w 7421181"/>
              <a:gd name="csY2" fmla="*/ 402561 h 1319631"/>
              <a:gd name="csX3" fmla="*/ 4731445 w 7421181"/>
              <a:gd name="csY3" fmla="*/ 467361 h 1319631"/>
              <a:gd name="csX4" fmla="*/ 3464245 w 7421181"/>
              <a:gd name="csY4" fmla="*/ 510561 h 1319631"/>
              <a:gd name="csX5" fmla="*/ 2229340 w 7421181"/>
              <a:gd name="csY5" fmla="*/ 545215 h 1319631"/>
              <a:gd name="csX6" fmla="*/ 2030644 w 7421181"/>
              <a:gd name="csY6" fmla="*/ 1319035 h 1319631"/>
              <a:gd name="csX7" fmla="*/ 1804650 w 7421181"/>
              <a:gd name="csY7" fmla="*/ 302245 h 1319631"/>
              <a:gd name="csX8" fmla="*/ 743581 w 7421181"/>
              <a:gd name="csY8" fmla="*/ 29818 h 1319631"/>
              <a:gd name="csX9" fmla="*/ 0 w 7421181"/>
              <a:gd name="csY9" fmla="*/ 9284 h 1319631"/>
              <a:gd name="csX0" fmla="*/ 7421181 w 7421181"/>
              <a:gd name="csY0" fmla="*/ 555211 h 1342145"/>
              <a:gd name="csX1" fmla="*/ 6509079 w 7421181"/>
              <a:gd name="csY1" fmla="*/ 403169 h 1342145"/>
              <a:gd name="csX2" fmla="*/ 5408245 w 7421181"/>
              <a:gd name="csY2" fmla="*/ 425075 h 1342145"/>
              <a:gd name="csX3" fmla="*/ 4731445 w 7421181"/>
              <a:gd name="csY3" fmla="*/ 489875 h 1342145"/>
              <a:gd name="csX4" fmla="*/ 3464245 w 7421181"/>
              <a:gd name="csY4" fmla="*/ 533075 h 1342145"/>
              <a:gd name="csX5" fmla="*/ 2229340 w 7421181"/>
              <a:gd name="csY5" fmla="*/ 567729 h 1342145"/>
              <a:gd name="csX6" fmla="*/ 2030644 w 7421181"/>
              <a:gd name="csY6" fmla="*/ 1341549 h 1342145"/>
              <a:gd name="csX7" fmla="*/ 1804650 w 7421181"/>
              <a:gd name="csY7" fmla="*/ 324759 h 1342145"/>
              <a:gd name="csX8" fmla="*/ 743581 w 7421181"/>
              <a:gd name="csY8" fmla="*/ 52332 h 1342145"/>
              <a:gd name="csX9" fmla="*/ 0 w 7421181"/>
              <a:gd name="csY9" fmla="*/ 31798 h 1342145"/>
              <a:gd name="csX0" fmla="*/ 7421181 w 7421181"/>
              <a:gd name="csY0" fmla="*/ 547625 h 1334559"/>
              <a:gd name="csX1" fmla="*/ 6509079 w 7421181"/>
              <a:gd name="csY1" fmla="*/ 395583 h 1334559"/>
              <a:gd name="csX2" fmla="*/ 5408245 w 7421181"/>
              <a:gd name="csY2" fmla="*/ 417489 h 1334559"/>
              <a:gd name="csX3" fmla="*/ 4731445 w 7421181"/>
              <a:gd name="csY3" fmla="*/ 482289 h 1334559"/>
              <a:gd name="csX4" fmla="*/ 3464245 w 7421181"/>
              <a:gd name="csY4" fmla="*/ 525489 h 1334559"/>
              <a:gd name="csX5" fmla="*/ 2229340 w 7421181"/>
              <a:gd name="csY5" fmla="*/ 560143 h 1334559"/>
              <a:gd name="csX6" fmla="*/ 2030644 w 7421181"/>
              <a:gd name="csY6" fmla="*/ 1333963 h 1334559"/>
              <a:gd name="csX7" fmla="*/ 1804650 w 7421181"/>
              <a:gd name="csY7" fmla="*/ 317173 h 1334559"/>
              <a:gd name="csX8" fmla="*/ 743581 w 7421181"/>
              <a:gd name="csY8" fmla="*/ 44746 h 1334559"/>
              <a:gd name="csX9" fmla="*/ 0 w 7421181"/>
              <a:gd name="csY9" fmla="*/ 24212 h 1334559"/>
              <a:gd name="csX0" fmla="*/ 7421181 w 7421181"/>
              <a:gd name="csY0" fmla="*/ 536643 h 1323577"/>
              <a:gd name="csX1" fmla="*/ 6509079 w 7421181"/>
              <a:gd name="csY1" fmla="*/ 384601 h 1323577"/>
              <a:gd name="csX2" fmla="*/ 5408245 w 7421181"/>
              <a:gd name="csY2" fmla="*/ 406507 h 1323577"/>
              <a:gd name="csX3" fmla="*/ 4731445 w 7421181"/>
              <a:gd name="csY3" fmla="*/ 471307 h 1323577"/>
              <a:gd name="csX4" fmla="*/ 3464245 w 7421181"/>
              <a:gd name="csY4" fmla="*/ 514507 h 1323577"/>
              <a:gd name="csX5" fmla="*/ 2229340 w 7421181"/>
              <a:gd name="csY5" fmla="*/ 549161 h 1323577"/>
              <a:gd name="csX6" fmla="*/ 2030644 w 7421181"/>
              <a:gd name="csY6" fmla="*/ 1322981 h 1323577"/>
              <a:gd name="csX7" fmla="*/ 1804650 w 7421181"/>
              <a:gd name="csY7" fmla="*/ 306191 h 1323577"/>
              <a:gd name="csX8" fmla="*/ 838515 w 7421181"/>
              <a:gd name="csY8" fmla="*/ 50995 h 1323577"/>
              <a:gd name="csX9" fmla="*/ 0 w 7421181"/>
              <a:gd name="csY9" fmla="*/ 13230 h 132357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838515 w 7421181"/>
              <a:gd name="csY8" fmla="*/ 37765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838515 w 7421181"/>
              <a:gd name="csY8" fmla="*/ 37765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0 w 7421181"/>
              <a:gd name="csY8"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900256 w 7421181"/>
              <a:gd name="csY8" fmla="*/ 44826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1446129 w 7421181"/>
              <a:gd name="csY8" fmla="*/ 260223 h 1310347"/>
              <a:gd name="csX9" fmla="*/ 900256 w 7421181"/>
              <a:gd name="csY9" fmla="*/ 44826 h 1310347"/>
              <a:gd name="csX10" fmla="*/ 0 w 7421181"/>
              <a:gd name="csY10" fmla="*/ 0 h 1310347"/>
              <a:gd name="csX0" fmla="*/ 7421181 w 7421181"/>
              <a:gd name="csY0" fmla="*/ 523413 h 1310421"/>
              <a:gd name="csX1" fmla="*/ 6509079 w 7421181"/>
              <a:gd name="csY1" fmla="*/ 371371 h 1310421"/>
              <a:gd name="csX2" fmla="*/ 5408245 w 7421181"/>
              <a:gd name="csY2" fmla="*/ 393277 h 1310421"/>
              <a:gd name="csX3" fmla="*/ 4731445 w 7421181"/>
              <a:gd name="csY3" fmla="*/ 458077 h 1310421"/>
              <a:gd name="csX4" fmla="*/ 3464245 w 7421181"/>
              <a:gd name="csY4" fmla="*/ 501277 h 1310421"/>
              <a:gd name="csX5" fmla="*/ 2229340 w 7421181"/>
              <a:gd name="csY5" fmla="*/ 535931 h 1310421"/>
              <a:gd name="csX6" fmla="*/ 2030644 w 7421181"/>
              <a:gd name="csY6" fmla="*/ 1309751 h 1310421"/>
              <a:gd name="csX7" fmla="*/ 1840250 w 7421181"/>
              <a:gd name="csY7" fmla="*/ 387735 h 1310421"/>
              <a:gd name="csX8" fmla="*/ 1446129 w 7421181"/>
              <a:gd name="csY8" fmla="*/ 260223 h 1310421"/>
              <a:gd name="csX9" fmla="*/ 900256 w 7421181"/>
              <a:gd name="csY9" fmla="*/ 44826 h 1310421"/>
              <a:gd name="csX10" fmla="*/ 0 w 7421181"/>
              <a:gd name="csY10" fmla="*/ 0 h 1310421"/>
              <a:gd name="csX0" fmla="*/ 7421181 w 7421181"/>
              <a:gd name="csY0" fmla="*/ 523413 h 1310848"/>
              <a:gd name="csX1" fmla="*/ 6509079 w 7421181"/>
              <a:gd name="csY1" fmla="*/ 371371 h 1310848"/>
              <a:gd name="csX2" fmla="*/ 5408245 w 7421181"/>
              <a:gd name="csY2" fmla="*/ 393277 h 1310848"/>
              <a:gd name="csX3" fmla="*/ 4731445 w 7421181"/>
              <a:gd name="csY3" fmla="*/ 458077 h 1310848"/>
              <a:gd name="csX4" fmla="*/ 3464245 w 7421181"/>
              <a:gd name="csY4" fmla="*/ 501277 h 1310848"/>
              <a:gd name="csX5" fmla="*/ 2229340 w 7421181"/>
              <a:gd name="csY5" fmla="*/ 535931 h 1310848"/>
              <a:gd name="csX6" fmla="*/ 2030644 w 7421181"/>
              <a:gd name="csY6" fmla="*/ 1309751 h 1310848"/>
              <a:gd name="csX7" fmla="*/ 1863983 w 7421181"/>
              <a:gd name="csY7" fmla="*/ 344656 h 1310848"/>
              <a:gd name="csX8" fmla="*/ 1446129 w 7421181"/>
              <a:gd name="csY8" fmla="*/ 260223 h 1310848"/>
              <a:gd name="csX9" fmla="*/ 900256 w 7421181"/>
              <a:gd name="csY9" fmla="*/ 44826 h 1310848"/>
              <a:gd name="csX10" fmla="*/ 0 w 7421181"/>
              <a:gd name="csY10" fmla="*/ 0 h 1310848"/>
              <a:gd name="csX0" fmla="*/ 7421181 w 7421181"/>
              <a:gd name="csY0" fmla="*/ 523413 h 1398836"/>
              <a:gd name="csX1" fmla="*/ 6509079 w 7421181"/>
              <a:gd name="csY1" fmla="*/ 371371 h 1398836"/>
              <a:gd name="csX2" fmla="*/ 5408245 w 7421181"/>
              <a:gd name="csY2" fmla="*/ 393277 h 1398836"/>
              <a:gd name="csX3" fmla="*/ 4731445 w 7421181"/>
              <a:gd name="csY3" fmla="*/ 458077 h 1398836"/>
              <a:gd name="csX4" fmla="*/ 3464245 w 7421181"/>
              <a:gd name="csY4" fmla="*/ 501277 h 1398836"/>
              <a:gd name="csX5" fmla="*/ 2229340 w 7421181"/>
              <a:gd name="csY5" fmla="*/ 535931 h 1398836"/>
              <a:gd name="csX6" fmla="*/ 2158139 w 7421181"/>
              <a:gd name="csY6" fmla="*/ 1268277 h 1398836"/>
              <a:gd name="csX7" fmla="*/ 2030644 w 7421181"/>
              <a:gd name="csY7" fmla="*/ 1309751 h 1398836"/>
              <a:gd name="csX8" fmla="*/ 1863983 w 7421181"/>
              <a:gd name="csY8" fmla="*/ 344656 h 1398836"/>
              <a:gd name="csX9" fmla="*/ 1446129 w 7421181"/>
              <a:gd name="csY9" fmla="*/ 260223 h 1398836"/>
              <a:gd name="csX10" fmla="*/ 900256 w 7421181"/>
              <a:gd name="csY10" fmla="*/ 44826 h 1398836"/>
              <a:gd name="csX11" fmla="*/ 0 w 7421181"/>
              <a:gd name="csY11" fmla="*/ 0 h 1398836"/>
              <a:gd name="csX0" fmla="*/ 7421181 w 7421181"/>
              <a:gd name="csY0" fmla="*/ 523413 h 1378372"/>
              <a:gd name="csX1" fmla="*/ 6509079 w 7421181"/>
              <a:gd name="csY1" fmla="*/ 371371 h 1378372"/>
              <a:gd name="csX2" fmla="*/ 5408245 w 7421181"/>
              <a:gd name="csY2" fmla="*/ 393277 h 1378372"/>
              <a:gd name="csX3" fmla="*/ 4731445 w 7421181"/>
              <a:gd name="csY3" fmla="*/ 458077 h 1378372"/>
              <a:gd name="csX4" fmla="*/ 3464245 w 7421181"/>
              <a:gd name="csY4" fmla="*/ 501277 h 1378372"/>
              <a:gd name="csX5" fmla="*/ 2229340 w 7421181"/>
              <a:gd name="csY5" fmla="*/ 535931 h 1378372"/>
              <a:gd name="csX6" fmla="*/ 2158139 w 7421181"/>
              <a:gd name="csY6" fmla="*/ 1268277 h 1378372"/>
              <a:gd name="csX7" fmla="*/ 1971311 w 7421181"/>
              <a:gd name="csY7" fmla="*/ 1275288 h 1378372"/>
              <a:gd name="csX8" fmla="*/ 1863983 w 7421181"/>
              <a:gd name="csY8" fmla="*/ 344656 h 1378372"/>
              <a:gd name="csX9" fmla="*/ 1446129 w 7421181"/>
              <a:gd name="csY9" fmla="*/ 260223 h 1378372"/>
              <a:gd name="csX10" fmla="*/ 900256 w 7421181"/>
              <a:gd name="csY10" fmla="*/ 44826 h 1378372"/>
              <a:gd name="csX11" fmla="*/ 0 w 7421181"/>
              <a:gd name="csY11" fmla="*/ 0 h 1378372"/>
              <a:gd name="csX0" fmla="*/ 7421181 w 7421181"/>
              <a:gd name="csY0" fmla="*/ 523413 h 1357070"/>
              <a:gd name="csX1" fmla="*/ 6509079 w 7421181"/>
              <a:gd name="csY1" fmla="*/ 371371 h 1357070"/>
              <a:gd name="csX2" fmla="*/ 5408245 w 7421181"/>
              <a:gd name="csY2" fmla="*/ 393277 h 1357070"/>
              <a:gd name="csX3" fmla="*/ 4731445 w 7421181"/>
              <a:gd name="csY3" fmla="*/ 458077 h 1357070"/>
              <a:gd name="csX4" fmla="*/ 3464245 w 7421181"/>
              <a:gd name="csY4" fmla="*/ 501277 h 1357070"/>
              <a:gd name="csX5" fmla="*/ 2229340 w 7421181"/>
              <a:gd name="csY5" fmla="*/ 535931 h 1357070"/>
              <a:gd name="csX6" fmla="*/ 2158139 w 7421181"/>
              <a:gd name="csY6" fmla="*/ 1268277 h 1357070"/>
              <a:gd name="csX7" fmla="*/ 1971311 w 7421181"/>
              <a:gd name="csY7" fmla="*/ 1232209 h 1357070"/>
              <a:gd name="csX8" fmla="*/ 1863983 w 7421181"/>
              <a:gd name="csY8" fmla="*/ 344656 h 1357070"/>
              <a:gd name="csX9" fmla="*/ 1446129 w 7421181"/>
              <a:gd name="csY9" fmla="*/ 260223 h 1357070"/>
              <a:gd name="csX10" fmla="*/ 900256 w 7421181"/>
              <a:gd name="csY10" fmla="*/ 44826 h 1357070"/>
              <a:gd name="csX11" fmla="*/ 0 w 7421181"/>
              <a:gd name="csY11" fmla="*/ 0 h 1357070"/>
              <a:gd name="csX0" fmla="*/ 7421181 w 7421181"/>
              <a:gd name="csY0" fmla="*/ 523413 h 1369263"/>
              <a:gd name="csX1" fmla="*/ 6509079 w 7421181"/>
              <a:gd name="csY1" fmla="*/ 371371 h 1369263"/>
              <a:gd name="csX2" fmla="*/ 5408245 w 7421181"/>
              <a:gd name="csY2" fmla="*/ 393277 h 1369263"/>
              <a:gd name="csX3" fmla="*/ 4731445 w 7421181"/>
              <a:gd name="csY3" fmla="*/ 458077 h 1369263"/>
              <a:gd name="csX4" fmla="*/ 3464245 w 7421181"/>
              <a:gd name="csY4" fmla="*/ 501277 h 1369263"/>
              <a:gd name="csX5" fmla="*/ 2229340 w 7421181"/>
              <a:gd name="csY5" fmla="*/ 535931 h 1369263"/>
              <a:gd name="csX6" fmla="*/ 2158139 w 7421181"/>
              <a:gd name="csY6" fmla="*/ 1268277 h 1369263"/>
              <a:gd name="csX7" fmla="*/ 1971311 w 7421181"/>
              <a:gd name="csY7" fmla="*/ 1258057 h 1369263"/>
              <a:gd name="csX8" fmla="*/ 1863983 w 7421181"/>
              <a:gd name="csY8" fmla="*/ 344656 h 1369263"/>
              <a:gd name="csX9" fmla="*/ 1446129 w 7421181"/>
              <a:gd name="csY9" fmla="*/ 260223 h 1369263"/>
              <a:gd name="csX10" fmla="*/ 900256 w 7421181"/>
              <a:gd name="csY10" fmla="*/ 44826 h 1369263"/>
              <a:gd name="csX11" fmla="*/ 0 w 7421181"/>
              <a:gd name="csY11" fmla="*/ 0 h 1369263"/>
              <a:gd name="csX0" fmla="*/ 7231311 w 7231311"/>
              <a:gd name="csY0" fmla="*/ 497566 h 1369263"/>
              <a:gd name="csX1" fmla="*/ 6509079 w 7231311"/>
              <a:gd name="csY1" fmla="*/ 371371 h 1369263"/>
              <a:gd name="csX2" fmla="*/ 5408245 w 7231311"/>
              <a:gd name="csY2" fmla="*/ 393277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390412 w 7231311"/>
              <a:gd name="csY1" fmla="*/ 440298 h 1369263"/>
              <a:gd name="csX2" fmla="*/ 5408245 w 7231311"/>
              <a:gd name="csY2" fmla="*/ 393277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390412 w 7231311"/>
              <a:gd name="csY1" fmla="*/ 440298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426013 w 7231311"/>
              <a:gd name="csY1" fmla="*/ 423065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426013 w 7231311"/>
              <a:gd name="csY1" fmla="*/ 423065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229340 w 7160110"/>
              <a:gd name="csY5" fmla="*/ 535931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229340 w 7160110"/>
              <a:gd name="csY5" fmla="*/ 535931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670626 w 7160110"/>
              <a:gd name="csY5" fmla="*/ 518700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59998"/>
              <a:gd name="csX1" fmla="*/ 6426013 w 7160110"/>
              <a:gd name="csY1" fmla="*/ 423065 h 1359998"/>
              <a:gd name="csX2" fmla="*/ 5479447 w 7160110"/>
              <a:gd name="csY2" fmla="*/ 427740 h 1359998"/>
              <a:gd name="csX3" fmla="*/ 4731445 w 7160110"/>
              <a:gd name="csY3" fmla="*/ 458077 h 1359998"/>
              <a:gd name="csX4" fmla="*/ 3464245 w 7160110"/>
              <a:gd name="csY4" fmla="*/ 501277 h 1359998"/>
              <a:gd name="csX5" fmla="*/ 2670626 w 7160110"/>
              <a:gd name="csY5" fmla="*/ 518700 h 1359998"/>
              <a:gd name="csX6" fmla="*/ 2610189 w 7160110"/>
              <a:gd name="csY6" fmla="*/ 1251046 h 1359998"/>
              <a:gd name="csX7" fmla="*/ 1971311 w 7160110"/>
              <a:gd name="csY7" fmla="*/ 1258057 h 1359998"/>
              <a:gd name="csX8" fmla="*/ 1863983 w 7160110"/>
              <a:gd name="csY8" fmla="*/ 344656 h 1359998"/>
              <a:gd name="csX9" fmla="*/ 1446129 w 7160110"/>
              <a:gd name="csY9" fmla="*/ 260223 h 1359998"/>
              <a:gd name="csX10" fmla="*/ 900256 w 7160110"/>
              <a:gd name="csY10" fmla="*/ 44826 h 1359998"/>
              <a:gd name="csX11" fmla="*/ 0 w 7160110"/>
              <a:gd name="csY11" fmla="*/ 0 h 1359998"/>
              <a:gd name="csX0" fmla="*/ 7160110 w 7160110"/>
              <a:gd name="csY0" fmla="*/ 575108 h 1350950"/>
              <a:gd name="csX1" fmla="*/ 6426013 w 7160110"/>
              <a:gd name="csY1" fmla="*/ 423065 h 1350950"/>
              <a:gd name="csX2" fmla="*/ 5479447 w 7160110"/>
              <a:gd name="csY2" fmla="*/ 427740 h 1350950"/>
              <a:gd name="csX3" fmla="*/ 4731445 w 7160110"/>
              <a:gd name="csY3" fmla="*/ 458077 h 1350950"/>
              <a:gd name="csX4" fmla="*/ 3464245 w 7160110"/>
              <a:gd name="csY4" fmla="*/ 501277 h 1350950"/>
              <a:gd name="csX5" fmla="*/ 2670626 w 7160110"/>
              <a:gd name="csY5" fmla="*/ 518700 h 1350950"/>
              <a:gd name="csX6" fmla="*/ 2610189 w 7160110"/>
              <a:gd name="csY6" fmla="*/ 1251046 h 1350950"/>
              <a:gd name="csX7" fmla="*/ 2132757 w 7160110"/>
              <a:gd name="csY7" fmla="*/ 1240826 h 1350950"/>
              <a:gd name="csX8" fmla="*/ 1863983 w 7160110"/>
              <a:gd name="csY8" fmla="*/ 344656 h 1350950"/>
              <a:gd name="csX9" fmla="*/ 1446129 w 7160110"/>
              <a:gd name="csY9" fmla="*/ 260223 h 1350950"/>
              <a:gd name="csX10" fmla="*/ 900256 w 7160110"/>
              <a:gd name="csY10" fmla="*/ 44826 h 1350950"/>
              <a:gd name="csX11" fmla="*/ 0 w 7160110"/>
              <a:gd name="csY11" fmla="*/ 0 h 1350950"/>
              <a:gd name="csX0" fmla="*/ 7160110 w 7160110"/>
              <a:gd name="csY0" fmla="*/ 575108 h 1349872"/>
              <a:gd name="csX1" fmla="*/ 6426013 w 7160110"/>
              <a:gd name="csY1" fmla="*/ 423065 h 1349872"/>
              <a:gd name="csX2" fmla="*/ 5479447 w 7160110"/>
              <a:gd name="csY2" fmla="*/ 427740 h 1349872"/>
              <a:gd name="csX3" fmla="*/ 4731445 w 7160110"/>
              <a:gd name="csY3" fmla="*/ 458077 h 1349872"/>
              <a:gd name="csX4" fmla="*/ 3464245 w 7160110"/>
              <a:gd name="csY4" fmla="*/ 501277 h 1349872"/>
              <a:gd name="csX5" fmla="*/ 2670626 w 7160110"/>
              <a:gd name="csY5" fmla="*/ 518700 h 1349872"/>
              <a:gd name="csX6" fmla="*/ 2610189 w 7160110"/>
              <a:gd name="csY6" fmla="*/ 1251046 h 1349872"/>
              <a:gd name="csX7" fmla="*/ 2132757 w 7160110"/>
              <a:gd name="csY7" fmla="*/ 1240826 h 1349872"/>
              <a:gd name="csX8" fmla="*/ 2068482 w 7160110"/>
              <a:gd name="csY8" fmla="*/ 361889 h 1349872"/>
              <a:gd name="csX9" fmla="*/ 1446129 w 7160110"/>
              <a:gd name="csY9" fmla="*/ 260223 h 1349872"/>
              <a:gd name="csX10" fmla="*/ 900256 w 7160110"/>
              <a:gd name="csY10" fmla="*/ 44826 h 1349872"/>
              <a:gd name="csX11" fmla="*/ 0 w 7160110"/>
              <a:gd name="csY11" fmla="*/ 0 h 1349872"/>
              <a:gd name="csX0" fmla="*/ 7160110 w 7160110"/>
              <a:gd name="csY0" fmla="*/ 575108 h 1349872"/>
              <a:gd name="csX1" fmla="*/ 6426013 w 7160110"/>
              <a:gd name="csY1" fmla="*/ 423065 h 1349872"/>
              <a:gd name="csX2" fmla="*/ 5479447 w 7160110"/>
              <a:gd name="csY2" fmla="*/ 427740 h 1349872"/>
              <a:gd name="csX3" fmla="*/ 4731445 w 7160110"/>
              <a:gd name="csY3" fmla="*/ 458077 h 1349872"/>
              <a:gd name="csX4" fmla="*/ 3431956 w 7160110"/>
              <a:gd name="csY4" fmla="*/ 475429 h 1349872"/>
              <a:gd name="csX5" fmla="*/ 2670626 w 7160110"/>
              <a:gd name="csY5" fmla="*/ 518700 h 1349872"/>
              <a:gd name="csX6" fmla="*/ 2610189 w 7160110"/>
              <a:gd name="csY6" fmla="*/ 1251046 h 1349872"/>
              <a:gd name="csX7" fmla="*/ 2132757 w 7160110"/>
              <a:gd name="csY7" fmla="*/ 1240826 h 1349872"/>
              <a:gd name="csX8" fmla="*/ 2068482 w 7160110"/>
              <a:gd name="csY8" fmla="*/ 361889 h 1349872"/>
              <a:gd name="csX9" fmla="*/ 1446129 w 7160110"/>
              <a:gd name="csY9" fmla="*/ 260223 h 1349872"/>
              <a:gd name="csX10" fmla="*/ 900256 w 7160110"/>
              <a:gd name="csY10" fmla="*/ 44826 h 1349872"/>
              <a:gd name="csX11" fmla="*/ 0 w 7160110"/>
              <a:gd name="csY11" fmla="*/ 0 h 1349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160110" h="1349872">
                <a:moveTo>
                  <a:pt x="7160110" y="575108"/>
                </a:moveTo>
                <a:cubicBezTo>
                  <a:pt x="6665975" y="434370"/>
                  <a:pt x="6706124" y="447626"/>
                  <a:pt x="6426013" y="423065"/>
                </a:cubicBezTo>
                <a:cubicBezTo>
                  <a:pt x="6145903" y="398504"/>
                  <a:pt x="5761875" y="421905"/>
                  <a:pt x="5479447" y="427740"/>
                </a:cubicBezTo>
                <a:cubicBezTo>
                  <a:pt x="5197019" y="433575"/>
                  <a:pt x="5072693" y="450129"/>
                  <a:pt x="4731445" y="458077"/>
                </a:cubicBezTo>
                <a:lnTo>
                  <a:pt x="3431956" y="475429"/>
                </a:lnTo>
                <a:cubicBezTo>
                  <a:pt x="3088486" y="485533"/>
                  <a:pt x="2906111" y="425330"/>
                  <a:pt x="2670626" y="518700"/>
                </a:cubicBezTo>
                <a:cubicBezTo>
                  <a:pt x="2435142" y="612070"/>
                  <a:pt x="2643305" y="1122076"/>
                  <a:pt x="2610189" y="1251046"/>
                </a:cubicBezTo>
                <a:cubicBezTo>
                  <a:pt x="2577073" y="1380016"/>
                  <a:pt x="2223042" y="1389019"/>
                  <a:pt x="2132757" y="1240826"/>
                </a:cubicBezTo>
                <a:cubicBezTo>
                  <a:pt x="2042473" y="1092633"/>
                  <a:pt x="2182920" y="525323"/>
                  <a:pt x="2068482" y="361889"/>
                </a:cubicBezTo>
                <a:cubicBezTo>
                  <a:pt x="1954044" y="198455"/>
                  <a:pt x="1596861" y="301579"/>
                  <a:pt x="1446129" y="260223"/>
                </a:cubicBezTo>
                <a:cubicBezTo>
                  <a:pt x="1295397" y="218867"/>
                  <a:pt x="1149189" y="65221"/>
                  <a:pt x="900256" y="44826"/>
                </a:cubicBezTo>
                <a:cubicBezTo>
                  <a:pt x="599481" y="-4001"/>
                  <a:pt x="144109" y="13215"/>
                  <a:pt x="0" y="0"/>
                </a:cubicBezTo>
              </a:path>
            </a:pathLst>
          </a:custGeom>
          <a:noFill/>
          <a:ln w="38100" cap="flat" cmpd="sng" algn="ctr">
            <a:solidFill>
              <a:srgbClr val="00B0F0"/>
            </a:solidFill>
            <a:prstDash val="solid"/>
            <a:miter lim="800000"/>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130" name="Freeform: Shape 129">
            <a:extLst>
              <a:ext uri="{FF2B5EF4-FFF2-40B4-BE49-F238E27FC236}">
                <a16:creationId xmlns:a16="http://schemas.microsoft.com/office/drawing/2014/main" id="{507CBA27-C111-8A19-419B-4158B0E428B5}"/>
              </a:ext>
            </a:extLst>
          </p:cNvPr>
          <p:cNvSpPr/>
          <p:nvPr/>
        </p:nvSpPr>
        <p:spPr>
          <a:xfrm>
            <a:off x="10734477" y="1245630"/>
            <a:ext cx="412988" cy="126755"/>
          </a:xfrm>
          <a:custGeom>
            <a:avLst/>
            <a:gdLst>
              <a:gd name="csX0" fmla="*/ 633600 w 633600"/>
              <a:gd name="csY0" fmla="*/ 172800 h 172800"/>
              <a:gd name="csX1" fmla="*/ 0 w 633600"/>
              <a:gd name="csY1" fmla="*/ 0 h 172800"/>
            </a:gdLst>
            <a:ahLst/>
            <a:cxnLst>
              <a:cxn ang="0">
                <a:pos x="csX0" y="csY0"/>
              </a:cxn>
              <a:cxn ang="0">
                <a:pos x="csX1" y="csY1"/>
              </a:cxn>
            </a:cxnLst>
            <a:rect l="l" t="t" r="r" b="b"/>
            <a:pathLst>
              <a:path w="633600" h="172800">
                <a:moveTo>
                  <a:pt x="633600" y="172800"/>
                </a:moveTo>
                <a:lnTo>
                  <a:pt x="0" y="0"/>
                </a:lnTo>
              </a:path>
            </a:pathLst>
          </a:custGeom>
          <a:noFill/>
          <a:ln w="38100" cap="flat" cmpd="sng" algn="ctr">
            <a:solidFill>
              <a:srgbClr val="00B0F0"/>
            </a:solidFill>
            <a:prstDash val="solid"/>
            <a:miter lim="800000"/>
            <a:headEnd type="none" w="med" len="med"/>
            <a:tailEnd type="none" w="med" len="med"/>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pic>
        <p:nvPicPr>
          <p:cNvPr id="131" name="Picture 130">
            <a:extLst>
              <a:ext uri="{FF2B5EF4-FFF2-40B4-BE49-F238E27FC236}">
                <a16:creationId xmlns:a16="http://schemas.microsoft.com/office/drawing/2014/main" id="{7CA53FA6-AFA8-5AB8-C541-829BCD62AE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50165" y="1061558"/>
            <a:ext cx="499369" cy="499369"/>
          </a:xfrm>
          <a:prstGeom prst="rect">
            <a:avLst/>
          </a:prstGeom>
        </p:spPr>
      </p:pic>
      <p:sp>
        <p:nvSpPr>
          <p:cNvPr id="132" name="Text Box 83">
            <a:extLst>
              <a:ext uri="{FF2B5EF4-FFF2-40B4-BE49-F238E27FC236}">
                <a16:creationId xmlns:a16="http://schemas.microsoft.com/office/drawing/2014/main" id="{BD35DB1C-00A7-E230-F11F-6CF4B817A12D}"/>
              </a:ext>
            </a:extLst>
          </p:cNvPr>
          <p:cNvSpPr txBox="1">
            <a:spLocks noChangeArrowheads="1"/>
          </p:cNvSpPr>
          <p:nvPr/>
        </p:nvSpPr>
        <p:spPr bwMode="auto">
          <a:xfrm>
            <a:off x="9948307" y="2608796"/>
            <a:ext cx="695611" cy="26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sym typeface="Symbol" panose="05050102010706020507" pitchFamily="18" charset="2"/>
              </a:rPr>
              <a:t>OLT Interface Standby</a:t>
            </a:r>
            <a:endPar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endParaRPr>
          </a:p>
        </p:txBody>
      </p:sp>
      <p:sp>
        <p:nvSpPr>
          <p:cNvPr id="133" name="Oval 132">
            <a:extLst>
              <a:ext uri="{FF2B5EF4-FFF2-40B4-BE49-F238E27FC236}">
                <a16:creationId xmlns:a16="http://schemas.microsoft.com/office/drawing/2014/main" id="{31CB2D69-FCFF-D9B6-36D9-4CD2EDD132E9}"/>
              </a:ext>
            </a:extLst>
          </p:cNvPr>
          <p:cNvSpPr>
            <a:spLocks noChangeAspect="1"/>
          </p:cNvSpPr>
          <p:nvPr/>
        </p:nvSpPr>
        <p:spPr>
          <a:xfrm>
            <a:off x="10577418" y="934570"/>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2</a:t>
            </a:r>
          </a:p>
        </p:txBody>
      </p:sp>
      <p:sp>
        <p:nvSpPr>
          <p:cNvPr id="134" name="Oval 133">
            <a:extLst>
              <a:ext uri="{FF2B5EF4-FFF2-40B4-BE49-F238E27FC236}">
                <a16:creationId xmlns:a16="http://schemas.microsoft.com/office/drawing/2014/main" id="{107374B0-1F39-94D0-066F-A5B015FD354F}"/>
              </a:ext>
            </a:extLst>
          </p:cNvPr>
          <p:cNvSpPr>
            <a:spLocks noChangeAspect="1"/>
          </p:cNvSpPr>
          <p:nvPr/>
        </p:nvSpPr>
        <p:spPr>
          <a:xfrm>
            <a:off x="10617727" y="1504180"/>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3</a:t>
            </a:r>
          </a:p>
        </p:txBody>
      </p:sp>
      <p:sp>
        <p:nvSpPr>
          <p:cNvPr id="135" name="Oval 134">
            <a:extLst>
              <a:ext uri="{FF2B5EF4-FFF2-40B4-BE49-F238E27FC236}">
                <a16:creationId xmlns:a16="http://schemas.microsoft.com/office/drawing/2014/main" id="{2262994A-96C9-4446-5826-35C12947BF7D}"/>
              </a:ext>
            </a:extLst>
          </p:cNvPr>
          <p:cNvSpPr>
            <a:spLocks noChangeAspect="1"/>
          </p:cNvSpPr>
          <p:nvPr/>
        </p:nvSpPr>
        <p:spPr>
          <a:xfrm>
            <a:off x="11455433" y="938376"/>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1</a:t>
            </a:r>
          </a:p>
        </p:txBody>
      </p:sp>
      <p:cxnSp>
        <p:nvCxnSpPr>
          <p:cNvPr id="136" name="Straight Arrow Connector 135">
            <a:extLst>
              <a:ext uri="{FF2B5EF4-FFF2-40B4-BE49-F238E27FC236}">
                <a16:creationId xmlns:a16="http://schemas.microsoft.com/office/drawing/2014/main" id="{6F87FB2C-489F-7D43-F5FA-507693C9E9EE}"/>
              </a:ext>
            </a:extLst>
          </p:cNvPr>
          <p:cNvCxnSpPr>
            <a:cxnSpLocks/>
          </p:cNvCxnSpPr>
          <p:nvPr/>
        </p:nvCxnSpPr>
        <p:spPr>
          <a:xfrm>
            <a:off x="10768030" y="1586243"/>
            <a:ext cx="332033"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3" name="Explosion: 8 Points 396">
            <a:extLst>
              <a:ext uri="{FF2B5EF4-FFF2-40B4-BE49-F238E27FC236}">
                <a16:creationId xmlns:a16="http://schemas.microsoft.com/office/drawing/2014/main" id="{0FD84FC2-4F7B-5162-6875-7F4EC5E6CD29}"/>
              </a:ext>
            </a:extLst>
          </p:cNvPr>
          <p:cNvSpPr/>
          <p:nvPr/>
        </p:nvSpPr>
        <p:spPr>
          <a:xfrm>
            <a:off x="11089774" y="968514"/>
            <a:ext cx="287837" cy="329174"/>
          </a:xfrm>
          <a:prstGeom prst="irregularSeal1">
            <a:avLst/>
          </a:prstGeom>
          <a:solidFill>
            <a:srgbClr val="FF0000"/>
          </a:solidFill>
          <a:ln w="63500" cap="flat" cmpd="dbl" algn="ctr">
            <a:solidFill>
              <a:srgbClr val="FFFFFF"/>
            </a:solid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184" name="Oval 183">
            <a:extLst>
              <a:ext uri="{FF2B5EF4-FFF2-40B4-BE49-F238E27FC236}">
                <a16:creationId xmlns:a16="http://schemas.microsoft.com/office/drawing/2014/main" id="{CA2D4099-446D-9908-6D1E-9C024E9B2BBC}"/>
              </a:ext>
            </a:extLst>
          </p:cNvPr>
          <p:cNvSpPr>
            <a:spLocks noChangeAspect="1"/>
          </p:cNvSpPr>
          <p:nvPr/>
        </p:nvSpPr>
        <p:spPr>
          <a:xfrm>
            <a:off x="10472415" y="2234235"/>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4</a:t>
            </a:r>
          </a:p>
        </p:txBody>
      </p:sp>
      <p:sp>
        <p:nvSpPr>
          <p:cNvPr id="186" name="Oval 185">
            <a:extLst>
              <a:ext uri="{FF2B5EF4-FFF2-40B4-BE49-F238E27FC236}">
                <a16:creationId xmlns:a16="http://schemas.microsoft.com/office/drawing/2014/main" id="{B4018187-8069-A464-EACF-E6783D1AE34F}"/>
              </a:ext>
            </a:extLst>
          </p:cNvPr>
          <p:cNvSpPr>
            <a:spLocks noChangeAspect="1"/>
          </p:cNvSpPr>
          <p:nvPr/>
        </p:nvSpPr>
        <p:spPr>
          <a:xfrm>
            <a:off x="10672888" y="2242487"/>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5</a:t>
            </a:r>
          </a:p>
        </p:txBody>
      </p:sp>
      <p:sp>
        <p:nvSpPr>
          <p:cNvPr id="187" name="Oval 186">
            <a:extLst>
              <a:ext uri="{FF2B5EF4-FFF2-40B4-BE49-F238E27FC236}">
                <a16:creationId xmlns:a16="http://schemas.microsoft.com/office/drawing/2014/main" id="{958AF0AE-42A3-3B31-B206-B70C7A5EB1A0}"/>
              </a:ext>
            </a:extLst>
          </p:cNvPr>
          <p:cNvSpPr>
            <a:spLocks noChangeAspect="1"/>
          </p:cNvSpPr>
          <p:nvPr/>
        </p:nvSpPr>
        <p:spPr>
          <a:xfrm>
            <a:off x="10658242" y="2771989"/>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6</a:t>
            </a:r>
          </a:p>
        </p:txBody>
      </p:sp>
      <p:cxnSp>
        <p:nvCxnSpPr>
          <p:cNvPr id="193" name="Straight Arrow Connector 192">
            <a:extLst>
              <a:ext uri="{FF2B5EF4-FFF2-40B4-BE49-F238E27FC236}">
                <a16:creationId xmlns:a16="http://schemas.microsoft.com/office/drawing/2014/main" id="{1E271EF4-6E2A-1B09-71B2-8E66F509E905}"/>
              </a:ext>
            </a:extLst>
          </p:cNvPr>
          <p:cNvCxnSpPr>
            <a:cxnSpLocks/>
          </p:cNvCxnSpPr>
          <p:nvPr/>
        </p:nvCxnSpPr>
        <p:spPr>
          <a:xfrm>
            <a:off x="10808545" y="2854052"/>
            <a:ext cx="332033"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94" name="Cloud">
            <a:extLst>
              <a:ext uri="{FF2B5EF4-FFF2-40B4-BE49-F238E27FC236}">
                <a16:creationId xmlns:a16="http://schemas.microsoft.com/office/drawing/2014/main" id="{D94EC623-7F69-2B9C-2B66-C35737144FF2}"/>
              </a:ext>
            </a:extLst>
          </p:cNvPr>
          <p:cNvSpPr>
            <a:spLocks noChangeAspect="1" noEditPoints="1" noChangeArrowheads="1"/>
          </p:cNvSpPr>
          <p:nvPr/>
        </p:nvSpPr>
        <p:spPr bwMode="auto">
          <a:xfrm>
            <a:off x="10540497" y="3858077"/>
            <a:ext cx="2524143" cy="2500789"/>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12700">
            <a:solidFill>
              <a:schemeClr val="bg1">
                <a:lumMod val="50000"/>
              </a:schemeClr>
            </a:solidFill>
            <a:miter lim="800000"/>
            <a:headEnd/>
            <a:tailEnd/>
          </a:ln>
          <a:effectLst>
            <a:glow rad="101600">
              <a:schemeClr val="accent1">
                <a:satMod val="175000"/>
                <a:alpha val="40000"/>
              </a:schemeClr>
            </a:glow>
          </a:effectLst>
        </p:spPr>
        <p:txBody>
          <a:bodyPr vert="horz" wrap="square" lIns="0" tIns="45708" rIns="0" bIns="45708"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000000"/>
              </a:solidFill>
              <a:effectLst/>
              <a:uLnTx/>
              <a:uFillTx/>
              <a:latin typeface="Aptos"/>
              <a:ea typeface="ＭＳ Ｐゴシック" pitchFamily="34" charset="-128"/>
              <a:cs typeface="Arial"/>
            </a:endParaRPr>
          </a:p>
        </p:txBody>
      </p:sp>
      <p:pic>
        <p:nvPicPr>
          <p:cNvPr id="195" name="Picture 194">
            <a:extLst>
              <a:ext uri="{FF2B5EF4-FFF2-40B4-BE49-F238E27FC236}">
                <a16:creationId xmlns:a16="http://schemas.microsoft.com/office/drawing/2014/main" id="{E1C3B7F6-8B30-7E13-1A18-3443DCF7B7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66678" y="4115925"/>
            <a:ext cx="499369" cy="499369"/>
          </a:xfrm>
          <a:prstGeom prst="rect">
            <a:avLst/>
          </a:prstGeom>
        </p:spPr>
      </p:pic>
      <p:sp>
        <p:nvSpPr>
          <p:cNvPr id="196" name="AutoShape 38">
            <a:extLst>
              <a:ext uri="{FF2B5EF4-FFF2-40B4-BE49-F238E27FC236}">
                <a16:creationId xmlns:a16="http://schemas.microsoft.com/office/drawing/2014/main" id="{3B98C8AC-8C9E-8704-29E1-70C4CCE09035}"/>
              </a:ext>
            </a:extLst>
          </p:cNvPr>
          <p:cNvSpPr>
            <a:spLocks noChangeArrowheads="1"/>
          </p:cNvSpPr>
          <p:nvPr/>
        </p:nvSpPr>
        <p:spPr bwMode="auto">
          <a:xfrm rot="5400000">
            <a:off x="11057549" y="4222095"/>
            <a:ext cx="387818" cy="264777"/>
          </a:xfrm>
          <a:prstGeom prst="can">
            <a:avLst>
              <a:gd name="adj" fmla="val 31653"/>
            </a:avLst>
          </a:prstGeom>
          <a:ln>
            <a:solidFill>
              <a:schemeClr val="tx1"/>
            </a:solidFill>
            <a:headEnd/>
            <a:tailEnd/>
          </a:ln>
        </p:spPr>
        <p:style>
          <a:lnRef idx="1">
            <a:schemeClr val="accent5"/>
          </a:lnRef>
          <a:fillRef idx="2">
            <a:schemeClr val="accent5"/>
          </a:fillRef>
          <a:effectRef idx="1">
            <a:schemeClr val="accent5"/>
          </a:effectRef>
          <a:fontRef idx="minor">
            <a:schemeClr val="dk1"/>
          </a:fontRef>
        </p:style>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pic>
        <p:nvPicPr>
          <p:cNvPr id="222" name="Picture 221">
            <a:extLst>
              <a:ext uri="{FF2B5EF4-FFF2-40B4-BE49-F238E27FC236}">
                <a16:creationId xmlns:a16="http://schemas.microsoft.com/office/drawing/2014/main" id="{2CCE0393-2E43-FAD1-8E6B-EFF1047410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66678" y="5403068"/>
            <a:ext cx="499369" cy="499369"/>
          </a:xfrm>
          <a:prstGeom prst="rect">
            <a:avLst/>
          </a:prstGeom>
        </p:spPr>
      </p:pic>
      <p:sp>
        <p:nvSpPr>
          <p:cNvPr id="223" name="Text Box 83">
            <a:extLst>
              <a:ext uri="{FF2B5EF4-FFF2-40B4-BE49-F238E27FC236}">
                <a16:creationId xmlns:a16="http://schemas.microsoft.com/office/drawing/2014/main" id="{4ED26CDC-41EA-D7AF-3A17-6581E875F23A}"/>
              </a:ext>
            </a:extLst>
          </p:cNvPr>
          <p:cNvSpPr txBox="1">
            <a:spLocks noChangeArrowheads="1"/>
          </p:cNvSpPr>
          <p:nvPr/>
        </p:nvSpPr>
        <p:spPr bwMode="auto">
          <a:xfrm>
            <a:off x="10694364" y="3749869"/>
            <a:ext cx="6367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rPr>
              <a:t>Router A</a:t>
            </a:r>
          </a:p>
        </p:txBody>
      </p:sp>
      <p:sp>
        <p:nvSpPr>
          <p:cNvPr id="224" name="Text Box 83">
            <a:extLst>
              <a:ext uri="{FF2B5EF4-FFF2-40B4-BE49-F238E27FC236}">
                <a16:creationId xmlns:a16="http://schemas.microsoft.com/office/drawing/2014/main" id="{A929B232-CB20-05C0-8FC3-3CB076F287F2}"/>
              </a:ext>
            </a:extLst>
          </p:cNvPr>
          <p:cNvSpPr txBox="1">
            <a:spLocks noChangeArrowheads="1"/>
          </p:cNvSpPr>
          <p:nvPr/>
        </p:nvSpPr>
        <p:spPr bwMode="auto">
          <a:xfrm>
            <a:off x="10732329" y="5123600"/>
            <a:ext cx="6367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rPr>
              <a:t>Router B</a:t>
            </a:r>
          </a:p>
        </p:txBody>
      </p:sp>
      <p:sp>
        <p:nvSpPr>
          <p:cNvPr id="225" name="AutoShape 38">
            <a:extLst>
              <a:ext uri="{FF2B5EF4-FFF2-40B4-BE49-F238E27FC236}">
                <a16:creationId xmlns:a16="http://schemas.microsoft.com/office/drawing/2014/main" id="{C2ADD404-5D27-D693-B649-11E4DE8D1830}"/>
              </a:ext>
            </a:extLst>
          </p:cNvPr>
          <p:cNvSpPr>
            <a:spLocks noChangeArrowheads="1"/>
          </p:cNvSpPr>
          <p:nvPr/>
        </p:nvSpPr>
        <p:spPr bwMode="auto">
          <a:xfrm rot="16200000" flipH="1">
            <a:off x="10528680" y="4255453"/>
            <a:ext cx="285012" cy="220314"/>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sp>
        <p:nvSpPr>
          <p:cNvPr id="226" name="AutoShape 38">
            <a:extLst>
              <a:ext uri="{FF2B5EF4-FFF2-40B4-BE49-F238E27FC236}">
                <a16:creationId xmlns:a16="http://schemas.microsoft.com/office/drawing/2014/main" id="{DD4E35E9-3721-8E37-994A-AA7AFF3B7302}"/>
              </a:ext>
            </a:extLst>
          </p:cNvPr>
          <p:cNvSpPr>
            <a:spLocks noChangeArrowheads="1"/>
          </p:cNvSpPr>
          <p:nvPr/>
        </p:nvSpPr>
        <p:spPr bwMode="auto">
          <a:xfrm rot="16200000" flipH="1">
            <a:off x="10536795" y="5542596"/>
            <a:ext cx="285012" cy="220313"/>
          </a:xfrm>
          <a:prstGeom prst="can">
            <a:avLst>
              <a:gd name="adj" fmla="val 31653"/>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wrap="none" anchor="ct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Wingdings" pitchFamily="2" charset="2"/>
              <a:buNone/>
              <a:tabLst/>
              <a:defRPr/>
            </a:pPr>
            <a:endParaRPr kumimoji="0" lang="en-US" altLang="en-US" sz="1200" b="1" i="0" u="none" strike="noStrike" kern="0" cap="none" spc="0" normalizeH="0" baseline="0" noProof="0">
              <a:ln w="0"/>
              <a:solidFill>
                <a:prstClr val="black"/>
              </a:solidFill>
              <a:effectLst/>
              <a:uLnTx/>
              <a:uFillTx/>
              <a:latin typeface="Aptos"/>
              <a:ea typeface="MS PGothic" pitchFamily="34" charset="-128"/>
              <a:cs typeface="Arial" pitchFamily="34" charset="0"/>
            </a:endParaRPr>
          </a:p>
        </p:txBody>
      </p:sp>
      <p:cxnSp>
        <p:nvCxnSpPr>
          <p:cNvPr id="227" name="Straight Connector 226">
            <a:extLst>
              <a:ext uri="{FF2B5EF4-FFF2-40B4-BE49-F238E27FC236}">
                <a16:creationId xmlns:a16="http://schemas.microsoft.com/office/drawing/2014/main" id="{D15ADADF-81CA-92E9-6ED7-9C218CD56D8C}"/>
              </a:ext>
            </a:extLst>
          </p:cNvPr>
          <p:cNvCxnSpPr>
            <a:cxnSpLocks/>
            <a:endCxn id="225" idx="3"/>
          </p:cNvCxnSpPr>
          <p:nvPr/>
        </p:nvCxnSpPr>
        <p:spPr>
          <a:xfrm flipH="1" flipV="1">
            <a:off x="10781343" y="4365611"/>
            <a:ext cx="2242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6721F0C9-DC72-E0CC-9066-737AC7BEB264}"/>
              </a:ext>
            </a:extLst>
          </p:cNvPr>
          <p:cNvCxnSpPr>
            <a:cxnSpLocks/>
            <a:endCxn id="226" idx="3"/>
          </p:cNvCxnSpPr>
          <p:nvPr/>
        </p:nvCxnSpPr>
        <p:spPr>
          <a:xfrm flipH="1" flipV="1">
            <a:off x="10789457" y="5652753"/>
            <a:ext cx="21851"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2" name="Text Box 83">
            <a:extLst>
              <a:ext uri="{FF2B5EF4-FFF2-40B4-BE49-F238E27FC236}">
                <a16:creationId xmlns:a16="http://schemas.microsoft.com/office/drawing/2014/main" id="{B6B478FC-9C95-B955-E84E-07142F0BC67A}"/>
              </a:ext>
            </a:extLst>
          </p:cNvPr>
          <p:cNvSpPr txBox="1">
            <a:spLocks noChangeArrowheads="1"/>
          </p:cNvSpPr>
          <p:nvPr/>
        </p:nvSpPr>
        <p:spPr bwMode="auto">
          <a:xfrm>
            <a:off x="9911049" y="4372170"/>
            <a:ext cx="695611" cy="26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sym typeface="Symbol" panose="05050102010706020507" pitchFamily="18" charset="2"/>
              </a:rPr>
              <a:t>OLT Interface Active</a:t>
            </a:r>
            <a:endPar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endParaRPr>
          </a:p>
        </p:txBody>
      </p:sp>
      <p:sp>
        <p:nvSpPr>
          <p:cNvPr id="243" name="Arc 242">
            <a:extLst>
              <a:ext uri="{FF2B5EF4-FFF2-40B4-BE49-F238E27FC236}">
                <a16:creationId xmlns:a16="http://schemas.microsoft.com/office/drawing/2014/main" id="{BC6D733C-589A-F492-3694-F9E9E4A40B6E}"/>
              </a:ext>
            </a:extLst>
          </p:cNvPr>
          <p:cNvSpPr/>
          <p:nvPr/>
        </p:nvSpPr>
        <p:spPr>
          <a:xfrm>
            <a:off x="10507671" y="4433578"/>
            <a:ext cx="1548939" cy="1168378"/>
          </a:xfrm>
          <a:prstGeom prst="arc">
            <a:avLst>
              <a:gd name="adj1" fmla="val 16050478"/>
              <a:gd name="adj2" fmla="val 5583987"/>
            </a:avLst>
          </a:prstGeom>
          <a:ln w="127000">
            <a:solidFill>
              <a:srgbClr val="00B0F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244" name="Rectangle: Rounded Corners 243">
            <a:extLst>
              <a:ext uri="{FF2B5EF4-FFF2-40B4-BE49-F238E27FC236}">
                <a16:creationId xmlns:a16="http://schemas.microsoft.com/office/drawing/2014/main" id="{856DB8FD-F388-1E4D-EB6C-C29C6558F2A8}"/>
              </a:ext>
            </a:extLst>
          </p:cNvPr>
          <p:cNvSpPr/>
          <p:nvPr/>
        </p:nvSpPr>
        <p:spPr>
          <a:xfrm>
            <a:off x="11043168" y="4365610"/>
            <a:ext cx="240764" cy="148138"/>
          </a:xfrm>
          <a:prstGeom prst="roundRect">
            <a:avLst/>
          </a:prstGeom>
          <a:solidFill>
            <a:srgbClr val="00B0F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sp>
        <p:nvSpPr>
          <p:cNvPr id="245" name="Rectangle: Rounded Corners 244">
            <a:extLst>
              <a:ext uri="{FF2B5EF4-FFF2-40B4-BE49-F238E27FC236}">
                <a16:creationId xmlns:a16="http://schemas.microsoft.com/office/drawing/2014/main" id="{AC7AA1F9-58A7-7652-C263-4024E8E387C8}"/>
              </a:ext>
            </a:extLst>
          </p:cNvPr>
          <p:cNvSpPr/>
          <p:nvPr/>
        </p:nvSpPr>
        <p:spPr>
          <a:xfrm>
            <a:off x="11088424" y="5497983"/>
            <a:ext cx="240764" cy="148138"/>
          </a:xfrm>
          <a:prstGeom prst="roundRect">
            <a:avLst/>
          </a:prstGeom>
          <a:solidFill>
            <a:srgbClr val="00B0F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sp>
        <p:nvSpPr>
          <p:cNvPr id="246" name="TextBox 245">
            <a:extLst>
              <a:ext uri="{FF2B5EF4-FFF2-40B4-BE49-F238E27FC236}">
                <a16:creationId xmlns:a16="http://schemas.microsoft.com/office/drawing/2014/main" id="{FEBD1D21-D0BE-6D53-55AB-61DC5A164EE1}"/>
              </a:ext>
            </a:extLst>
          </p:cNvPr>
          <p:cNvSpPr txBox="1"/>
          <p:nvPr/>
        </p:nvSpPr>
        <p:spPr>
          <a:xfrm>
            <a:off x="11169312" y="4900161"/>
            <a:ext cx="815594" cy="190846"/>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a:ea typeface="ＭＳ Ｐゴシック" pitchFamily="34" charset="-128"/>
                <a:cs typeface="Arial"/>
              </a:rPr>
              <a:t>Network</a:t>
            </a:r>
          </a:p>
        </p:txBody>
      </p:sp>
      <p:sp>
        <p:nvSpPr>
          <p:cNvPr id="247" name="Rectangle: Rounded Corners 246">
            <a:extLst>
              <a:ext uri="{FF2B5EF4-FFF2-40B4-BE49-F238E27FC236}">
                <a16:creationId xmlns:a16="http://schemas.microsoft.com/office/drawing/2014/main" id="{E9B244D2-B710-0592-1D52-ECF5CDC9E211}"/>
              </a:ext>
            </a:extLst>
          </p:cNvPr>
          <p:cNvSpPr/>
          <p:nvPr/>
        </p:nvSpPr>
        <p:spPr>
          <a:xfrm>
            <a:off x="11043168" y="4197941"/>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sp>
        <p:nvSpPr>
          <p:cNvPr id="248" name="Rectangle: Rounded Corners 247">
            <a:extLst>
              <a:ext uri="{FF2B5EF4-FFF2-40B4-BE49-F238E27FC236}">
                <a16:creationId xmlns:a16="http://schemas.microsoft.com/office/drawing/2014/main" id="{D84C95F4-C28F-3330-08E3-FB71675E40DE}"/>
              </a:ext>
            </a:extLst>
          </p:cNvPr>
          <p:cNvSpPr/>
          <p:nvPr/>
        </p:nvSpPr>
        <p:spPr>
          <a:xfrm>
            <a:off x="11088424" y="5663364"/>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ptos"/>
                <a:ea typeface="+mn-ea"/>
                <a:cs typeface="+mn-cs"/>
              </a:rPr>
              <a:t>IP</a:t>
            </a:r>
          </a:p>
        </p:txBody>
      </p:sp>
      <p:sp>
        <p:nvSpPr>
          <p:cNvPr id="249" name="Freeform: Shape 248">
            <a:extLst>
              <a:ext uri="{FF2B5EF4-FFF2-40B4-BE49-F238E27FC236}">
                <a16:creationId xmlns:a16="http://schemas.microsoft.com/office/drawing/2014/main" id="{8F72B730-B5FB-2EE7-5D96-E9F69D36EB1A}"/>
              </a:ext>
            </a:extLst>
          </p:cNvPr>
          <p:cNvSpPr/>
          <p:nvPr/>
        </p:nvSpPr>
        <p:spPr>
          <a:xfrm flipV="1">
            <a:off x="10928697" y="4247377"/>
            <a:ext cx="1432463" cy="157446"/>
          </a:xfrm>
          <a:custGeom>
            <a:avLst/>
            <a:gdLst>
              <a:gd name="csX0" fmla="*/ 2773495 w 2776086"/>
              <a:gd name="csY0" fmla="*/ 0 h 1187887"/>
              <a:gd name="csX1" fmla="*/ 2514295 w 2776086"/>
              <a:gd name="csY1" fmla="*/ 388800 h 1187887"/>
              <a:gd name="csX2" fmla="*/ 1124695 w 2776086"/>
              <a:gd name="csY2" fmla="*/ 1022400 h 1187887"/>
              <a:gd name="csX3" fmla="*/ 339895 w 2776086"/>
              <a:gd name="csY3" fmla="*/ 1180800 h 1187887"/>
              <a:gd name="csX4" fmla="*/ 1495 w 2776086"/>
              <a:gd name="csY4" fmla="*/ 1137600 h 1187887"/>
              <a:gd name="csX5" fmla="*/ 217495 w 2776086"/>
              <a:gd name="csY5" fmla="*/ 936000 h 1187887"/>
              <a:gd name="csX0" fmla="*/ 2823895 w 2824855"/>
              <a:gd name="csY0" fmla="*/ 0 h 1051087"/>
              <a:gd name="csX1" fmla="*/ 2514295 w 2824855"/>
              <a:gd name="csY1" fmla="*/ 252000 h 1051087"/>
              <a:gd name="csX2" fmla="*/ 1124695 w 2824855"/>
              <a:gd name="csY2" fmla="*/ 885600 h 1051087"/>
              <a:gd name="csX3" fmla="*/ 339895 w 2824855"/>
              <a:gd name="csY3" fmla="*/ 1044000 h 1051087"/>
              <a:gd name="csX4" fmla="*/ 1495 w 2824855"/>
              <a:gd name="csY4" fmla="*/ 1000800 h 1051087"/>
              <a:gd name="csX5" fmla="*/ 217495 w 2824855"/>
              <a:gd name="csY5" fmla="*/ 799200 h 1051087"/>
              <a:gd name="csX0" fmla="*/ 2823895 w 2824083"/>
              <a:gd name="csY0" fmla="*/ 0 h 1051087"/>
              <a:gd name="csX1" fmla="*/ 2312695 w 2824083"/>
              <a:gd name="csY1" fmla="*/ 424800 h 1051087"/>
              <a:gd name="csX2" fmla="*/ 1124695 w 2824083"/>
              <a:gd name="csY2" fmla="*/ 885600 h 1051087"/>
              <a:gd name="csX3" fmla="*/ 339895 w 2824083"/>
              <a:gd name="csY3" fmla="*/ 1044000 h 1051087"/>
              <a:gd name="csX4" fmla="*/ 1495 w 2824083"/>
              <a:gd name="csY4" fmla="*/ 1000800 h 1051087"/>
              <a:gd name="csX5" fmla="*/ 217495 w 2824083"/>
              <a:gd name="csY5" fmla="*/ 799200 h 1051087"/>
              <a:gd name="csX0" fmla="*/ 2759095 w 2759336"/>
              <a:gd name="csY0" fmla="*/ 0 h 950287"/>
              <a:gd name="csX1" fmla="*/ 2312695 w 2759336"/>
              <a:gd name="csY1" fmla="*/ 324000 h 950287"/>
              <a:gd name="csX2" fmla="*/ 1124695 w 2759336"/>
              <a:gd name="csY2" fmla="*/ 784800 h 950287"/>
              <a:gd name="csX3" fmla="*/ 339895 w 2759336"/>
              <a:gd name="csY3" fmla="*/ 943200 h 950287"/>
              <a:gd name="csX4" fmla="*/ 1495 w 2759336"/>
              <a:gd name="csY4" fmla="*/ 900000 h 950287"/>
              <a:gd name="csX5" fmla="*/ 217495 w 2759336"/>
              <a:gd name="csY5" fmla="*/ 698400 h 950287"/>
              <a:gd name="csX0" fmla="*/ 2759095 w 2759095"/>
              <a:gd name="csY0" fmla="*/ 0 h 950287"/>
              <a:gd name="csX1" fmla="*/ 2312695 w 2759095"/>
              <a:gd name="csY1" fmla="*/ 324000 h 950287"/>
              <a:gd name="csX2" fmla="*/ 1124695 w 2759095"/>
              <a:gd name="csY2" fmla="*/ 784800 h 950287"/>
              <a:gd name="csX3" fmla="*/ 339895 w 2759095"/>
              <a:gd name="csY3" fmla="*/ 943200 h 950287"/>
              <a:gd name="csX4" fmla="*/ 1495 w 2759095"/>
              <a:gd name="csY4" fmla="*/ 900000 h 950287"/>
              <a:gd name="csX5" fmla="*/ 217495 w 2759095"/>
              <a:gd name="csY5" fmla="*/ 698400 h 950287"/>
              <a:gd name="csX0" fmla="*/ 2759095 w 2759095"/>
              <a:gd name="csY0" fmla="*/ 0 h 950287"/>
              <a:gd name="csX1" fmla="*/ 2059776 w 2759095"/>
              <a:gd name="csY1" fmla="*/ 265634 h 950287"/>
              <a:gd name="csX2" fmla="*/ 1124695 w 2759095"/>
              <a:gd name="csY2" fmla="*/ 784800 h 950287"/>
              <a:gd name="csX3" fmla="*/ 339895 w 2759095"/>
              <a:gd name="csY3" fmla="*/ 943200 h 950287"/>
              <a:gd name="csX4" fmla="*/ 1495 w 2759095"/>
              <a:gd name="csY4" fmla="*/ 900000 h 950287"/>
              <a:gd name="csX5" fmla="*/ 217495 w 2759095"/>
              <a:gd name="csY5" fmla="*/ 698400 h 950287"/>
              <a:gd name="csX0" fmla="*/ 2515903 w 2515903"/>
              <a:gd name="csY0" fmla="*/ 0 h 1621496"/>
              <a:gd name="csX1" fmla="*/ 2059776 w 2515903"/>
              <a:gd name="csY1" fmla="*/ 936843 h 1621496"/>
              <a:gd name="csX2" fmla="*/ 1124695 w 2515903"/>
              <a:gd name="csY2" fmla="*/ 1456009 h 1621496"/>
              <a:gd name="csX3" fmla="*/ 339895 w 2515903"/>
              <a:gd name="csY3" fmla="*/ 1614409 h 1621496"/>
              <a:gd name="csX4" fmla="*/ 1495 w 2515903"/>
              <a:gd name="csY4" fmla="*/ 1571209 h 1621496"/>
              <a:gd name="csX5" fmla="*/ 217495 w 2515903"/>
              <a:gd name="csY5" fmla="*/ 1369609 h 1621496"/>
              <a:gd name="csX0" fmla="*/ 2515903 w 2515903"/>
              <a:gd name="csY0" fmla="*/ 0 h 1621496"/>
              <a:gd name="csX1" fmla="*/ 2059776 w 2515903"/>
              <a:gd name="csY1" fmla="*/ 936843 h 1621496"/>
              <a:gd name="csX2" fmla="*/ 1124695 w 2515903"/>
              <a:gd name="csY2" fmla="*/ 1456009 h 1621496"/>
              <a:gd name="csX3" fmla="*/ 339895 w 2515903"/>
              <a:gd name="csY3" fmla="*/ 1614409 h 1621496"/>
              <a:gd name="csX4" fmla="*/ 1495 w 2515903"/>
              <a:gd name="csY4" fmla="*/ 1571209 h 1621496"/>
              <a:gd name="csX5" fmla="*/ 217495 w 2515903"/>
              <a:gd name="csY5" fmla="*/ 1369609 h 1621496"/>
              <a:gd name="csX0" fmla="*/ 2515463 w 2515463"/>
              <a:gd name="csY0" fmla="*/ 0 h 1621496"/>
              <a:gd name="csX1" fmla="*/ 2059336 w 2515463"/>
              <a:gd name="csY1" fmla="*/ 936843 h 1621496"/>
              <a:gd name="csX2" fmla="*/ 1124255 w 2515463"/>
              <a:gd name="csY2" fmla="*/ 1456009 h 1621496"/>
              <a:gd name="csX3" fmla="*/ 339455 w 2515463"/>
              <a:gd name="csY3" fmla="*/ 1614409 h 1621496"/>
              <a:gd name="csX4" fmla="*/ 1055 w 2515463"/>
              <a:gd name="csY4" fmla="*/ 1571209 h 1621496"/>
              <a:gd name="csX5" fmla="*/ 304604 w 2515463"/>
              <a:gd name="csY5" fmla="*/ 1389065 h 1621496"/>
              <a:gd name="csX0" fmla="*/ 2438016 w 2438016"/>
              <a:gd name="csY0" fmla="*/ 0 h 1619571"/>
              <a:gd name="csX1" fmla="*/ 1981889 w 2438016"/>
              <a:gd name="csY1" fmla="*/ 936843 h 1619571"/>
              <a:gd name="csX2" fmla="*/ 1046808 w 2438016"/>
              <a:gd name="csY2" fmla="*/ 1456009 h 1619571"/>
              <a:gd name="csX3" fmla="*/ 262008 w 2438016"/>
              <a:gd name="csY3" fmla="*/ 1614409 h 1619571"/>
              <a:gd name="csX4" fmla="*/ 1429 w 2438016"/>
              <a:gd name="csY4" fmla="*/ 1561481 h 1619571"/>
              <a:gd name="csX5" fmla="*/ 227157 w 2438016"/>
              <a:gd name="csY5" fmla="*/ 1389065 h 1619571"/>
              <a:gd name="csX0" fmla="*/ 2185096 w 2185096"/>
              <a:gd name="csY0" fmla="*/ 0 h 1736303"/>
              <a:gd name="csX1" fmla="*/ 1981889 w 2185096"/>
              <a:gd name="csY1" fmla="*/ 1053575 h 1736303"/>
              <a:gd name="csX2" fmla="*/ 1046808 w 2185096"/>
              <a:gd name="csY2" fmla="*/ 1572741 h 1736303"/>
              <a:gd name="csX3" fmla="*/ 262008 w 2185096"/>
              <a:gd name="csY3" fmla="*/ 1731141 h 1736303"/>
              <a:gd name="csX4" fmla="*/ 1429 w 2185096"/>
              <a:gd name="csY4" fmla="*/ 1678213 h 1736303"/>
              <a:gd name="csX5" fmla="*/ 227157 w 2185096"/>
              <a:gd name="csY5" fmla="*/ 1505797 h 1736303"/>
              <a:gd name="csX0" fmla="*/ 2185096 w 2185096"/>
              <a:gd name="csY0" fmla="*/ 0 h 1736303"/>
              <a:gd name="csX1" fmla="*/ 1826246 w 2185096"/>
              <a:gd name="csY1" fmla="*/ 897932 h 1736303"/>
              <a:gd name="csX2" fmla="*/ 1046808 w 2185096"/>
              <a:gd name="csY2" fmla="*/ 1572741 h 1736303"/>
              <a:gd name="csX3" fmla="*/ 262008 w 2185096"/>
              <a:gd name="csY3" fmla="*/ 1731141 h 1736303"/>
              <a:gd name="csX4" fmla="*/ 1429 w 2185096"/>
              <a:gd name="csY4" fmla="*/ 1678213 h 1736303"/>
              <a:gd name="csX5" fmla="*/ 227157 w 2185096"/>
              <a:gd name="csY5" fmla="*/ 1505797 h 1736303"/>
              <a:gd name="csX0" fmla="*/ 2186041 w 2186041"/>
              <a:gd name="csY0" fmla="*/ 0 h 1736303"/>
              <a:gd name="csX1" fmla="*/ 1827191 w 2186041"/>
              <a:gd name="csY1" fmla="*/ 897932 h 1736303"/>
              <a:gd name="csX2" fmla="*/ 1047753 w 2186041"/>
              <a:gd name="csY2" fmla="*/ 1572741 h 1736303"/>
              <a:gd name="csX3" fmla="*/ 262953 w 2186041"/>
              <a:gd name="csY3" fmla="*/ 1731141 h 1736303"/>
              <a:gd name="csX4" fmla="*/ 2374 w 2186041"/>
              <a:gd name="csY4" fmla="*/ 1678213 h 1736303"/>
              <a:gd name="csX5" fmla="*/ 140553 w 2186041"/>
              <a:gd name="csY5" fmla="*/ 1515524 h 1736303"/>
              <a:gd name="csX0" fmla="*/ 1872417 w 1884537"/>
              <a:gd name="csY0" fmla="*/ 662216 h 838375"/>
              <a:gd name="csX1" fmla="*/ 1827191 w 1884537"/>
              <a:gd name="csY1" fmla="*/ 4 h 838375"/>
              <a:gd name="csX2" fmla="*/ 1047753 w 1884537"/>
              <a:gd name="csY2" fmla="*/ 674813 h 838375"/>
              <a:gd name="csX3" fmla="*/ 262953 w 1884537"/>
              <a:gd name="csY3" fmla="*/ 833213 h 838375"/>
              <a:gd name="csX4" fmla="*/ 2374 w 1884537"/>
              <a:gd name="csY4" fmla="*/ 780285 h 838375"/>
              <a:gd name="csX5" fmla="*/ 140553 w 1884537"/>
              <a:gd name="csY5" fmla="*/ 617596 h 838375"/>
              <a:gd name="csX0" fmla="*/ 1872417 w 1872417"/>
              <a:gd name="csY0" fmla="*/ 44620 h 228685"/>
              <a:gd name="csX1" fmla="*/ 1375573 w 1872417"/>
              <a:gd name="csY1" fmla="*/ 222486 h 228685"/>
              <a:gd name="csX2" fmla="*/ 1047753 w 1872417"/>
              <a:gd name="csY2" fmla="*/ 57217 h 228685"/>
              <a:gd name="csX3" fmla="*/ 262953 w 1872417"/>
              <a:gd name="csY3" fmla="*/ 215617 h 228685"/>
              <a:gd name="csX4" fmla="*/ 2374 w 1872417"/>
              <a:gd name="csY4" fmla="*/ 162689 h 228685"/>
              <a:gd name="csX5" fmla="*/ 140553 w 1872417"/>
              <a:gd name="csY5" fmla="*/ 0 h 228685"/>
              <a:gd name="csX0" fmla="*/ 1872417 w 1872417"/>
              <a:gd name="csY0" fmla="*/ 44620 h 220780"/>
              <a:gd name="csX1" fmla="*/ 1047753 w 1872417"/>
              <a:gd name="csY1" fmla="*/ 57217 h 220780"/>
              <a:gd name="csX2" fmla="*/ 262953 w 1872417"/>
              <a:gd name="csY2" fmla="*/ 215617 h 220780"/>
              <a:gd name="csX3" fmla="*/ 2374 w 1872417"/>
              <a:gd name="csY3" fmla="*/ 162689 h 220780"/>
              <a:gd name="csX4" fmla="*/ 140553 w 1872417"/>
              <a:gd name="csY4" fmla="*/ 0 h 220780"/>
              <a:gd name="csX0" fmla="*/ 1872417 w 1872417"/>
              <a:gd name="csY0" fmla="*/ 44620 h 215915"/>
              <a:gd name="csX1" fmla="*/ 1022662 w 1872417"/>
              <a:gd name="csY1" fmla="*/ 177229 h 215915"/>
              <a:gd name="csX2" fmla="*/ 262953 w 1872417"/>
              <a:gd name="csY2" fmla="*/ 215617 h 215915"/>
              <a:gd name="csX3" fmla="*/ 2374 w 1872417"/>
              <a:gd name="csY3" fmla="*/ 162689 h 215915"/>
              <a:gd name="csX4" fmla="*/ 140553 w 1872417"/>
              <a:gd name="csY4" fmla="*/ 0 h 215915"/>
              <a:gd name="csX0" fmla="*/ 1847326 w 1847326"/>
              <a:gd name="csY0" fmla="*/ 84623 h 215826"/>
              <a:gd name="csX1" fmla="*/ 1022662 w 1847326"/>
              <a:gd name="csY1" fmla="*/ 177229 h 215826"/>
              <a:gd name="csX2" fmla="*/ 262953 w 1847326"/>
              <a:gd name="csY2" fmla="*/ 215617 h 215826"/>
              <a:gd name="csX3" fmla="*/ 2374 w 1847326"/>
              <a:gd name="csY3" fmla="*/ 162689 h 215826"/>
              <a:gd name="csX4" fmla="*/ 140553 w 1847326"/>
              <a:gd name="csY4" fmla="*/ 0 h 215826"/>
            </a:gdLst>
            <a:ahLst/>
            <a:cxnLst>
              <a:cxn ang="0">
                <a:pos x="csX0" y="csY0"/>
              </a:cxn>
              <a:cxn ang="0">
                <a:pos x="csX1" y="csY1"/>
              </a:cxn>
              <a:cxn ang="0">
                <a:pos x="csX2" y="csY2"/>
              </a:cxn>
              <a:cxn ang="0">
                <a:pos x="csX3" y="csY3"/>
              </a:cxn>
              <a:cxn ang="0">
                <a:pos x="csX4" y="csY4"/>
              </a:cxn>
            </a:cxnLst>
            <a:rect l="l" t="t" r="r" b="b"/>
            <a:pathLst>
              <a:path w="1847326" h="215826">
                <a:moveTo>
                  <a:pt x="1847326" y="84623"/>
                </a:moveTo>
                <a:cubicBezTo>
                  <a:pt x="1675521" y="87248"/>
                  <a:pt x="1286724" y="155397"/>
                  <a:pt x="1022662" y="177229"/>
                </a:cubicBezTo>
                <a:cubicBezTo>
                  <a:pt x="758600" y="199061"/>
                  <a:pt x="433001" y="218040"/>
                  <a:pt x="262953" y="215617"/>
                </a:cubicBezTo>
                <a:cubicBezTo>
                  <a:pt x="92905" y="213194"/>
                  <a:pt x="22774" y="203489"/>
                  <a:pt x="2374" y="162689"/>
                </a:cubicBezTo>
                <a:cubicBezTo>
                  <a:pt x="-18026" y="121889"/>
                  <a:pt x="98553" y="63600"/>
                  <a:pt x="140553" y="0"/>
                </a:cubicBezTo>
              </a:path>
            </a:pathLst>
          </a:custGeom>
          <a:noFill/>
          <a:ln w="38100" cap="flat" cmpd="sng" algn="ctr">
            <a:solidFill>
              <a:srgbClr val="00B0F0"/>
            </a:solidFill>
            <a:prstDash val="solid"/>
            <a:miter lim="800000"/>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250" name="Rectangle: Rounded Corners 249">
            <a:extLst>
              <a:ext uri="{FF2B5EF4-FFF2-40B4-BE49-F238E27FC236}">
                <a16:creationId xmlns:a16="http://schemas.microsoft.com/office/drawing/2014/main" id="{D817EF7E-EC94-8941-2776-BEB466ADA433}"/>
              </a:ext>
            </a:extLst>
          </p:cNvPr>
          <p:cNvSpPr/>
          <p:nvPr/>
        </p:nvSpPr>
        <p:spPr>
          <a:xfrm>
            <a:off x="10645182" y="5577238"/>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pic>
        <p:nvPicPr>
          <p:cNvPr id="251" name="Picture 250">
            <a:extLst>
              <a:ext uri="{FF2B5EF4-FFF2-40B4-BE49-F238E27FC236}">
                <a16:creationId xmlns:a16="http://schemas.microsoft.com/office/drawing/2014/main" id="{FB75DCF8-A35F-1EA5-3886-5787D6E358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35098" y="5373939"/>
            <a:ext cx="499369" cy="499369"/>
          </a:xfrm>
          <a:prstGeom prst="rect">
            <a:avLst/>
          </a:prstGeom>
        </p:spPr>
      </p:pic>
      <p:sp>
        <p:nvSpPr>
          <p:cNvPr id="252" name="Rectangle: Rounded Corners 251">
            <a:extLst>
              <a:ext uri="{FF2B5EF4-FFF2-40B4-BE49-F238E27FC236}">
                <a16:creationId xmlns:a16="http://schemas.microsoft.com/office/drawing/2014/main" id="{8D56A379-31B4-4469-0FC2-94E32D4452D0}"/>
              </a:ext>
            </a:extLst>
          </p:cNvPr>
          <p:cNvSpPr/>
          <p:nvPr/>
        </p:nvSpPr>
        <p:spPr>
          <a:xfrm>
            <a:off x="10645182" y="4269092"/>
            <a:ext cx="240764" cy="148138"/>
          </a:xfrm>
          <a:prstGeom prst="roundRect">
            <a:avLst/>
          </a:prstGeom>
          <a:solidFill>
            <a:srgbClr val="0070C0"/>
          </a:solidFill>
          <a:ln w="12700" cap="flat" cmpd="sng" algn="ctr">
            <a:solidFill>
              <a:schemeClr val="tx1"/>
            </a:solidFill>
            <a:prstDash val="solid"/>
            <a:miter lim="800000"/>
          </a:ln>
          <a:effectLst/>
        </p:spPr>
        <p:txBody>
          <a:bodyPr wrap="none" rtlCol="0" anchor="ctr">
            <a:noAutofit/>
          </a:bodyPr>
          <a:lstStyle/>
          <a:p>
            <a:pPr marL="0" marR="0" lvl="0" indent="0" algn="ctr" defTabSz="22852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lumMod val="95000"/>
                  </a:srgbClr>
                </a:solidFill>
                <a:effectLst/>
                <a:uLnTx/>
                <a:uFillTx/>
                <a:latin typeface="Aptos"/>
                <a:ea typeface="+mn-ea"/>
                <a:cs typeface="+mn-cs"/>
              </a:rPr>
              <a:t>IP</a:t>
            </a:r>
          </a:p>
        </p:txBody>
      </p:sp>
      <p:cxnSp>
        <p:nvCxnSpPr>
          <p:cNvPr id="253" name="Connector: Elbow 252">
            <a:extLst>
              <a:ext uri="{FF2B5EF4-FFF2-40B4-BE49-F238E27FC236}">
                <a16:creationId xmlns:a16="http://schemas.microsoft.com/office/drawing/2014/main" id="{683D8B50-3CE0-94A8-986B-6C09FBD5105E}"/>
              </a:ext>
            </a:extLst>
          </p:cNvPr>
          <p:cNvCxnSpPr>
            <a:stCxn id="225" idx="1"/>
            <a:endCxn id="226" idx="1"/>
          </p:cNvCxnSpPr>
          <p:nvPr/>
        </p:nvCxnSpPr>
        <p:spPr>
          <a:xfrm rot="10800000" flipH="1" flipV="1">
            <a:off x="10561028" y="4365611"/>
            <a:ext cx="8115" cy="1287142"/>
          </a:xfrm>
          <a:prstGeom prst="bentConnector3">
            <a:avLst>
              <a:gd name="adj1" fmla="val -12825619"/>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4" name="Rectangle: Rounded Corners 253">
            <a:extLst>
              <a:ext uri="{FF2B5EF4-FFF2-40B4-BE49-F238E27FC236}">
                <a16:creationId xmlns:a16="http://schemas.microsoft.com/office/drawing/2014/main" id="{9B81BBD6-5772-2082-A7D6-FFF5B49C89F8}"/>
              </a:ext>
            </a:extLst>
          </p:cNvPr>
          <p:cNvSpPr/>
          <p:nvPr/>
        </p:nvSpPr>
        <p:spPr>
          <a:xfrm rot="5400000">
            <a:off x="8088082" y="4818183"/>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sp>
        <p:nvSpPr>
          <p:cNvPr id="255" name="Rectangle: Rounded Corners 254">
            <a:extLst>
              <a:ext uri="{FF2B5EF4-FFF2-40B4-BE49-F238E27FC236}">
                <a16:creationId xmlns:a16="http://schemas.microsoft.com/office/drawing/2014/main" id="{DD4FF514-5534-43F4-89FA-7894AD6A259D}"/>
              </a:ext>
            </a:extLst>
          </p:cNvPr>
          <p:cNvSpPr/>
          <p:nvPr/>
        </p:nvSpPr>
        <p:spPr>
          <a:xfrm rot="5400000">
            <a:off x="8088082" y="5768138"/>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cxnSp>
        <p:nvCxnSpPr>
          <p:cNvPr id="384" name="Straight Arrow Connector 383">
            <a:extLst>
              <a:ext uri="{FF2B5EF4-FFF2-40B4-BE49-F238E27FC236}">
                <a16:creationId xmlns:a16="http://schemas.microsoft.com/office/drawing/2014/main" id="{4AACAA75-F3D7-084B-591D-B5F717C82097}"/>
              </a:ext>
            </a:extLst>
          </p:cNvPr>
          <p:cNvCxnSpPr>
            <a:cxnSpLocks/>
            <a:stCxn id="607" idx="1"/>
            <a:endCxn id="254" idx="0"/>
          </p:cNvCxnSpPr>
          <p:nvPr/>
        </p:nvCxnSpPr>
        <p:spPr>
          <a:xfrm flipH="1" flipV="1">
            <a:off x="8649209" y="5045779"/>
            <a:ext cx="874247" cy="715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5" name="Connector: Elbow 384">
            <a:extLst>
              <a:ext uri="{FF2B5EF4-FFF2-40B4-BE49-F238E27FC236}">
                <a16:creationId xmlns:a16="http://schemas.microsoft.com/office/drawing/2014/main" id="{51F3D0B4-EAC1-0CAE-3CED-118D8AD45E08}"/>
              </a:ext>
            </a:extLst>
          </p:cNvPr>
          <p:cNvCxnSpPr>
            <a:cxnSpLocks/>
            <a:stCxn id="414" idx="0"/>
            <a:endCxn id="607" idx="1"/>
          </p:cNvCxnSpPr>
          <p:nvPr/>
        </p:nvCxnSpPr>
        <p:spPr>
          <a:xfrm>
            <a:off x="8649209" y="4192469"/>
            <a:ext cx="874247" cy="860468"/>
          </a:xfrm>
          <a:prstGeom prst="bentConnector3">
            <a:avLst>
              <a:gd name="adj1" fmla="val 50000"/>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6" name="Connector: Elbow 385">
            <a:extLst>
              <a:ext uri="{FF2B5EF4-FFF2-40B4-BE49-F238E27FC236}">
                <a16:creationId xmlns:a16="http://schemas.microsoft.com/office/drawing/2014/main" id="{A60F447D-1453-C927-408C-98CB572E0D8C}"/>
              </a:ext>
            </a:extLst>
          </p:cNvPr>
          <p:cNvCxnSpPr>
            <a:cxnSpLocks/>
            <a:stCxn id="255" idx="0"/>
            <a:endCxn id="607" idx="1"/>
          </p:cNvCxnSpPr>
          <p:nvPr/>
        </p:nvCxnSpPr>
        <p:spPr>
          <a:xfrm flipV="1">
            <a:off x="8649209" y="5052937"/>
            <a:ext cx="874247" cy="942798"/>
          </a:xfrm>
          <a:prstGeom prst="bentConnector3">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7" name="TextBox 386">
            <a:extLst>
              <a:ext uri="{FF2B5EF4-FFF2-40B4-BE49-F238E27FC236}">
                <a16:creationId xmlns:a16="http://schemas.microsoft.com/office/drawing/2014/main" id="{F439D7CD-E213-18F9-AD65-9D7F3A6314EE}"/>
              </a:ext>
            </a:extLst>
          </p:cNvPr>
          <p:cNvSpPr txBox="1"/>
          <p:nvPr/>
        </p:nvSpPr>
        <p:spPr>
          <a:xfrm rot="5400000">
            <a:off x="8309838" y="5346031"/>
            <a:ext cx="366769" cy="3692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Neue Haas Grotesk Text Pro"/>
                <a:ea typeface="+mn-ea"/>
                <a:cs typeface="+mn-cs"/>
              </a:rPr>
              <a:t>…</a:t>
            </a:r>
          </a:p>
        </p:txBody>
      </p:sp>
      <p:grpSp>
        <p:nvGrpSpPr>
          <p:cNvPr id="388" name="Group 387">
            <a:extLst>
              <a:ext uri="{FF2B5EF4-FFF2-40B4-BE49-F238E27FC236}">
                <a16:creationId xmlns:a16="http://schemas.microsoft.com/office/drawing/2014/main" id="{2BC8DB57-7CFC-3810-268C-0A8967217748}"/>
              </a:ext>
            </a:extLst>
          </p:cNvPr>
          <p:cNvGrpSpPr/>
          <p:nvPr/>
        </p:nvGrpSpPr>
        <p:grpSpPr>
          <a:xfrm>
            <a:off x="7514202" y="4690811"/>
            <a:ext cx="674523" cy="275497"/>
            <a:chOff x="8197182" y="5756342"/>
            <a:chExt cx="1157443" cy="609600"/>
          </a:xfrm>
        </p:grpSpPr>
        <p:grpSp>
          <p:nvGrpSpPr>
            <p:cNvPr id="389" name="Group 388">
              <a:extLst>
                <a:ext uri="{FF2B5EF4-FFF2-40B4-BE49-F238E27FC236}">
                  <a16:creationId xmlns:a16="http://schemas.microsoft.com/office/drawing/2014/main" id="{8EFF61DC-15E5-093F-8676-7EC0B00A48AB}"/>
                </a:ext>
              </a:extLst>
            </p:cNvPr>
            <p:cNvGrpSpPr/>
            <p:nvPr/>
          </p:nvGrpSpPr>
          <p:grpSpPr>
            <a:xfrm>
              <a:off x="8197182" y="5756342"/>
              <a:ext cx="347133" cy="609600"/>
              <a:chOff x="6451600" y="4943545"/>
              <a:chExt cx="347133" cy="609600"/>
            </a:xfrm>
          </p:grpSpPr>
          <p:sp>
            <p:nvSpPr>
              <p:cNvPr id="391" name="Rectangle 390">
                <a:extLst>
                  <a:ext uri="{FF2B5EF4-FFF2-40B4-BE49-F238E27FC236}">
                    <a16:creationId xmlns:a16="http://schemas.microsoft.com/office/drawing/2014/main" id="{F60018DA-6BFD-0AB1-72FD-6C6C2D0A42E0}"/>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392" name="Group 391">
                <a:extLst>
                  <a:ext uri="{FF2B5EF4-FFF2-40B4-BE49-F238E27FC236}">
                    <a16:creationId xmlns:a16="http://schemas.microsoft.com/office/drawing/2014/main" id="{36E88861-D7CA-10BE-90DF-E690D97FAC61}"/>
                  </a:ext>
                </a:extLst>
              </p:cNvPr>
              <p:cNvGrpSpPr/>
              <p:nvPr/>
            </p:nvGrpSpPr>
            <p:grpSpPr>
              <a:xfrm>
                <a:off x="6499231" y="5022567"/>
                <a:ext cx="251871" cy="158491"/>
                <a:chOff x="6493933" y="5022567"/>
                <a:chExt cx="270933" cy="253998"/>
              </a:xfrm>
            </p:grpSpPr>
            <p:cxnSp>
              <p:nvCxnSpPr>
                <p:cNvPr id="394" name="Straight Connector 393">
                  <a:extLst>
                    <a:ext uri="{FF2B5EF4-FFF2-40B4-BE49-F238E27FC236}">
                      <a16:creationId xmlns:a16="http://schemas.microsoft.com/office/drawing/2014/main" id="{67CE48C8-0584-1103-C7C4-9310963D0372}"/>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6" name="Straight Connector 395">
                  <a:extLst>
                    <a:ext uri="{FF2B5EF4-FFF2-40B4-BE49-F238E27FC236}">
                      <a16:creationId xmlns:a16="http://schemas.microsoft.com/office/drawing/2014/main" id="{4545442C-E0F8-76DF-2B56-0176011D3A76}"/>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ABAB1713-297E-0F7D-8335-2A99D6D912F7}"/>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25A3FC3B-E614-7C89-5D44-D71352FD084A}"/>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90" name="Straight Connector 389">
              <a:extLst>
                <a:ext uri="{FF2B5EF4-FFF2-40B4-BE49-F238E27FC236}">
                  <a16:creationId xmlns:a16="http://schemas.microsoft.com/office/drawing/2014/main" id="{F638D9F0-360A-5B79-C52E-6F1583C0CAFD}"/>
                </a:ext>
              </a:extLst>
            </p:cNvPr>
            <p:cNvCxnSpPr>
              <a:cxnSpLocks/>
              <a:stCxn id="391"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0" name="Group 399">
            <a:extLst>
              <a:ext uri="{FF2B5EF4-FFF2-40B4-BE49-F238E27FC236}">
                <a16:creationId xmlns:a16="http://schemas.microsoft.com/office/drawing/2014/main" id="{B05B5C03-E5A0-482A-681E-31A9ABB59701}"/>
              </a:ext>
            </a:extLst>
          </p:cNvPr>
          <p:cNvGrpSpPr/>
          <p:nvPr/>
        </p:nvGrpSpPr>
        <p:grpSpPr>
          <a:xfrm>
            <a:off x="7508984" y="5124104"/>
            <a:ext cx="684958" cy="275497"/>
            <a:chOff x="8857587" y="5761985"/>
            <a:chExt cx="1175349" cy="609600"/>
          </a:xfrm>
        </p:grpSpPr>
        <p:grpSp>
          <p:nvGrpSpPr>
            <p:cNvPr id="401" name="Group 400">
              <a:extLst>
                <a:ext uri="{FF2B5EF4-FFF2-40B4-BE49-F238E27FC236}">
                  <a16:creationId xmlns:a16="http://schemas.microsoft.com/office/drawing/2014/main" id="{A5C9E8B5-3C7E-773A-5DC5-1EA6D44E05E6}"/>
                </a:ext>
              </a:extLst>
            </p:cNvPr>
            <p:cNvGrpSpPr/>
            <p:nvPr/>
          </p:nvGrpSpPr>
          <p:grpSpPr>
            <a:xfrm>
              <a:off x="8857587" y="5761985"/>
              <a:ext cx="347133" cy="609600"/>
              <a:chOff x="6451600" y="4943545"/>
              <a:chExt cx="347133" cy="609600"/>
            </a:xfrm>
          </p:grpSpPr>
          <p:sp>
            <p:nvSpPr>
              <p:cNvPr id="403" name="Rectangle 402">
                <a:extLst>
                  <a:ext uri="{FF2B5EF4-FFF2-40B4-BE49-F238E27FC236}">
                    <a16:creationId xmlns:a16="http://schemas.microsoft.com/office/drawing/2014/main" id="{66B7C6C5-2E28-2CFA-E64B-B0DF5269D1A2}"/>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404" name="Group 403">
                <a:extLst>
                  <a:ext uri="{FF2B5EF4-FFF2-40B4-BE49-F238E27FC236}">
                    <a16:creationId xmlns:a16="http://schemas.microsoft.com/office/drawing/2014/main" id="{0B0E5F2D-4A83-D24C-B6F6-44513F374E54}"/>
                  </a:ext>
                </a:extLst>
              </p:cNvPr>
              <p:cNvGrpSpPr/>
              <p:nvPr/>
            </p:nvGrpSpPr>
            <p:grpSpPr>
              <a:xfrm>
                <a:off x="6499231" y="5022567"/>
                <a:ext cx="251871" cy="158491"/>
                <a:chOff x="6493933" y="5022567"/>
                <a:chExt cx="270933" cy="253998"/>
              </a:xfrm>
            </p:grpSpPr>
            <p:cxnSp>
              <p:nvCxnSpPr>
                <p:cNvPr id="405" name="Straight Connector 404">
                  <a:extLst>
                    <a:ext uri="{FF2B5EF4-FFF2-40B4-BE49-F238E27FC236}">
                      <a16:creationId xmlns:a16="http://schemas.microsoft.com/office/drawing/2014/main" id="{745AF0AB-4BF2-0F88-03FC-702DA8687E3D}"/>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2274C778-B889-EE34-891B-DC884FBF4C51}"/>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40B406A2-AD49-A379-0FCF-0D44DA5AFF53}"/>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D2FBDF6F-9825-B0EE-4FCE-00BD76B66235}"/>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402" name="Straight Connector 401">
              <a:extLst>
                <a:ext uri="{FF2B5EF4-FFF2-40B4-BE49-F238E27FC236}">
                  <a16:creationId xmlns:a16="http://schemas.microsoft.com/office/drawing/2014/main" id="{CF6919C2-8125-70FE-B379-231257558298}"/>
                </a:ext>
              </a:extLst>
            </p:cNvPr>
            <p:cNvCxnSpPr>
              <a:cxnSpLocks/>
              <a:stCxn id="403"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9" name="TextBox 408">
            <a:extLst>
              <a:ext uri="{FF2B5EF4-FFF2-40B4-BE49-F238E27FC236}">
                <a16:creationId xmlns:a16="http://schemas.microsoft.com/office/drawing/2014/main" id="{6C3A9578-5536-103C-E871-69297F29A019}"/>
              </a:ext>
            </a:extLst>
          </p:cNvPr>
          <p:cNvSpPr txBox="1"/>
          <p:nvPr/>
        </p:nvSpPr>
        <p:spPr>
          <a:xfrm rot="5400000">
            <a:off x="7517480" y="4913998"/>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410" name="TextBox 409">
            <a:extLst>
              <a:ext uri="{FF2B5EF4-FFF2-40B4-BE49-F238E27FC236}">
                <a16:creationId xmlns:a16="http://schemas.microsoft.com/office/drawing/2014/main" id="{E5820376-7081-511E-4938-3F5662E3AB08}"/>
              </a:ext>
            </a:extLst>
          </p:cNvPr>
          <p:cNvSpPr txBox="1"/>
          <p:nvPr/>
        </p:nvSpPr>
        <p:spPr>
          <a:xfrm>
            <a:off x="6863536" y="4710183"/>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411" name="TextBox 410">
            <a:extLst>
              <a:ext uri="{FF2B5EF4-FFF2-40B4-BE49-F238E27FC236}">
                <a16:creationId xmlns:a16="http://schemas.microsoft.com/office/drawing/2014/main" id="{45736FEA-E392-5A69-382E-64A0A20ADCA0}"/>
              </a:ext>
            </a:extLst>
          </p:cNvPr>
          <p:cNvSpPr txBox="1"/>
          <p:nvPr/>
        </p:nvSpPr>
        <p:spPr>
          <a:xfrm>
            <a:off x="6843499" y="5153272"/>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412" name="TextBox 411">
            <a:extLst>
              <a:ext uri="{FF2B5EF4-FFF2-40B4-BE49-F238E27FC236}">
                <a16:creationId xmlns:a16="http://schemas.microsoft.com/office/drawing/2014/main" id="{C346F897-1BC9-1FA5-68EE-91BC53B71CEE}"/>
              </a:ext>
            </a:extLst>
          </p:cNvPr>
          <p:cNvSpPr txBox="1"/>
          <p:nvPr/>
        </p:nvSpPr>
        <p:spPr>
          <a:xfrm rot="5400000">
            <a:off x="9346326" y="4934062"/>
            <a:ext cx="5725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Splitter</a:t>
            </a:r>
          </a:p>
        </p:txBody>
      </p:sp>
      <p:sp>
        <p:nvSpPr>
          <p:cNvPr id="413" name="TextBox 412">
            <a:extLst>
              <a:ext uri="{FF2B5EF4-FFF2-40B4-BE49-F238E27FC236}">
                <a16:creationId xmlns:a16="http://schemas.microsoft.com/office/drawing/2014/main" id="{9E835CD6-784E-905D-1885-0BCC8DF2DEEE}"/>
              </a:ext>
            </a:extLst>
          </p:cNvPr>
          <p:cNvSpPr txBox="1"/>
          <p:nvPr/>
        </p:nvSpPr>
        <p:spPr>
          <a:xfrm>
            <a:off x="8125751" y="4959289"/>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ONU-2</a:t>
            </a:r>
          </a:p>
        </p:txBody>
      </p:sp>
      <p:sp>
        <p:nvSpPr>
          <p:cNvPr id="414" name="Rectangle: Rounded Corners 413">
            <a:extLst>
              <a:ext uri="{FF2B5EF4-FFF2-40B4-BE49-F238E27FC236}">
                <a16:creationId xmlns:a16="http://schemas.microsoft.com/office/drawing/2014/main" id="{05ACC8F5-7326-2610-EF3A-F884DC24B0E0}"/>
              </a:ext>
            </a:extLst>
          </p:cNvPr>
          <p:cNvSpPr/>
          <p:nvPr/>
        </p:nvSpPr>
        <p:spPr>
          <a:xfrm rot="5400000">
            <a:off x="8088082" y="3964873"/>
            <a:ext cx="667061" cy="455192"/>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415" name="Group 414">
            <a:extLst>
              <a:ext uri="{FF2B5EF4-FFF2-40B4-BE49-F238E27FC236}">
                <a16:creationId xmlns:a16="http://schemas.microsoft.com/office/drawing/2014/main" id="{6EB093E1-62BB-7800-33AF-592DCCA98102}"/>
              </a:ext>
            </a:extLst>
          </p:cNvPr>
          <p:cNvGrpSpPr/>
          <p:nvPr/>
        </p:nvGrpSpPr>
        <p:grpSpPr>
          <a:xfrm>
            <a:off x="7514202" y="3837501"/>
            <a:ext cx="674523" cy="275497"/>
            <a:chOff x="8197182" y="5756342"/>
            <a:chExt cx="1157443" cy="609600"/>
          </a:xfrm>
        </p:grpSpPr>
        <p:grpSp>
          <p:nvGrpSpPr>
            <p:cNvPr id="416" name="Group 415">
              <a:extLst>
                <a:ext uri="{FF2B5EF4-FFF2-40B4-BE49-F238E27FC236}">
                  <a16:creationId xmlns:a16="http://schemas.microsoft.com/office/drawing/2014/main" id="{799EDCDD-1F5C-470B-AE3A-19F5BF081FB3}"/>
                </a:ext>
              </a:extLst>
            </p:cNvPr>
            <p:cNvGrpSpPr/>
            <p:nvPr/>
          </p:nvGrpSpPr>
          <p:grpSpPr>
            <a:xfrm>
              <a:off x="8197182" y="5756342"/>
              <a:ext cx="347133" cy="609600"/>
              <a:chOff x="6451600" y="4943545"/>
              <a:chExt cx="347133" cy="609600"/>
            </a:xfrm>
          </p:grpSpPr>
          <p:sp>
            <p:nvSpPr>
              <p:cNvPr id="418" name="Rectangle 417">
                <a:extLst>
                  <a:ext uri="{FF2B5EF4-FFF2-40B4-BE49-F238E27FC236}">
                    <a16:creationId xmlns:a16="http://schemas.microsoft.com/office/drawing/2014/main" id="{247353D6-B7E6-CA98-BD28-4A79407B2F15}"/>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419" name="Group 418">
                <a:extLst>
                  <a:ext uri="{FF2B5EF4-FFF2-40B4-BE49-F238E27FC236}">
                    <a16:creationId xmlns:a16="http://schemas.microsoft.com/office/drawing/2014/main" id="{F21E9286-FEDD-4D19-FA72-7E752CBA6C8E}"/>
                  </a:ext>
                </a:extLst>
              </p:cNvPr>
              <p:cNvGrpSpPr/>
              <p:nvPr/>
            </p:nvGrpSpPr>
            <p:grpSpPr>
              <a:xfrm>
                <a:off x="6499231" y="5022567"/>
                <a:ext cx="251871" cy="158491"/>
                <a:chOff x="6493933" y="5022567"/>
                <a:chExt cx="270933" cy="253998"/>
              </a:xfrm>
            </p:grpSpPr>
            <p:cxnSp>
              <p:nvCxnSpPr>
                <p:cNvPr id="420" name="Straight Connector 419">
                  <a:extLst>
                    <a:ext uri="{FF2B5EF4-FFF2-40B4-BE49-F238E27FC236}">
                      <a16:creationId xmlns:a16="http://schemas.microsoft.com/office/drawing/2014/main" id="{52F0F1C8-4486-C971-6138-290A6607CABD}"/>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CFF2E26B-3369-306C-3A62-CD91CAE9E660}"/>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57F4E268-FFE9-C16C-2F2D-80F202830BAF}"/>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6EE8C529-6D2B-DA2B-61FB-CA70863E7C92}"/>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417" name="Straight Connector 416">
              <a:extLst>
                <a:ext uri="{FF2B5EF4-FFF2-40B4-BE49-F238E27FC236}">
                  <a16:creationId xmlns:a16="http://schemas.microsoft.com/office/drawing/2014/main" id="{D9BD33B6-387F-8CA2-E048-17E216AF9435}"/>
                </a:ext>
              </a:extLst>
            </p:cNvPr>
            <p:cNvCxnSpPr>
              <a:cxnSpLocks/>
              <a:stCxn id="418"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4" name="Group 423">
            <a:extLst>
              <a:ext uri="{FF2B5EF4-FFF2-40B4-BE49-F238E27FC236}">
                <a16:creationId xmlns:a16="http://schemas.microsoft.com/office/drawing/2014/main" id="{655BAA5D-2CAB-E9D0-C23C-EB4234B3B772}"/>
              </a:ext>
            </a:extLst>
          </p:cNvPr>
          <p:cNvGrpSpPr/>
          <p:nvPr/>
        </p:nvGrpSpPr>
        <p:grpSpPr>
          <a:xfrm>
            <a:off x="7508984" y="4270794"/>
            <a:ext cx="684958" cy="275497"/>
            <a:chOff x="8857587" y="5761985"/>
            <a:chExt cx="1175349" cy="609600"/>
          </a:xfrm>
        </p:grpSpPr>
        <p:grpSp>
          <p:nvGrpSpPr>
            <p:cNvPr id="425" name="Group 424">
              <a:extLst>
                <a:ext uri="{FF2B5EF4-FFF2-40B4-BE49-F238E27FC236}">
                  <a16:creationId xmlns:a16="http://schemas.microsoft.com/office/drawing/2014/main" id="{E038A11D-32A4-9F0B-5D94-5B331041F805}"/>
                </a:ext>
              </a:extLst>
            </p:cNvPr>
            <p:cNvGrpSpPr/>
            <p:nvPr/>
          </p:nvGrpSpPr>
          <p:grpSpPr>
            <a:xfrm>
              <a:off x="8857587" y="5761985"/>
              <a:ext cx="347133" cy="609600"/>
              <a:chOff x="6451600" y="4943545"/>
              <a:chExt cx="347133" cy="609600"/>
            </a:xfrm>
          </p:grpSpPr>
          <p:sp>
            <p:nvSpPr>
              <p:cNvPr id="431" name="Rectangle 430">
                <a:extLst>
                  <a:ext uri="{FF2B5EF4-FFF2-40B4-BE49-F238E27FC236}">
                    <a16:creationId xmlns:a16="http://schemas.microsoft.com/office/drawing/2014/main" id="{CD0EFF8E-BC6D-634A-7423-4BB37B094FA5}"/>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576" name="Group 575">
                <a:extLst>
                  <a:ext uri="{FF2B5EF4-FFF2-40B4-BE49-F238E27FC236}">
                    <a16:creationId xmlns:a16="http://schemas.microsoft.com/office/drawing/2014/main" id="{D8BBCE5E-7E09-F5B2-2B02-E5DA33553583}"/>
                  </a:ext>
                </a:extLst>
              </p:cNvPr>
              <p:cNvGrpSpPr/>
              <p:nvPr/>
            </p:nvGrpSpPr>
            <p:grpSpPr>
              <a:xfrm>
                <a:off x="6499231" y="5022567"/>
                <a:ext cx="251871" cy="158491"/>
                <a:chOff x="6493933" y="5022567"/>
                <a:chExt cx="270933" cy="253998"/>
              </a:xfrm>
            </p:grpSpPr>
            <p:cxnSp>
              <p:nvCxnSpPr>
                <p:cNvPr id="577" name="Straight Connector 576">
                  <a:extLst>
                    <a:ext uri="{FF2B5EF4-FFF2-40B4-BE49-F238E27FC236}">
                      <a16:creationId xmlns:a16="http://schemas.microsoft.com/office/drawing/2014/main" id="{10070B17-74B1-8DDE-D332-C17BDC510298}"/>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0274DDB0-42D4-5659-3D48-3B58F765BE7D}"/>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3409417D-6AEA-A5A7-0D52-063D75C04E86}"/>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9EA94CCD-6F10-0CF1-20F3-5CCE6268D078}"/>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426" name="Straight Connector 425">
              <a:extLst>
                <a:ext uri="{FF2B5EF4-FFF2-40B4-BE49-F238E27FC236}">
                  <a16:creationId xmlns:a16="http://schemas.microsoft.com/office/drawing/2014/main" id="{1681CC8E-6F27-EA88-B104-9AED5BF5EA19}"/>
                </a:ext>
              </a:extLst>
            </p:cNvPr>
            <p:cNvCxnSpPr>
              <a:cxnSpLocks/>
              <a:stCxn id="431"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81" name="TextBox 580">
            <a:extLst>
              <a:ext uri="{FF2B5EF4-FFF2-40B4-BE49-F238E27FC236}">
                <a16:creationId xmlns:a16="http://schemas.microsoft.com/office/drawing/2014/main" id="{91C3ECBD-3B22-D461-ED11-1BB0E486573E}"/>
              </a:ext>
            </a:extLst>
          </p:cNvPr>
          <p:cNvSpPr txBox="1"/>
          <p:nvPr/>
        </p:nvSpPr>
        <p:spPr>
          <a:xfrm rot="5400000">
            <a:off x="7517480" y="4060688"/>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582" name="TextBox 581">
            <a:extLst>
              <a:ext uri="{FF2B5EF4-FFF2-40B4-BE49-F238E27FC236}">
                <a16:creationId xmlns:a16="http://schemas.microsoft.com/office/drawing/2014/main" id="{EA6F0A2D-A9FF-0B33-C725-FAFBA5D2FA2F}"/>
              </a:ext>
            </a:extLst>
          </p:cNvPr>
          <p:cNvSpPr txBox="1"/>
          <p:nvPr/>
        </p:nvSpPr>
        <p:spPr>
          <a:xfrm>
            <a:off x="6863536" y="3856873"/>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583" name="TextBox 582">
            <a:extLst>
              <a:ext uri="{FF2B5EF4-FFF2-40B4-BE49-F238E27FC236}">
                <a16:creationId xmlns:a16="http://schemas.microsoft.com/office/drawing/2014/main" id="{425F4221-1C19-EAA2-41C9-B64E1FDF493B}"/>
              </a:ext>
            </a:extLst>
          </p:cNvPr>
          <p:cNvSpPr txBox="1"/>
          <p:nvPr/>
        </p:nvSpPr>
        <p:spPr>
          <a:xfrm>
            <a:off x="6843499" y="4299962"/>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584" name="TextBox 583">
            <a:extLst>
              <a:ext uri="{FF2B5EF4-FFF2-40B4-BE49-F238E27FC236}">
                <a16:creationId xmlns:a16="http://schemas.microsoft.com/office/drawing/2014/main" id="{F34764E9-1E13-946F-B225-7FB96C1AC340}"/>
              </a:ext>
            </a:extLst>
          </p:cNvPr>
          <p:cNvSpPr txBox="1"/>
          <p:nvPr/>
        </p:nvSpPr>
        <p:spPr>
          <a:xfrm>
            <a:off x="8125751" y="4105980"/>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ONU-1</a:t>
            </a:r>
          </a:p>
        </p:txBody>
      </p:sp>
      <p:grpSp>
        <p:nvGrpSpPr>
          <p:cNvPr id="585" name="Group 584">
            <a:extLst>
              <a:ext uri="{FF2B5EF4-FFF2-40B4-BE49-F238E27FC236}">
                <a16:creationId xmlns:a16="http://schemas.microsoft.com/office/drawing/2014/main" id="{9922C881-4E30-0E07-7DD1-27B6F0755ED2}"/>
              </a:ext>
            </a:extLst>
          </p:cNvPr>
          <p:cNvGrpSpPr/>
          <p:nvPr/>
        </p:nvGrpSpPr>
        <p:grpSpPr>
          <a:xfrm>
            <a:off x="7514202" y="5653754"/>
            <a:ext cx="674523" cy="275497"/>
            <a:chOff x="8197182" y="5756342"/>
            <a:chExt cx="1157443" cy="609600"/>
          </a:xfrm>
        </p:grpSpPr>
        <p:grpSp>
          <p:nvGrpSpPr>
            <p:cNvPr id="586" name="Group 585">
              <a:extLst>
                <a:ext uri="{FF2B5EF4-FFF2-40B4-BE49-F238E27FC236}">
                  <a16:creationId xmlns:a16="http://schemas.microsoft.com/office/drawing/2014/main" id="{6C1C41E5-F5D0-E418-5873-D37830EB5E5F}"/>
                </a:ext>
              </a:extLst>
            </p:cNvPr>
            <p:cNvGrpSpPr/>
            <p:nvPr/>
          </p:nvGrpSpPr>
          <p:grpSpPr>
            <a:xfrm>
              <a:off x="8197182" y="5756342"/>
              <a:ext cx="347133" cy="609600"/>
              <a:chOff x="6451600" y="4943545"/>
              <a:chExt cx="347133" cy="609600"/>
            </a:xfrm>
          </p:grpSpPr>
          <p:sp>
            <p:nvSpPr>
              <p:cNvPr id="588" name="Rectangle 587">
                <a:extLst>
                  <a:ext uri="{FF2B5EF4-FFF2-40B4-BE49-F238E27FC236}">
                    <a16:creationId xmlns:a16="http://schemas.microsoft.com/office/drawing/2014/main" id="{5473B84D-3025-6C09-D97D-957614AF7A97}"/>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589" name="Group 588">
                <a:extLst>
                  <a:ext uri="{FF2B5EF4-FFF2-40B4-BE49-F238E27FC236}">
                    <a16:creationId xmlns:a16="http://schemas.microsoft.com/office/drawing/2014/main" id="{BA731C55-A0A1-E186-8123-BB83D56EA50A}"/>
                  </a:ext>
                </a:extLst>
              </p:cNvPr>
              <p:cNvGrpSpPr/>
              <p:nvPr/>
            </p:nvGrpSpPr>
            <p:grpSpPr>
              <a:xfrm>
                <a:off x="6499231" y="5022567"/>
                <a:ext cx="251871" cy="158491"/>
                <a:chOff x="6493933" y="5022567"/>
                <a:chExt cx="270933" cy="253998"/>
              </a:xfrm>
            </p:grpSpPr>
            <p:cxnSp>
              <p:nvCxnSpPr>
                <p:cNvPr id="590" name="Straight Connector 589">
                  <a:extLst>
                    <a:ext uri="{FF2B5EF4-FFF2-40B4-BE49-F238E27FC236}">
                      <a16:creationId xmlns:a16="http://schemas.microsoft.com/office/drawing/2014/main" id="{31A2D2A0-25A1-6605-2848-79A6BE15F4E9}"/>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B679C232-0BD5-A77A-686F-96C4FDE52FA2}"/>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9DA7E1E5-9835-32A8-79C1-EB9D5B29B009}"/>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46E2DE5D-0CDA-F370-71E5-76646508FDBC}"/>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587" name="Straight Connector 586">
              <a:extLst>
                <a:ext uri="{FF2B5EF4-FFF2-40B4-BE49-F238E27FC236}">
                  <a16:creationId xmlns:a16="http://schemas.microsoft.com/office/drawing/2014/main" id="{A0263844-EA10-1476-5471-0365405BD00C}"/>
                </a:ext>
              </a:extLst>
            </p:cNvPr>
            <p:cNvCxnSpPr>
              <a:cxnSpLocks/>
              <a:stCxn id="588" idx="3"/>
            </p:cNvCxnSpPr>
            <p:nvPr/>
          </p:nvCxnSpPr>
          <p:spPr>
            <a:xfrm>
              <a:off x="8544315" y="6061142"/>
              <a:ext cx="810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4" name="Group 593">
            <a:extLst>
              <a:ext uri="{FF2B5EF4-FFF2-40B4-BE49-F238E27FC236}">
                <a16:creationId xmlns:a16="http://schemas.microsoft.com/office/drawing/2014/main" id="{0EBF7982-DC1B-8EAF-5A93-A60C1AB5EFD6}"/>
              </a:ext>
            </a:extLst>
          </p:cNvPr>
          <p:cNvGrpSpPr/>
          <p:nvPr/>
        </p:nvGrpSpPr>
        <p:grpSpPr>
          <a:xfrm>
            <a:off x="7508984" y="6087047"/>
            <a:ext cx="684958" cy="275497"/>
            <a:chOff x="8857587" y="5761985"/>
            <a:chExt cx="1175349" cy="609600"/>
          </a:xfrm>
        </p:grpSpPr>
        <p:grpSp>
          <p:nvGrpSpPr>
            <p:cNvPr id="595" name="Group 594">
              <a:extLst>
                <a:ext uri="{FF2B5EF4-FFF2-40B4-BE49-F238E27FC236}">
                  <a16:creationId xmlns:a16="http://schemas.microsoft.com/office/drawing/2014/main" id="{8B748293-23A1-B950-FCB8-594E0BE1D496}"/>
                </a:ext>
              </a:extLst>
            </p:cNvPr>
            <p:cNvGrpSpPr/>
            <p:nvPr/>
          </p:nvGrpSpPr>
          <p:grpSpPr>
            <a:xfrm>
              <a:off x="8857587" y="5761985"/>
              <a:ext cx="347133" cy="609600"/>
              <a:chOff x="6451600" y="4943545"/>
              <a:chExt cx="347133" cy="609600"/>
            </a:xfrm>
          </p:grpSpPr>
          <p:sp>
            <p:nvSpPr>
              <p:cNvPr id="597" name="Rectangle 596">
                <a:extLst>
                  <a:ext uri="{FF2B5EF4-FFF2-40B4-BE49-F238E27FC236}">
                    <a16:creationId xmlns:a16="http://schemas.microsoft.com/office/drawing/2014/main" id="{EABA72FC-A95A-5514-3702-F50AB2FF7D24}"/>
                  </a:ext>
                </a:extLst>
              </p:cNvPr>
              <p:cNvSpPr/>
              <p:nvPr/>
            </p:nvSpPr>
            <p:spPr>
              <a:xfrm>
                <a:off x="6451600" y="4943545"/>
                <a:ext cx="347133" cy="60960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Neue Haas Grotesk Text Pro"/>
                  <a:ea typeface="+mn-ea"/>
                  <a:cs typeface="+mn-cs"/>
                </a:endParaRPr>
              </a:p>
            </p:txBody>
          </p:sp>
          <p:grpSp>
            <p:nvGrpSpPr>
              <p:cNvPr id="598" name="Group 597">
                <a:extLst>
                  <a:ext uri="{FF2B5EF4-FFF2-40B4-BE49-F238E27FC236}">
                    <a16:creationId xmlns:a16="http://schemas.microsoft.com/office/drawing/2014/main" id="{A6EE7A2C-478E-0BE3-D934-BE652087B835}"/>
                  </a:ext>
                </a:extLst>
              </p:cNvPr>
              <p:cNvGrpSpPr/>
              <p:nvPr/>
            </p:nvGrpSpPr>
            <p:grpSpPr>
              <a:xfrm>
                <a:off x="6499231" y="5022567"/>
                <a:ext cx="251871" cy="158491"/>
                <a:chOff x="6493933" y="5022567"/>
                <a:chExt cx="270933" cy="253998"/>
              </a:xfrm>
            </p:grpSpPr>
            <p:cxnSp>
              <p:nvCxnSpPr>
                <p:cNvPr id="599" name="Straight Connector 598">
                  <a:extLst>
                    <a:ext uri="{FF2B5EF4-FFF2-40B4-BE49-F238E27FC236}">
                      <a16:creationId xmlns:a16="http://schemas.microsoft.com/office/drawing/2014/main" id="{1F2FA87B-E69F-12E8-47F7-B47406578901}"/>
                    </a:ext>
                  </a:extLst>
                </p:cNvPr>
                <p:cNvCxnSpPr>
                  <a:cxnSpLocks/>
                </p:cNvCxnSpPr>
                <p:nvPr/>
              </p:nvCxnSpPr>
              <p:spPr>
                <a:xfrm>
                  <a:off x="6493933" y="5022567"/>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0" name="Straight Connector 599">
                  <a:extLst>
                    <a:ext uri="{FF2B5EF4-FFF2-40B4-BE49-F238E27FC236}">
                      <a16:creationId xmlns:a16="http://schemas.microsoft.com/office/drawing/2014/main" id="{C6856189-F785-C324-B332-5C637D8AD51B}"/>
                    </a:ext>
                  </a:extLst>
                </p:cNvPr>
                <p:cNvCxnSpPr>
                  <a:cxnSpLocks/>
                </p:cNvCxnSpPr>
                <p:nvPr/>
              </p:nvCxnSpPr>
              <p:spPr>
                <a:xfrm>
                  <a:off x="6493933" y="5107233"/>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1" name="Straight Connector 600">
                  <a:extLst>
                    <a:ext uri="{FF2B5EF4-FFF2-40B4-BE49-F238E27FC236}">
                      <a16:creationId xmlns:a16="http://schemas.microsoft.com/office/drawing/2014/main" id="{91F2B011-402D-84CD-92BC-76FF7E603B76}"/>
                    </a:ext>
                  </a:extLst>
                </p:cNvPr>
                <p:cNvCxnSpPr>
                  <a:cxnSpLocks/>
                </p:cNvCxnSpPr>
                <p:nvPr/>
              </p:nvCxnSpPr>
              <p:spPr>
                <a:xfrm>
                  <a:off x="6493933" y="5191899"/>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2" name="Straight Connector 601">
                  <a:extLst>
                    <a:ext uri="{FF2B5EF4-FFF2-40B4-BE49-F238E27FC236}">
                      <a16:creationId xmlns:a16="http://schemas.microsoft.com/office/drawing/2014/main" id="{7C0A3983-5B55-80CF-9675-B42A7F27C3B0}"/>
                    </a:ext>
                  </a:extLst>
                </p:cNvPr>
                <p:cNvCxnSpPr>
                  <a:cxnSpLocks/>
                </p:cNvCxnSpPr>
                <p:nvPr/>
              </p:nvCxnSpPr>
              <p:spPr>
                <a:xfrm>
                  <a:off x="6493933" y="5276565"/>
                  <a:ext cx="2709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596" name="Straight Connector 595">
              <a:extLst>
                <a:ext uri="{FF2B5EF4-FFF2-40B4-BE49-F238E27FC236}">
                  <a16:creationId xmlns:a16="http://schemas.microsoft.com/office/drawing/2014/main" id="{07331B86-FF71-C303-BEB2-F42FAA36744E}"/>
                </a:ext>
              </a:extLst>
            </p:cNvPr>
            <p:cNvCxnSpPr>
              <a:cxnSpLocks/>
              <a:stCxn id="597" idx="3"/>
            </p:cNvCxnSpPr>
            <p:nvPr/>
          </p:nvCxnSpPr>
          <p:spPr>
            <a:xfrm>
              <a:off x="9204720" y="6066785"/>
              <a:ext cx="828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03" name="TextBox 602">
            <a:extLst>
              <a:ext uri="{FF2B5EF4-FFF2-40B4-BE49-F238E27FC236}">
                <a16:creationId xmlns:a16="http://schemas.microsoft.com/office/drawing/2014/main" id="{DC9042CE-7ABF-BBC3-F7AE-DBA278893CB6}"/>
              </a:ext>
            </a:extLst>
          </p:cNvPr>
          <p:cNvSpPr txBox="1"/>
          <p:nvPr/>
        </p:nvSpPr>
        <p:spPr>
          <a:xfrm rot="5400000">
            <a:off x="7517480" y="5876941"/>
            <a:ext cx="2840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Neue Haas Grotesk Text Pro"/>
                <a:ea typeface="+mn-ea"/>
                <a:cs typeface="+mn-cs"/>
              </a:rPr>
              <a:t>…</a:t>
            </a:r>
          </a:p>
        </p:txBody>
      </p:sp>
      <p:sp>
        <p:nvSpPr>
          <p:cNvPr id="604" name="TextBox 603">
            <a:extLst>
              <a:ext uri="{FF2B5EF4-FFF2-40B4-BE49-F238E27FC236}">
                <a16:creationId xmlns:a16="http://schemas.microsoft.com/office/drawing/2014/main" id="{E4F02BF7-CDF4-E74E-3E40-FEA52E127DF1}"/>
              </a:ext>
            </a:extLst>
          </p:cNvPr>
          <p:cNvSpPr txBox="1"/>
          <p:nvPr/>
        </p:nvSpPr>
        <p:spPr>
          <a:xfrm>
            <a:off x="6863536" y="5673126"/>
            <a:ext cx="639920"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Device-1</a:t>
            </a:r>
          </a:p>
        </p:txBody>
      </p:sp>
      <p:sp>
        <p:nvSpPr>
          <p:cNvPr id="605" name="TextBox 604">
            <a:extLst>
              <a:ext uri="{FF2B5EF4-FFF2-40B4-BE49-F238E27FC236}">
                <a16:creationId xmlns:a16="http://schemas.microsoft.com/office/drawing/2014/main" id="{ABB73BFB-81AA-4E1D-C718-8982AF6D7640}"/>
              </a:ext>
            </a:extLst>
          </p:cNvPr>
          <p:cNvSpPr txBox="1"/>
          <p:nvPr/>
        </p:nvSpPr>
        <p:spPr>
          <a:xfrm>
            <a:off x="6843499" y="6116215"/>
            <a:ext cx="679994"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Device-N</a:t>
            </a:r>
          </a:p>
        </p:txBody>
      </p:sp>
      <p:sp>
        <p:nvSpPr>
          <p:cNvPr id="606" name="TextBox 605">
            <a:extLst>
              <a:ext uri="{FF2B5EF4-FFF2-40B4-BE49-F238E27FC236}">
                <a16:creationId xmlns:a16="http://schemas.microsoft.com/office/drawing/2014/main" id="{0D059F1D-5F8E-BA6F-598A-D924DFD72CA3}"/>
              </a:ext>
            </a:extLst>
          </p:cNvPr>
          <p:cNvSpPr txBox="1"/>
          <p:nvPr/>
        </p:nvSpPr>
        <p:spPr>
          <a:xfrm>
            <a:off x="8125751" y="5917463"/>
            <a:ext cx="591724" cy="168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Neue Haas Grotesk Text Pro"/>
                <a:ea typeface="+mn-ea"/>
                <a:cs typeface="+mn-cs"/>
              </a:rPr>
              <a:t>ONU-N</a:t>
            </a:r>
          </a:p>
        </p:txBody>
      </p:sp>
      <p:sp>
        <p:nvSpPr>
          <p:cNvPr id="607" name="Rectangle 606">
            <a:extLst>
              <a:ext uri="{FF2B5EF4-FFF2-40B4-BE49-F238E27FC236}">
                <a16:creationId xmlns:a16="http://schemas.microsoft.com/office/drawing/2014/main" id="{D2A2A7F7-48D8-DFA2-8343-79963D6DBC7F}"/>
              </a:ext>
            </a:extLst>
          </p:cNvPr>
          <p:cNvSpPr/>
          <p:nvPr/>
        </p:nvSpPr>
        <p:spPr>
          <a:xfrm>
            <a:off x="9523456" y="4974262"/>
            <a:ext cx="135695" cy="1573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608" name="Freeform: Shape 607">
            <a:extLst>
              <a:ext uri="{FF2B5EF4-FFF2-40B4-BE49-F238E27FC236}">
                <a16:creationId xmlns:a16="http://schemas.microsoft.com/office/drawing/2014/main" id="{FF5A2C17-D4BA-0812-D0EC-5397DE5D42A4}"/>
              </a:ext>
            </a:extLst>
          </p:cNvPr>
          <p:cNvSpPr/>
          <p:nvPr/>
        </p:nvSpPr>
        <p:spPr>
          <a:xfrm>
            <a:off x="7632168" y="3925290"/>
            <a:ext cx="4872088" cy="1862279"/>
          </a:xfrm>
          <a:custGeom>
            <a:avLst/>
            <a:gdLst>
              <a:gd name="csX0" fmla="*/ 7869600 w 7869600"/>
              <a:gd name="csY0" fmla="*/ 1389600 h 1389600"/>
              <a:gd name="csX1" fmla="*/ 6458400 w 7869600"/>
              <a:gd name="csY1" fmla="*/ 864000 h 1389600"/>
              <a:gd name="csX2" fmla="*/ 5450400 w 7869600"/>
              <a:gd name="csY2" fmla="*/ 475200 h 1389600"/>
              <a:gd name="csX3" fmla="*/ 4773600 w 7869600"/>
              <a:gd name="csY3" fmla="*/ 540000 h 1389600"/>
              <a:gd name="csX4" fmla="*/ 3506400 w 7869600"/>
              <a:gd name="csY4" fmla="*/ 583200 h 1389600"/>
              <a:gd name="csX5" fmla="*/ 2001600 w 7869600"/>
              <a:gd name="csY5" fmla="*/ 590400 h 1389600"/>
              <a:gd name="csX6" fmla="*/ 1526400 w 7869600"/>
              <a:gd name="csY6" fmla="*/ 547200 h 1389600"/>
              <a:gd name="csX7" fmla="*/ 655200 w 7869600"/>
              <a:gd name="csY7" fmla="*/ 180000 h 1389600"/>
              <a:gd name="csX8" fmla="*/ 0 w 7869600"/>
              <a:gd name="csY8" fmla="*/ 0 h 1389600"/>
              <a:gd name="csX0" fmla="*/ 7696800 w 7696800"/>
              <a:gd name="csY0" fmla="*/ 1296000 h 1296000"/>
              <a:gd name="csX1" fmla="*/ 6458400 w 7696800"/>
              <a:gd name="csY1" fmla="*/ 864000 h 1296000"/>
              <a:gd name="csX2" fmla="*/ 5450400 w 7696800"/>
              <a:gd name="csY2" fmla="*/ 475200 h 1296000"/>
              <a:gd name="csX3" fmla="*/ 4773600 w 7696800"/>
              <a:gd name="csY3" fmla="*/ 540000 h 1296000"/>
              <a:gd name="csX4" fmla="*/ 3506400 w 7696800"/>
              <a:gd name="csY4" fmla="*/ 583200 h 1296000"/>
              <a:gd name="csX5" fmla="*/ 2001600 w 7696800"/>
              <a:gd name="csY5" fmla="*/ 590400 h 1296000"/>
              <a:gd name="csX6" fmla="*/ 1526400 w 7696800"/>
              <a:gd name="csY6" fmla="*/ 547200 h 1296000"/>
              <a:gd name="csX7" fmla="*/ 655200 w 7696800"/>
              <a:gd name="csY7" fmla="*/ 180000 h 1296000"/>
              <a:gd name="csX8" fmla="*/ 0 w 7696800"/>
              <a:gd name="csY8" fmla="*/ 0 h 1296000"/>
              <a:gd name="csX0" fmla="*/ 7696800 w 7696800"/>
              <a:gd name="csY0" fmla="*/ 1296000 h 1296000"/>
              <a:gd name="csX1" fmla="*/ 6609600 w 7696800"/>
              <a:gd name="csY1" fmla="*/ 842400 h 1296000"/>
              <a:gd name="csX2" fmla="*/ 5450400 w 7696800"/>
              <a:gd name="csY2" fmla="*/ 475200 h 1296000"/>
              <a:gd name="csX3" fmla="*/ 4773600 w 7696800"/>
              <a:gd name="csY3" fmla="*/ 540000 h 1296000"/>
              <a:gd name="csX4" fmla="*/ 3506400 w 7696800"/>
              <a:gd name="csY4" fmla="*/ 583200 h 1296000"/>
              <a:gd name="csX5" fmla="*/ 2001600 w 7696800"/>
              <a:gd name="csY5" fmla="*/ 590400 h 1296000"/>
              <a:gd name="csX6" fmla="*/ 1526400 w 7696800"/>
              <a:gd name="csY6" fmla="*/ 547200 h 1296000"/>
              <a:gd name="csX7" fmla="*/ 655200 w 7696800"/>
              <a:gd name="csY7" fmla="*/ 180000 h 1296000"/>
              <a:gd name="csX8" fmla="*/ 0 w 7696800"/>
              <a:gd name="csY8" fmla="*/ 0 h 1296000"/>
              <a:gd name="csX0" fmla="*/ 7583444 w 7583444"/>
              <a:gd name="csY0" fmla="*/ 1265772 h 1265772"/>
              <a:gd name="csX1" fmla="*/ 6496244 w 7583444"/>
              <a:gd name="csY1" fmla="*/ 812172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583444 w 7583444"/>
              <a:gd name="csY0" fmla="*/ 1265772 h 1265772"/>
              <a:gd name="csX1" fmla="*/ 6496244 w 7583444"/>
              <a:gd name="csY1" fmla="*/ 812172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583444 w 7583444"/>
              <a:gd name="csY0" fmla="*/ 1265772 h 1265772"/>
              <a:gd name="csX1" fmla="*/ 6554610 w 7583444"/>
              <a:gd name="csY1" fmla="*/ 607891 h 1265772"/>
              <a:gd name="csX2" fmla="*/ 5337044 w 7583444"/>
              <a:gd name="csY2" fmla="*/ 444972 h 1265772"/>
              <a:gd name="csX3" fmla="*/ 4660244 w 7583444"/>
              <a:gd name="csY3" fmla="*/ 509772 h 1265772"/>
              <a:gd name="csX4" fmla="*/ 3393044 w 7583444"/>
              <a:gd name="csY4" fmla="*/ 552972 h 1265772"/>
              <a:gd name="csX5" fmla="*/ 1888244 w 7583444"/>
              <a:gd name="csY5" fmla="*/ 560172 h 1265772"/>
              <a:gd name="csX6" fmla="*/ 1413044 w 7583444"/>
              <a:gd name="csY6" fmla="*/ 516972 h 1265772"/>
              <a:gd name="csX7" fmla="*/ 541844 w 7583444"/>
              <a:gd name="csY7" fmla="*/ 149772 h 1265772"/>
              <a:gd name="csX8" fmla="*/ 0 w 7583444"/>
              <a:gd name="csY8" fmla="*/ 0 h 1265772"/>
              <a:gd name="csX0" fmla="*/ 7359708 w 7359708"/>
              <a:gd name="csY0" fmla="*/ 536197 h 608531"/>
              <a:gd name="csX1" fmla="*/ 6554610 w 7359708"/>
              <a:gd name="csY1" fmla="*/ 607891 h 608531"/>
              <a:gd name="csX2" fmla="*/ 5337044 w 7359708"/>
              <a:gd name="csY2" fmla="*/ 444972 h 608531"/>
              <a:gd name="csX3" fmla="*/ 4660244 w 7359708"/>
              <a:gd name="csY3" fmla="*/ 509772 h 608531"/>
              <a:gd name="csX4" fmla="*/ 3393044 w 7359708"/>
              <a:gd name="csY4" fmla="*/ 552972 h 608531"/>
              <a:gd name="csX5" fmla="*/ 1888244 w 7359708"/>
              <a:gd name="csY5" fmla="*/ 560172 h 608531"/>
              <a:gd name="csX6" fmla="*/ 1413044 w 7359708"/>
              <a:gd name="csY6" fmla="*/ 516972 h 608531"/>
              <a:gd name="csX7" fmla="*/ 541844 w 7359708"/>
              <a:gd name="csY7" fmla="*/ 149772 h 608531"/>
              <a:gd name="csX8" fmla="*/ 0 w 7359708"/>
              <a:gd name="csY8" fmla="*/ 0 h 608531"/>
              <a:gd name="csX0" fmla="*/ 7359708 w 7359708"/>
              <a:gd name="csY0" fmla="*/ 536197 h 562852"/>
              <a:gd name="csX1" fmla="*/ 6544882 w 7359708"/>
              <a:gd name="csY1" fmla="*/ 442521 h 562852"/>
              <a:gd name="csX2" fmla="*/ 5337044 w 7359708"/>
              <a:gd name="csY2" fmla="*/ 444972 h 562852"/>
              <a:gd name="csX3" fmla="*/ 4660244 w 7359708"/>
              <a:gd name="csY3" fmla="*/ 509772 h 562852"/>
              <a:gd name="csX4" fmla="*/ 3393044 w 7359708"/>
              <a:gd name="csY4" fmla="*/ 552972 h 562852"/>
              <a:gd name="csX5" fmla="*/ 1888244 w 7359708"/>
              <a:gd name="csY5" fmla="*/ 560172 h 562852"/>
              <a:gd name="csX6" fmla="*/ 1413044 w 7359708"/>
              <a:gd name="csY6" fmla="*/ 516972 h 562852"/>
              <a:gd name="csX7" fmla="*/ 541844 w 7359708"/>
              <a:gd name="csY7" fmla="*/ 149772 h 562852"/>
              <a:gd name="csX8" fmla="*/ 0 w 7359708"/>
              <a:gd name="csY8" fmla="*/ 0 h 562852"/>
              <a:gd name="csX0" fmla="*/ 7359708 w 7359708"/>
              <a:gd name="csY0" fmla="*/ 536197 h 562852"/>
              <a:gd name="csX1" fmla="*/ 6437878 w 7359708"/>
              <a:gd name="csY1" fmla="*/ 423066 h 562852"/>
              <a:gd name="csX2" fmla="*/ 5337044 w 7359708"/>
              <a:gd name="csY2" fmla="*/ 444972 h 562852"/>
              <a:gd name="csX3" fmla="*/ 4660244 w 7359708"/>
              <a:gd name="csY3" fmla="*/ 509772 h 562852"/>
              <a:gd name="csX4" fmla="*/ 3393044 w 7359708"/>
              <a:gd name="csY4" fmla="*/ 552972 h 562852"/>
              <a:gd name="csX5" fmla="*/ 1888244 w 7359708"/>
              <a:gd name="csY5" fmla="*/ 560172 h 562852"/>
              <a:gd name="csX6" fmla="*/ 1413044 w 7359708"/>
              <a:gd name="csY6" fmla="*/ 516972 h 562852"/>
              <a:gd name="csX7" fmla="*/ 541844 w 7359708"/>
              <a:gd name="csY7" fmla="*/ 149772 h 562852"/>
              <a:gd name="csX8" fmla="*/ 0 w 7359708"/>
              <a:gd name="csY8" fmla="*/ 0 h 562852"/>
              <a:gd name="csX0" fmla="*/ 7349980 w 7349980"/>
              <a:gd name="csY0" fmla="*/ 575108 h 575108"/>
              <a:gd name="csX1" fmla="*/ 6437878 w 7349980"/>
              <a:gd name="csY1" fmla="*/ 423066 h 575108"/>
              <a:gd name="csX2" fmla="*/ 5337044 w 7349980"/>
              <a:gd name="csY2" fmla="*/ 444972 h 575108"/>
              <a:gd name="csX3" fmla="*/ 4660244 w 7349980"/>
              <a:gd name="csY3" fmla="*/ 509772 h 575108"/>
              <a:gd name="csX4" fmla="*/ 3393044 w 7349980"/>
              <a:gd name="csY4" fmla="*/ 552972 h 575108"/>
              <a:gd name="csX5" fmla="*/ 1888244 w 7349980"/>
              <a:gd name="csY5" fmla="*/ 560172 h 575108"/>
              <a:gd name="csX6" fmla="*/ 1413044 w 7349980"/>
              <a:gd name="csY6" fmla="*/ 516972 h 575108"/>
              <a:gd name="csX7" fmla="*/ 541844 w 7349980"/>
              <a:gd name="csY7" fmla="*/ 149772 h 575108"/>
              <a:gd name="csX8" fmla="*/ 0 w 7349980"/>
              <a:gd name="csY8" fmla="*/ 0 h 575108"/>
              <a:gd name="csX0" fmla="*/ 7349980 w 7349980"/>
              <a:gd name="csY0" fmla="*/ 575108 h 580710"/>
              <a:gd name="csX1" fmla="*/ 6437878 w 7349980"/>
              <a:gd name="csY1" fmla="*/ 423066 h 580710"/>
              <a:gd name="csX2" fmla="*/ 5337044 w 7349980"/>
              <a:gd name="csY2" fmla="*/ 444972 h 580710"/>
              <a:gd name="csX3" fmla="*/ 4660244 w 7349980"/>
              <a:gd name="csY3" fmla="*/ 509772 h 580710"/>
              <a:gd name="csX4" fmla="*/ 3393044 w 7349980"/>
              <a:gd name="csY4" fmla="*/ 552972 h 580710"/>
              <a:gd name="csX5" fmla="*/ 1888244 w 7349980"/>
              <a:gd name="csY5" fmla="*/ 560172 h 580710"/>
              <a:gd name="csX6" fmla="*/ 1685981 w 7349980"/>
              <a:gd name="csY6" fmla="*/ 275728 h 580710"/>
              <a:gd name="csX7" fmla="*/ 541844 w 7349980"/>
              <a:gd name="csY7" fmla="*/ 149772 h 580710"/>
              <a:gd name="csX8" fmla="*/ 0 w 7349980"/>
              <a:gd name="csY8" fmla="*/ 0 h 580710"/>
              <a:gd name="csX0" fmla="*/ 7349980 w 7349980"/>
              <a:gd name="csY0" fmla="*/ 575108 h 1355000"/>
              <a:gd name="csX1" fmla="*/ 6437878 w 7349980"/>
              <a:gd name="csY1" fmla="*/ 423066 h 1355000"/>
              <a:gd name="csX2" fmla="*/ 5337044 w 7349980"/>
              <a:gd name="csY2" fmla="*/ 444972 h 1355000"/>
              <a:gd name="csX3" fmla="*/ 4660244 w 7349980"/>
              <a:gd name="csY3" fmla="*/ 509772 h 1355000"/>
              <a:gd name="csX4" fmla="*/ 3393044 w 7349980"/>
              <a:gd name="csY4" fmla="*/ 552972 h 1355000"/>
              <a:gd name="csX5" fmla="*/ 1935710 w 7349980"/>
              <a:gd name="csY5" fmla="*/ 1352831 h 1355000"/>
              <a:gd name="csX6" fmla="*/ 1685981 w 7349980"/>
              <a:gd name="csY6" fmla="*/ 275728 h 1355000"/>
              <a:gd name="csX7" fmla="*/ 541844 w 7349980"/>
              <a:gd name="csY7" fmla="*/ 149772 h 1355000"/>
              <a:gd name="csX8" fmla="*/ 0 w 7349980"/>
              <a:gd name="csY8" fmla="*/ 0 h 1355000"/>
              <a:gd name="csX0" fmla="*/ 7349980 w 7349980"/>
              <a:gd name="csY0" fmla="*/ 575108 h 1355644"/>
              <a:gd name="csX1" fmla="*/ 6437878 w 7349980"/>
              <a:gd name="csY1" fmla="*/ 423066 h 1355644"/>
              <a:gd name="csX2" fmla="*/ 5337044 w 7349980"/>
              <a:gd name="csY2" fmla="*/ 444972 h 1355644"/>
              <a:gd name="csX3" fmla="*/ 4660244 w 7349980"/>
              <a:gd name="csY3" fmla="*/ 509772 h 1355644"/>
              <a:gd name="csX4" fmla="*/ 3393044 w 7349980"/>
              <a:gd name="csY4" fmla="*/ 552972 h 1355644"/>
              <a:gd name="csX5" fmla="*/ 2158139 w 7349980"/>
              <a:gd name="csY5" fmla="*/ 587626 h 1355644"/>
              <a:gd name="csX6" fmla="*/ 1935710 w 7349980"/>
              <a:gd name="csY6" fmla="*/ 1352831 h 1355644"/>
              <a:gd name="csX7" fmla="*/ 1685981 w 7349980"/>
              <a:gd name="csY7" fmla="*/ 275728 h 1355644"/>
              <a:gd name="csX8" fmla="*/ 541844 w 7349980"/>
              <a:gd name="csY8" fmla="*/ 149772 h 1355644"/>
              <a:gd name="csX9" fmla="*/ 0 w 7349980"/>
              <a:gd name="csY9" fmla="*/ 0 h 1355644"/>
              <a:gd name="csX0" fmla="*/ 7349980 w 7349980"/>
              <a:gd name="csY0" fmla="*/ 575108 h 1321321"/>
              <a:gd name="csX1" fmla="*/ 6437878 w 7349980"/>
              <a:gd name="csY1" fmla="*/ 423066 h 1321321"/>
              <a:gd name="csX2" fmla="*/ 5337044 w 7349980"/>
              <a:gd name="csY2" fmla="*/ 444972 h 1321321"/>
              <a:gd name="csX3" fmla="*/ 4660244 w 7349980"/>
              <a:gd name="csY3" fmla="*/ 509772 h 1321321"/>
              <a:gd name="csX4" fmla="*/ 3393044 w 7349980"/>
              <a:gd name="csY4" fmla="*/ 552972 h 1321321"/>
              <a:gd name="csX5" fmla="*/ 2158139 w 7349980"/>
              <a:gd name="csY5" fmla="*/ 587626 h 1321321"/>
              <a:gd name="csX6" fmla="*/ 1864509 w 7349980"/>
              <a:gd name="csY6" fmla="*/ 1318367 h 1321321"/>
              <a:gd name="csX7" fmla="*/ 1685981 w 7349980"/>
              <a:gd name="csY7" fmla="*/ 275728 h 1321321"/>
              <a:gd name="csX8" fmla="*/ 541844 w 7349980"/>
              <a:gd name="csY8" fmla="*/ 149772 h 1321321"/>
              <a:gd name="csX9" fmla="*/ 0 w 7349980"/>
              <a:gd name="csY9" fmla="*/ 0 h 1321321"/>
              <a:gd name="csX0" fmla="*/ 7349980 w 7349980"/>
              <a:gd name="csY0" fmla="*/ 575108 h 1319746"/>
              <a:gd name="csX1" fmla="*/ 6437878 w 7349980"/>
              <a:gd name="csY1" fmla="*/ 423066 h 1319746"/>
              <a:gd name="csX2" fmla="*/ 5337044 w 7349980"/>
              <a:gd name="csY2" fmla="*/ 444972 h 1319746"/>
              <a:gd name="csX3" fmla="*/ 4660244 w 7349980"/>
              <a:gd name="csY3" fmla="*/ 509772 h 1319746"/>
              <a:gd name="csX4" fmla="*/ 3393044 w 7349980"/>
              <a:gd name="csY4" fmla="*/ 552972 h 1319746"/>
              <a:gd name="csX5" fmla="*/ 2158139 w 7349980"/>
              <a:gd name="csY5" fmla="*/ 587626 h 1319746"/>
              <a:gd name="csX6" fmla="*/ 1864509 w 7349980"/>
              <a:gd name="csY6" fmla="*/ 1318367 h 1319746"/>
              <a:gd name="csX7" fmla="*/ 1685981 w 7349980"/>
              <a:gd name="csY7" fmla="*/ 275728 h 1319746"/>
              <a:gd name="csX8" fmla="*/ 541844 w 7349980"/>
              <a:gd name="csY8" fmla="*/ 149772 h 1319746"/>
              <a:gd name="csX9" fmla="*/ 0 w 7349980"/>
              <a:gd name="csY9" fmla="*/ 0 h 1319746"/>
              <a:gd name="csX0" fmla="*/ 7349980 w 7349980"/>
              <a:gd name="csY0" fmla="*/ 575108 h 1362740"/>
              <a:gd name="csX1" fmla="*/ 6437878 w 7349980"/>
              <a:gd name="csY1" fmla="*/ 423066 h 1362740"/>
              <a:gd name="csX2" fmla="*/ 5337044 w 7349980"/>
              <a:gd name="csY2" fmla="*/ 444972 h 1362740"/>
              <a:gd name="csX3" fmla="*/ 4660244 w 7349980"/>
              <a:gd name="csY3" fmla="*/ 509772 h 1362740"/>
              <a:gd name="csX4" fmla="*/ 3393044 w 7349980"/>
              <a:gd name="csY4" fmla="*/ 552972 h 1362740"/>
              <a:gd name="csX5" fmla="*/ 2158139 w 7349980"/>
              <a:gd name="csY5" fmla="*/ 587626 h 1362740"/>
              <a:gd name="csX6" fmla="*/ 1959443 w 7349980"/>
              <a:gd name="csY6" fmla="*/ 1361446 h 1362740"/>
              <a:gd name="csX7" fmla="*/ 1685981 w 7349980"/>
              <a:gd name="csY7" fmla="*/ 275728 h 1362740"/>
              <a:gd name="csX8" fmla="*/ 541844 w 7349980"/>
              <a:gd name="csY8" fmla="*/ 149772 h 1362740"/>
              <a:gd name="csX9" fmla="*/ 0 w 7349980"/>
              <a:gd name="csY9" fmla="*/ 0 h 1362740"/>
              <a:gd name="csX0" fmla="*/ 7349980 w 7349980"/>
              <a:gd name="csY0" fmla="*/ 575108 h 1362844"/>
              <a:gd name="csX1" fmla="*/ 6437878 w 7349980"/>
              <a:gd name="csY1" fmla="*/ 423066 h 1362844"/>
              <a:gd name="csX2" fmla="*/ 5337044 w 7349980"/>
              <a:gd name="csY2" fmla="*/ 444972 h 1362844"/>
              <a:gd name="csX3" fmla="*/ 4660244 w 7349980"/>
              <a:gd name="csY3" fmla="*/ 509772 h 1362844"/>
              <a:gd name="csX4" fmla="*/ 3393044 w 7349980"/>
              <a:gd name="csY4" fmla="*/ 552972 h 1362844"/>
              <a:gd name="csX5" fmla="*/ 2158139 w 7349980"/>
              <a:gd name="csY5" fmla="*/ 587626 h 1362844"/>
              <a:gd name="csX6" fmla="*/ 1959443 w 7349980"/>
              <a:gd name="csY6" fmla="*/ 1361446 h 1362844"/>
              <a:gd name="csX7" fmla="*/ 1757182 w 7349980"/>
              <a:gd name="csY7" fmla="*/ 370503 h 1362844"/>
              <a:gd name="csX8" fmla="*/ 541844 w 7349980"/>
              <a:gd name="csY8" fmla="*/ 149772 h 1362844"/>
              <a:gd name="csX9" fmla="*/ 0 w 7349980"/>
              <a:gd name="csY9" fmla="*/ 0 h 1362844"/>
              <a:gd name="csX0" fmla="*/ 7349980 w 7349980"/>
              <a:gd name="csY0" fmla="*/ 575108 h 1362844"/>
              <a:gd name="csX1" fmla="*/ 6437878 w 7349980"/>
              <a:gd name="csY1" fmla="*/ 423066 h 1362844"/>
              <a:gd name="csX2" fmla="*/ 5337044 w 7349980"/>
              <a:gd name="csY2" fmla="*/ 444972 h 1362844"/>
              <a:gd name="csX3" fmla="*/ 4660244 w 7349980"/>
              <a:gd name="csY3" fmla="*/ 509772 h 1362844"/>
              <a:gd name="csX4" fmla="*/ 3393044 w 7349980"/>
              <a:gd name="csY4" fmla="*/ 552972 h 1362844"/>
              <a:gd name="csX5" fmla="*/ 2158139 w 7349980"/>
              <a:gd name="csY5" fmla="*/ 587626 h 1362844"/>
              <a:gd name="csX6" fmla="*/ 1959443 w 7349980"/>
              <a:gd name="csY6" fmla="*/ 1361446 h 1362844"/>
              <a:gd name="csX7" fmla="*/ 1757182 w 7349980"/>
              <a:gd name="csY7" fmla="*/ 370503 h 1362844"/>
              <a:gd name="csX8" fmla="*/ 541844 w 7349980"/>
              <a:gd name="csY8" fmla="*/ 149772 h 1362844"/>
              <a:gd name="csX9" fmla="*/ 0 w 7349980"/>
              <a:gd name="csY9" fmla="*/ 0 h 1362844"/>
              <a:gd name="csX0" fmla="*/ 7349980 w 7349980"/>
              <a:gd name="csY0" fmla="*/ 575108 h 1363420"/>
              <a:gd name="csX1" fmla="*/ 6437878 w 7349980"/>
              <a:gd name="csY1" fmla="*/ 423066 h 1363420"/>
              <a:gd name="csX2" fmla="*/ 5337044 w 7349980"/>
              <a:gd name="csY2" fmla="*/ 444972 h 1363420"/>
              <a:gd name="csX3" fmla="*/ 4660244 w 7349980"/>
              <a:gd name="csY3" fmla="*/ 509772 h 1363420"/>
              <a:gd name="csX4" fmla="*/ 3393044 w 7349980"/>
              <a:gd name="csY4" fmla="*/ 552972 h 1363420"/>
              <a:gd name="csX5" fmla="*/ 2158139 w 7349980"/>
              <a:gd name="csY5" fmla="*/ 587626 h 1363420"/>
              <a:gd name="csX6" fmla="*/ 1959443 w 7349980"/>
              <a:gd name="csY6" fmla="*/ 1361446 h 1363420"/>
              <a:gd name="csX7" fmla="*/ 1543579 w 7349980"/>
              <a:gd name="csY7" fmla="*/ 327424 h 1363420"/>
              <a:gd name="csX8" fmla="*/ 541844 w 7349980"/>
              <a:gd name="csY8" fmla="*/ 149772 h 1363420"/>
              <a:gd name="csX9" fmla="*/ 0 w 7349980"/>
              <a:gd name="csY9" fmla="*/ 0 h 1363420"/>
              <a:gd name="csX0" fmla="*/ 7349980 w 7349980"/>
              <a:gd name="csY0" fmla="*/ 575108 h 1363420"/>
              <a:gd name="csX1" fmla="*/ 6437878 w 7349980"/>
              <a:gd name="csY1" fmla="*/ 423066 h 1363420"/>
              <a:gd name="csX2" fmla="*/ 5337044 w 7349980"/>
              <a:gd name="csY2" fmla="*/ 444972 h 1363420"/>
              <a:gd name="csX3" fmla="*/ 4660244 w 7349980"/>
              <a:gd name="csY3" fmla="*/ 509772 h 1363420"/>
              <a:gd name="csX4" fmla="*/ 3393044 w 7349980"/>
              <a:gd name="csY4" fmla="*/ 552972 h 1363420"/>
              <a:gd name="csX5" fmla="*/ 2158139 w 7349980"/>
              <a:gd name="csY5" fmla="*/ 587626 h 1363420"/>
              <a:gd name="csX6" fmla="*/ 1959443 w 7349980"/>
              <a:gd name="csY6" fmla="*/ 1361446 h 1363420"/>
              <a:gd name="csX7" fmla="*/ 1543579 w 7349980"/>
              <a:gd name="csY7" fmla="*/ 327424 h 1363420"/>
              <a:gd name="csX8" fmla="*/ 541844 w 7349980"/>
              <a:gd name="csY8" fmla="*/ 149772 h 1363420"/>
              <a:gd name="csX9" fmla="*/ 0 w 7349980"/>
              <a:gd name="csY9" fmla="*/ 0 h 1363420"/>
              <a:gd name="csX0" fmla="*/ 7349980 w 7349980"/>
              <a:gd name="csY0" fmla="*/ 575108 h 1363179"/>
              <a:gd name="csX1" fmla="*/ 6437878 w 7349980"/>
              <a:gd name="csY1" fmla="*/ 423066 h 1363179"/>
              <a:gd name="csX2" fmla="*/ 5337044 w 7349980"/>
              <a:gd name="csY2" fmla="*/ 444972 h 1363179"/>
              <a:gd name="csX3" fmla="*/ 4660244 w 7349980"/>
              <a:gd name="csY3" fmla="*/ 509772 h 1363179"/>
              <a:gd name="csX4" fmla="*/ 3393044 w 7349980"/>
              <a:gd name="csY4" fmla="*/ 552972 h 1363179"/>
              <a:gd name="csX5" fmla="*/ 2158139 w 7349980"/>
              <a:gd name="csY5" fmla="*/ 587626 h 1363179"/>
              <a:gd name="csX6" fmla="*/ 1959443 w 7349980"/>
              <a:gd name="csY6" fmla="*/ 1361446 h 1363179"/>
              <a:gd name="csX7" fmla="*/ 1733449 w 7349980"/>
              <a:gd name="csY7" fmla="*/ 344656 h 1363179"/>
              <a:gd name="csX8" fmla="*/ 541844 w 7349980"/>
              <a:gd name="csY8" fmla="*/ 149772 h 1363179"/>
              <a:gd name="csX9" fmla="*/ 0 w 7349980"/>
              <a:gd name="csY9" fmla="*/ 0 h 1363179"/>
              <a:gd name="csX0" fmla="*/ 7349980 w 7349980"/>
              <a:gd name="csY0" fmla="*/ 575108 h 1362042"/>
              <a:gd name="csX1" fmla="*/ 6437878 w 7349980"/>
              <a:gd name="csY1" fmla="*/ 423066 h 1362042"/>
              <a:gd name="csX2" fmla="*/ 5337044 w 7349980"/>
              <a:gd name="csY2" fmla="*/ 444972 h 1362042"/>
              <a:gd name="csX3" fmla="*/ 4660244 w 7349980"/>
              <a:gd name="csY3" fmla="*/ 509772 h 1362042"/>
              <a:gd name="csX4" fmla="*/ 3393044 w 7349980"/>
              <a:gd name="csY4" fmla="*/ 552972 h 1362042"/>
              <a:gd name="csX5" fmla="*/ 2158139 w 7349980"/>
              <a:gd name="csY5" fmla="*/ 587626 h 1362042"/>
              <a:gd name="csX6" fmla="*/ 1959443 w 7349980"/>
              <a:gd name="csY6" fmla="*/ 1361446 h 1362042"/>
              <a:gd name="csX7" fmla="*/ 1733449 w 7349980"/>
              <a:gd name="csY7" fmla="*/ 344656 h 1362042"/>
              <a:gd name="csX8" fmla="*/ 541844 w 7349980"/>
              <a:gd name="csY8" fmla="*/ 149772 h 1362042"/>
              <a:gd name="csX9" fmla="*/ 0 w 7349980"/>
              <a:gd name="csY9" fmla="*/ 0 h 1362042"/>
              <a:gd name="csX0" fmla="*/ 7349980 w 7349980"/>
              <a:gd name="csY0" fmla="*/ 575108 h 1362042"/>
              <a:gd name="csX1" fmla="*/ 6437878 w 7349980"/>
              <a:gd name="csY1" fmla="*/ 423066 h 1362042"/>
              <a:gd name="csX2" fmla="*/ 5337044 w 7349980"/>
              <a:gd name="csY2" fmla="*/ 444972 h 1362042"/>
              <a:gd name="csX3" fmla="*/ 4660244 w 7349980"/>
              <a:gd name="csY3" fmla="*/ 509772 h 1362042"/>
              <a:gd name="csX4" fmla="*/ 3393044 w 7349980"/>
              <a:gd name="csY4" fmla="*/ 552972 h 1362042"/>
              <a:gd name="csX5" fmla="*/ 2158139 w 7349980"/>
              <a:gd name="csY5" fmla="*/ 587626 h 1362042"/>
              <a:gd name="csX6" fmla="*/ 1959443 w 7349980"/>
              <a:gd name="csY6" fmla="*/ 1361446 h 1362042"/>
              <a:gd name="csX7" fmla="*/ 1733449 w 7349980"/>
              <a:gd name="csY7" fmla="*/ 344656 h 1362042"/>
              <a:gd name="csX8" fmla="*/ 672380 w 7349980"/>
              <a:gd name="csY8" fmla="*/ 72229 h 1362042"/>
              <a:gd name="csX9" fmla="*/ 0 w 7349980"/>
              <a:gd name="csY9" fmla="*/ 0 h 1362042"/>
              <a:gd name="csX0" fmla="*/ 7421181 w 7421181"/>
              <a:gd name="csY0" fmla="*/ 532697 h 1319631"/>
              <a:gd name="csX1" fmla="*/ 6509079 w 7421181"/>
              <a:gd name="csY1" fmla="*/ 380655 h 1319631"/>
              <a:gd name="csX2" fmla="*/ 5408245 w 7421181"/>
              <a:gd name="csY2" fmla="*/ 402561 h 1319631"/>
              <a:gd name="csX3" fmla="*/ 4731445 w 7421181"/>
              <a:gd name="csY3" fmla="*/ 467361 h 1319631"/>
              <a:gd name="csX4" fmla="*/ 3464245 w 7421181"/>
              <a:gd name="csY4" fmla="*/ 510561 h 1319631"/>
              <a:gd name="csX5" fmla="*/ 2229340 w 7421181"/>
              <a:gd name="csY5" fmla="*/ 545215 h 1319631"/>
              <a:gd name="csX6" fmla="*/ 2030644 w 7421181"/>
              <a:gd name="csY6" fmla="*/ 1319035 h 1319631"/>
              <a:gd name="csX7" fmla="*/ 1804650 w 7421181"/>
              <a:gd name="csY7" fmla="*/ 302245 h 1319631"/>
              <a:gd name="csX8" fmla="*/ 743581 w 7421181"/>
              <a:gd name="csY8" fmla="*/ 29818 h 1319631"/>
              <a:gd name="csX9" fmla="*/ 0 w 7421181"/>
              <a:gd name="csY9" fmla="*/ 9284 h 1319631"/>
              <a:gd name="csX0" fmla="*/ 7421181 w 7421181"/>
              <a:gd name="csY0" fmla="*/ 555211 h 1342145"/>
              <a:gd name="csX1" fmla="*/ 6509079 w 7421181"/>
              <a:gd name="csY1" fmla="*/ 403169 h 1342145"/>
              <a:gd name="csX2" fmla="*/ 5408245 w 7421181"/>
              <a:gd name="csY2" fmla="*/ 425075 h 1342145"/>
              <a:gd name="csX3" fmla="*/ 4731445 w 7421181"/>
              <a:gd name="csY3" fmla="*/ 489875 h 1342145"/>
              <a:gd name="csX4" fmla="*/ 3464245 w 7421181"/>
              <a:gd name="csY4" fmla="*/ 533075 h 1342145"/>
              <a:gd name="csX5" fmla="*/ 2229340 w 7421181"/>
              <a:gd name="csY5" fmla="*/ 567729 h 1342145"/>
              <a:gd name="csX6" fmla="*/ 2030644 w 7421181"/>
              <a:gd name="csY6" fmla="*/ 1341549 h 1342145"/>
              <a:gd name="csX7" fmla="*/ 1804650 w 7421181"/>
              <a:gd name="csY7" fmla="*/ 324759 h 1342145"/>
              <a:gd name="csX8" fmla="*/ 743581 w 7421181"/>
              <a:gd name="csY8" fmla="*/ 52332 h 1342145"/>
              <a:gd name="csX9" fmla="*/ 0 w 7421181"/>
              <a:gd name="csY9" fmla="*/ 31798 h 1342145"/>
              <a:gd name="csX0" fmla="*/ 7421181 w 7421181"/>
              <a:gd name="csY0" fmla="*/ 547625 h 1334559"/>
              <a:gd name="csX1" fmla="*/ 6509079 w 7421181"/>
              <a:gd name="csY1" fmla="*/ 395583 h 1334559"/>
              <a:gd name="csX2" fmla="*/ 5408245 w 7421181"/>
              <a:gd name="csY2" fmla="*/ 417489 h 1334559"/>
              <a:gd name="csX3" fmla="*/ 4731445 w 7421181"/>
              <a:gd name="csY3" fmla="*/ 482289 h 1334559"/>
              <a:gd name="csX4" fmla="*/ 3464245 w 7421181"/>
              <a:gd name="csY4" fmla="*/ 525489 h 1334559"/>
              <a:gd name="csX5" fmla="*/ 2229340 w 7421181"/>
              <a:gd name="csY5" fmla="*/ 560143 h 1334559"/>
              <a:gd name="csX6" fmla="*/ 2030644 w 7421181"/>
              <a:gd name="csY6" fmla="*/ 1333963 h 1334559"/>
              <a:gd name="csX7" fmla="*/ 1804650 w 7421181"/>
              <a:gd name="csY7" fmla="*/ 317173 h 1334559"/>
              <a:gd name="csX8" fmla="*/ 743581 w 7421181"/>
              <a:gd name="csY8" fmla="*/ 44746 h 1334559"/>
              <a:gd name="csX9" fmla="*/ 0 w 7421181"/>
              <a:gd name="csY9" fmla="*/ 24212 h 1334559"/>
              <a:gd name="csX0" fmla="*/ 7421181 w 7421181"/>
              <a:gd name="csY0" fmla="*/ 536643 h 1323577"/>
              <a:gd name="csX1" fmla="*/ 6509079 w 7421181"/>
              <a:gd name="csY1" fmla="*/ 384601 h 1323577"/>
              <a:gd name="csX2" fmla="*/ 5408245 w 7421181"/>
              <a:gd name="csY2" fmla="*/ 406507 h 1323577"/>
              <a:gd name="csX3" fmla="*/ 4731445 w 7421181"/>
              <a:gd name="csY3" fmla="*/ 471307 h 1323577"/>
              <a:gd name="csX4" fmla="*/ 3464245 w 7421181"/>
              <a:gd name="csY4" fmla="*/ 514507 h 1323577"/>
              <a:gd name="csX5" fmla="*/ 2229340 w 7421181"/>
              <a:gd name="csY5" fmla="*/ 549161 h 1323577"/>
              <a:gd name="csX6" fmla="*/ 2030644 w 7421181"/>
              <a:gd name="csY6" fmla="*/ 1322981 h 1323577"/>
              <a:gd name="csX7" fmla="*/ 1804650 w 7421181"/>
              <a:gd name="csY7" fmla="*/ 306191 h 1323577"/>
              <a:gd name="csX8" fmla="*/ 838515 w 7421181"/>
              <a:gd name="csY8" fmla="*/ 50995 h 1323577"/>
              <a:gd name="csX9" fmla="*/ 0 w 7421181"/>
              <a:gd name="csY9" fmla="*/ 13230 h 132357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838515 w 7421181"/>
              <a:gd name="csY8" fmla="*/ 37765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838515 w 7421181"/>
              <a:gd name="csY8" fmla="*/ 37765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0 w 7421181"/>
              <a:gd name="csY8"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900256 w 7421181"/>
              <a:gd name="csY8" fmla="*/ 44826 h 1310347"/>
              <a:gd name="csX9" fmla="*/ 0 w 7421181"/>
              <a:gd name="csY9" fmla="*/ 0 h 1310347"/>
              <a:gd name="csX0" fmla="*/ 7421181 w 7421181"/>
              <a:gd name="csY0" fmla="*/ 523413 h 1310347"/>
              <a:gd name="csX1" fmla="*/ 6509079 w 7421181"/>
              <a:gd name="csY1" fmla="*/ 371371 h 1310347"/>
              <a:gd name="csX2" fmla="*/ 5408245 w 7421181"/>
              <a:gd name="csY2" fmla="*/ 393277 h 1310347"/>
              <a:gd name="csX3" fmla="*/ 4731445 w 7421181"/>
              <a:gd name="csY3" fmla="*/ 458077 h 1310347"/>
              <a:gd name="csX4" fmla="*/ 3464245 w 7421181"/>
              <a:gd name="csY4" fmla="*/ 501277 h 1310347"/>
              <a:gd name="csX5" fmla="*/ 2229340 w 7421181"/>
              <a:gd name="csY5" fmla="*/ 535931 h 1310347"/>
              <a:gd name="csX6" fmla="*/ 2030644 w 7421181"/>
              <a:gd name="csY6" fmla="*/ 1309751 h 1310347"/>
              <a:gd name="csX7" fmla="*/ 1804650 w 7421181"/>
              <a:gd name="csY7" fmla="*/ 292961 h 1310347"/>
              <a:gd name="csX8" fmla="*/ 1446129 w 7421181"/>
              <a:gd name="csY8" fmla="*/ 260223 h 1310347"/>
              <a:gd name="csX9" fmla="*/ 900256 w 7421181"/>
              <a:gd name="csY9" fmla="*/ 44826 h 1310347"/>
              <a:gd name="csX10" fmla="*/ 0 w 7421181"/>
              <a:gd name="csY10" fmla="*/ 0 h 1310347"/>
              <a:gd name="csX0" fmla="*/ 7421181 w 7421181"/>
              <a:gd name="csY0" fmla="*/ 523413 h 1310421"/>
              <a:gd name="csX1" fmla="*/ 6509079 w 7421181"/>
              <a:gd name="csY1" fmla="*/ 371371 h 1310421"/>
              <a:gd name="csX2" fmla="*/ 5408245 w 7421181"/>
              <a:gd name="csY2" fmla="*/ 393277 h 1310421"/>
              <a:gd name="csX3" fmla="*/ 4731445 w 7421181"/>
              <a:gd name="csY3" fmla="*/ 458077 h 1310421"/>
              <a:gd name="csX4" fmla="*/ 3464245 w 7421181"/>
              <a:gd name="csY4" fmla="*/ 501277 h 1310421"/>
              <a:gd name="csX5" fmla="*/ 2229340 w 7421181"/>
              <a:gd name="csY5" fmla="*/ 535931 h 1310421"/>
              <a:gd name="csX6" fmla="*/ 2030644 w 7421181"/>
              <a:gd name="csY6" fmla="*/ 1309751 h 1310421"/>
              <a:gd name="csX7" fmla="*/ 1840250 w 7421181"/>
              <a:gd name="csY7" fmla="*/ 387735 h 1310421"/>
              <a:gd name="csX8" fmla="*/ 1446129 w 7421181"/>
              <a:gd name="csY8" fmla="*/ 260223 h 1310421"/>
              <a:gd name="csX9" fmla="*/ 900256 w 7421181"/>
              <a:gd name="csY9" fmla="*/ 44826 h 1310421"/>
              <a:gd name="csX10" fmla="*/ 0 w 7421181"/>
              <a:gd name="csY10" fmla="*/ 0 h 1310421"/>
              <a:gd name="csX0" fmla="*/ 7421181 w 7421181"/>
              <a:gd name="csY0" fmla="*/ 523413 h 1310848"/>
              <a:gd name="csX1" fmla="*/ 6509079 w 7421181"/>
              <a:gd name="csY1" fmla="*/ 371371 h 1310848"/>
              <a:gd name="csX2" fmla="*/ 5408245 w 7421181"/>
              <a:gd name="csY2" fmla="*/ 393277 h 1310848"/>
              <a:gd name="csX3" fmla="*/ 4731445 w 7421181"/>
              <a:gd name="csY3" fmla="*/ 458077 h 1310848"/>
              <a:gd name="csX4" fmla="*/ 3464245 w 7421181"/>
              <a:gd name="csY4" fmla="*/ 501277 h 1310848"/>
              <a:gd name="csX5" fmla="*/ 2229340 w 7421181"/>
              <a:gd name="csY5" fmla="*/ 535931 h 1310848"/>
              <a:gd name="csX6" fmla="*/ 2030644 w 7421181"/>
              <a:gd name="csY6" fmla="*/ 1309751 h 1310848"/>
              <a:gd name="csX7" fmla="*/ 1863983 w 7421181"/>
              <a:gd name="csY7" fmla="*/ 344656 h 1310848"/>
              <a:gd name="csX8" fmla="*/ 1446129 w 7421181"/>
              <a:gd name="csY8" fmla="*/ 260223 h 1310848"/>
              <a:gd name="csX9" fmla="*/ 900256 w 7421181"/>
              <a:gd name="csY9" fmla="*/ 44826 h 1310848"/>
              <a:gd name="csX10" fmla="*/ 0 w 7421181"/>
              <a:gd name="csY10" fmla="*/ 0 h 1310848"/>
              <a:gd name="csX0" fmla="*/ 7421181 w 7421181"/>
              <a:gd name="csY0" fmla="*/ 523413 h 1398836"/>
              <a:gd name="csX1" fmla="*/ 6509079 w 7421181"/>
              <a:gd name="csY1" fmla="*/ 371371 h 1398836"/>
              <a:gd name="csX2" fmla="*/ 5408245 w 7421181"/>
              <a:gd name="csY2" fmla="*/ 393277 h 1398836"/>
              <a:gd name="csX3" fmla="*/ 4731445 w 7421181"/>
              <a:gd name="csY3" fmla="*/ 458077 h 1398836"/>
              <a:gd name="csX4" fmla="*/ 3464245 w 7421181"/>
              <a:gd name="csY4" fmla="*/ 501277 h 1398836"/>
              <a:gd name="csX5" fmla="*/ 2229340 w 7421181"/>
              <a:gd name="csY5" fmla="*/ 535931 h 1398836"/>
              <a:gd name="csX6" fmla="*/ 2158139 w 7421181"/>
              <a:gd name="csY6" fmla="*/ 1268277 h 1398836"/>
              <a:gd name="csX7" fmla="*/ 2030644 w 7421181"/>
              <a:gd name="csY7" fmla="*/ 1309751 h 1398836"/>
              <a:gd name="csX8" fmla="*/ 1863983 w 7421181"/>
              <a:gd name="csY8" fmla="*/ 344656 h 1398836"/>
              <a:gd name="csX9" fmla="*/ 1446129 w 7421181"/>
              <a:gd name="csY9" fmla="*/ 260223 h 1398836"/>
              <a:gd name="csX10" fmla="*/ 900256 w 7421181"/>
              <a:gd name="csY10" fmla="*/ 44826 h 1398836"/>
              <a:gd name="csX11" fmla="*/ 0 w 7421181"/>
              <a:gd name="csY11" fmla="*/ 0 h 1398836"/>
              <a:gd name="csX0" fmla="*/ 7421181 w 7421181"/>
              <a:gd name="csY0" fmla="*/ 523413 h 1378372"/>
              <a:gd name="csX1" fmla="*/ 6509079 w 7421181"/>
              <a:gd name="csY1" fmla="*/ 371371 h 1378372"/>
              <a:gd name="csX2" fmla="*/ 5408245 w 7421181"/>
              <a:gd name="csY2" fmla="*/ 393277 h 1378372"/>
              <a:gd name="csX3" fmla="*/ 4731445 w 7421181"/>
              <a:gd name="csY3" fmla="*/ 458077 h 1378372"/>
              <a:gd name="csX4" fmla="*/ 3464245 w 7421181"/>
              <a:gd name="csY4" fmla="*/ 501277 h 1378372"/>
              <a:gd name="csX5" fmla="*/ 2229340 w 7421181"/>
              <a:gd name="csY5" fmla="*/ 535931 h 1378372"/>
              <a:gd name="csX6" fmla="*/ 2158139 w 7421181"/>
              <a:gd name="csY6" fmla="*/ 1268277 h 1378372"/>
              <a:gd name="csX7" fmla="*/ 1971311 w 7421181"/>
              <a:gd name="csY7" fmla="*/ 1275288 h 1378372"/>
              <a:gd name="csX8" fmla="*/ 1863983 w 7421181"/>
              <a:gd name="csY8" fmla="*/ 344656 h 1378372"/>
              <a:gd name="csX9" fmla="*/ 1446129 w 7421181"/>
              <a:gd name="csY9" fmla="*/ 260223 h 1378372"/>
              <a:gd name="csX10" fmla="*/ 900256 w 7421181"/>
              <a:gd name="csY10" fmla="*/ 44826 h 1378372"/>
              <a:gd name="csX11" fmla="*/ 0 w 7421181"/>
              <a:gd name="csY11" fmla="*/ 0 h 1378372"/>
              <a:gd name="csX0" fmla="*/ 7421181 w 7421181"/>
              <a:gd name="csY0" fmla="*/ 523413 h 1357070"/>
              <a:gd name="csX1" fmla="*/ 6509079 w 7421181"/>
              <a:gd name="csY1" fmla="*/ 371371 h 1357070"/>
              <a:gd name="csX2" fmla="*/ 5408245 w 7421181"/>
              <a:gd name="csY2" fmla="*/ 393277 h 1357070"/>
              <a:gd name="csX3" fmla="*/ 4731445 w 7421181"/>
              <a:gd name="csY3" fmla="*/ 458077 h 1357070"/>
              <a:gd name="csX4" fmla="*/ 3464245 w 7421181"/>
              <a:gd name="csY4" fmla="*/ 501277 h 1357070"/>
              <a:gd name="csX5" fmla="*/ 2229340 w 7421181"/>
              <a:gd name="csY5" fmla="*/ 535931 h 1357070"/>
              <a:gd name="csX6" fmla="*/ 2158139 w 7421181"/>
              <a:gd name="csY6" fmla="*/ 1268277 h 1357070"/>
              <a:gd name="csX7" fmla="*/ 1971311 w 7421181"/>
              <a:gd name="csY7" fmla="*/ 1232209 h 1357070"/>
              <a:gd name="csX8" fmla="*/ 1863983 w 7421181"/>
              <a:gd name="csY8" fmla="*/ 344656 h 1357070"/>
              <a:gd name="csX9" fmla="*/ 1446129 w 7421181"/>
              <a:gd name="csY9" fmla="*/ 260223 h 1357070"/>
              <a:gd name="csX10" fmla="*/ 900256 w 7421181"/>
              <a:gd name="csY10" fmla="*/ 44826 h 1357070"/>
              <a:gd name="csX11" fmla="*/ 0 w 7421181"/>
              <a:gd name="csY11" fmla="*/ 0 h 1357070"/>
              <a:gd name="csX0" fmla="*/ 7421181 w 7421181"/>
              <a:gd name="csY0" fmla="*/ 523413 h 1369263"/>
              <a:gd name="csX1" fmla="*/ 6509079 w 7421181"/>
              <a:gd name="csY1" fmla="*/ 371371 h 1369263"/>
              <a:gd name="csX2" fmla="*/ 5408245 w 7421181"/>
              <a:gd name="csY2" fmla="*/ 393277 h 1369263"/>
              <a:gd name="csX3" fmla="*/ 4731445 w 7421181"/>
              <a:gd name="csY3" fmla="*/ 458077 h 1369263"/>
              <a:gd name="csX4" fmla="*/ 3464245 w 7421181"/>
              <a:gd name="csY4" fmla="*/ 501277 h 1369263"/>
              <a:gd name="csX5" fmla="*/ 2229340 w 7421181"/>
              <a:gd name="csY5" fmla="*/ 535931 h 1369263"/>
              <a:gd name="csX6" fmla="*/ 2158139 w 7421181"/>
              <a:gd name="csY6" fmla="*/ 1268277 h 1369263"/>
              <a:gd name="csX7" fmla="*/ 1971311 w 7421181"/>
              <a:gd name="csY7" fmla="*/ 1258057 h 1369263"/>
              <a:gd name="csX8" fmla="*/ 1863983 w 7421181"/>
              <a:gd name="csY8" fmla="*/ 344656 h 1369263"/>
              <a:gd name="csX9" fmla="*/ 1446129 w 7421181"/>
              <a:gd name="csY9" fmla="*/ 260223 h 1369263"/>
              <a:gd name="csX10" fmla="*/ 900256 w 7421181"/>
              <a:gd name="csY10" fmla="*/ 44826 h 1369263"/>
              <a:gd name="csX11" fmla="*/ 0 w 7421181"/>
              <a:gd name="csY11" fmla="*/ 0 h 1369263"/>
              <a:gd name="csX0" fmla="*/ 7231311 w 7231311"/>
              <a:gd name="csY0" fmla="*/ 497566 h 1369263"/>
              <a:gd name="csX1" fmla="*/ 6509079 w 7231311"/>
              <a:gd name="csY1" fmla="*/ 371371 h 1369263"/>
              <a:gd name="csX2" fmla="*/ 5408245 w 7231311"/>
              <a:gd name="csY2" fmla="*/ 393277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390412 w 7231311"/>
              <a:gd name="csY1" fmla="*/ 440298 h 1369263"/>
              <a:gd name="csX2" fmla="*/ 5408245 w 7231311"/>
              <a:gd name="csY2" fmla="*/ 393277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390412 w 7231311"/>
              <a:gd name="csY1" fmla="*/ 440298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426013 w 7231311"/>
              <a:gd name="csY1" fmla="*/ 423065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231311 w 7231311"/>
              <a:gd name="csY0" fmla="*/ 497566 h 1369263"/>
              <a:gd name="csX1" fmla="*/ 6426013 w 7231311"/>
              <a:gd name="csY1" fmla="*/ 423065 h 1369263"/>
              <a:gd name="csX2" fmla="*/ 5479447 w 7231311"/>
              <a:gd name="csY2" fmla="*/ 427740 h 1369263"/>
              <a:gd name="csX3" fmla="*/ 4731445 w 7231311"/>
              <a:gd name="csY3" fmla="*/ 458077 h 1369263"/>
              <a:gd name="csX4" fmla="*/ 3464245 w 7231311"/>
              <a:gd name="csY4" fmla="*/ 501277 h 1369263"/>
              <a:gd name="csX5" fmla="*/ 2229340 w 7231311"/>
              <a:gd name="csY5" fmla="*/ 535931 h 1369263"/>
              <a:gd name="csX6" fmla="*/ 2158139 w 7231311"/>
              <a:gd name="csY6" fmla="*/ 1268277 h 1369263"/>
              <a:gd name="csX7" fmla="*/ 1971311 w 7231311"/>
              <a:gd name="csY7" fmla="*/ 1258057 h 1369263"/>
              <a:gd name="csX8" fmla="*/ 1863983 w 7231311"/>
              <a:gd name="csY8" fmla="*/ 344656 h 1369263"/>
              <a:gd name="csX9" fmla="*/ 1446129 w 7231311"/>
              <a:gd name="csY9" fmla="*/ 260223 h 1369263"/>
              <a:gd name="csX10" fmla="*/ 900256 w 7231311"/>
              <a:gd name="csY10" fmla="*/ 44826 h 1369263"/>
              <a:gd name="csX11" fmla="*/ 0 w 7231311"/>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229340 w 7160110"/>
              <a:gd name="csY5" fmla="*/ 535931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229340 w 7160110"/>
              <a:gd name="csY5" fmla="*/ 535931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69263"/>
              <a:gd name="csX1" fmla="*/ 6426013 w 7160110"/>
              <a:gd name="csY1" fmla="*/ 423065 h 1369263"/>
              <a:gd name="csX2" fmla="*/ 5479447 w 7160110"/>
              <a:gd name="csY2" fmla="*/ 427740 h 1369263"/>
              <a:gd name="csX3" fmla="*/ 4731445 w 7160110"/>
              <a:gd name="csY3" fmla="*/ 458077 h 1369263"/>
              <a:gd name="csX4" fmla="*/ 3464245 w 7160110"/>
              <a:gd name="csY4" fmla="*/ 501277 h 1369263"/>
              <a:gd name="csX5" fmla="*/ 2670626 w 7160110"/>
              <a:gd name="csY5" fmla="*/ 518700 h 1369263"/>
              <a:gd name="csX6" fmla="*/ 2158139 w 7160110"/>
              <a:gd name="csY6" fmla="*/ 1268277 h 1369263"/>
              <a:gd name="csX7" fmla="*/ 1971311 w 7160110"/>
              <a:gd name="csY7" fmla="*/ 1258057 h 1369263"/>
              <a:gd name="csX8" fmla="*/ 1863983 w 7160110"/>
              <a:gd name="csY8" fmla="*/ 344656 h 1369263"/>
              <a:gd name="csX9" fmla="*/ 1446129 w 7160110"/>
              <a:gd name="csY9" fmla="*/ 260223 h 1369263"/>
              <a:gd name="csX10" fmla="*/ 900256 w 7160110"/>
              <a:gd name="csY10" fmla="*/ 44826 h 1369263"/>
              <a:gd name="csX11" fmla="*/ 0 w 7160110"/>
              <a:gd name="csY11" fmla="*/ 0 h 1369263"/>
              <a:gd name="csX0" fmla="*/ 7160110 w 7160110"/>
              <a:gd name="csY0" fmla="*/ 575108 h 1359998"/>
              <a:gd name="csX1" fmla="*/ 6426013 w 7160110"/>
              <a:gd name="csY1" fmla="*/ 423065 h 1359998"/>
              <a:gd name="csX2" fmla="*/ 5479447 w 7160110"/>
              <a:gd name="csY2" fmla="*/ 427740 h 1359998"/>
              <a:gd name="csX3" fmla="*/ 4731445 w 7160110"/>
              <a:gd name="csY3" fmla="*/ 458077 h 1359998"/>
              <a:gd name="csX4" fmla="*/ 3464245 w 7160110"/>
              <a:gd name="csY4" fmla="*/ 501277 h 1359998"/>
              <a:gd name="csX5" fmla="*/ 2670626 w 7160110"/>
              <a:gd name="csY5" fmla="*/ 518700 h 1359998"/>
              <a:gd name="csX6" fmla="*/ 2610189 w 7160110"/>
              <a:gd name="csY6" fmla="*/ 1251046 h 1359998"/>
              <a:gd name="csX7" fmla="*/ 1971311 w 7160110"/>
              <a:gd name="csY7" fmla="*/ 1258057 h 1359998"/>
              <a:gd name="csX8" fmla="*/ 1863983 w 7160110"/>
              <a:gd name="csY8" fmla="*/ 344656 h 1359998"/>
              <a:gd name="csX9" fmla="*/ 1446129 w 7160110"/>
              <a:gd name="csY9" fmla="*/ 260223 h 1359998"/>
              <a:gd name="csX10" fmla="*/ 900256 w 7160110"/>
              <a:gd name="csY10" fmla="*/ 44826 h 1359998"/>
              <a:gd name="csX11" fmla="*/ 0 w 7160110"/>
              <a:gd name="csY11" fmla="*/ 0 h 1359998"/>
              <a:gd name="csX0" fmla="*/ 7160110 w 7160110"/>
              <a:gd name="csY0" fmla="*/ 575108 h 1350950"/>
              <a:gd name="csX1" fmla="*/ 6426013 w 7160110"/>
              <a:gd name="csY1" fmla="*/ 423065 h 1350950"/>
              <a:gd name="csX2" fmla="*/ 5479447 w 7160110"/>
              <a:gd name="csY2" fmla="*/ 427740 h 1350950"/>
              <a:gd name="csX3" fmla="*/ 4731445 w 7160110"/>
              <a:gd name="csY3" fmla="*/ 458077 h 1350950"/>
              <a:gd name="csX4" fmla="*/ 3464245 w 7160110"/>
              <a:gd name="csY4" fmla="*/ 501277 h 1350950"/>
              <a:gd name="csX5" fmla="*/ 2670626 w 7160110"/>
              <a:gd name="csY5" fmla="*/ 518700 h 1350950"/>
              <a:gd name="csX6" fmla="*/ 2610189 w 7160110"/>
              <a:gd name="csY6" fmla="*/ 1251046 h 1350950"/>
              <a:gd name="csX7" fmla="*/ 2132757 w 7160110"/>
              <a:gd name="csY7" fmla="*/ 1240826 h 1350950"/>
              <a:gd name="csX8" fmla="*/ 1863983 w 7160110"/>
              <a:gd name="csY8" fmla="*/ 344656 h 1350950"/>
              <a:gd name="csX9" fmla="*/ 1446129 w 7160110"/>
              <a:gd name="csY9" fmla="*/ 260223 h 1350950"/>
              <a:gd name="csX10" fmla="*/ 900256 w 7160110"/>
              <a:gd name="csY10" fmla="*/ 44826 h 1350950"/>
              <a:gd name="csX11" fmla="*/ 0 w 7160110"/>
              <a:gd name="csY11" fmla="*/ 0 h 1350950"/>
              <a:gd name="csX0" fmla="*/ 7160110 w 7160110"/>
              <a:gd name="csY0" fmla="*/ 575108 h 1349872"/>
              <a:gd name="csX1" fmla="*/ 6426013 w 7160110"/>
              <a:gd name="csY1" fmla="*/ 423065 h 1349872"/>
              <a:gd name="csX2" fmla="*/ 5479447 w 7160110"/>
              <a:gd name="csY2" fmla="*/ 427740 h 1349872"/>
              <a:gd name="csX3" fmla="*/ 4731445 w 7160110"/>
              <a:gd name="csY3" fmla="*/ 458077 h 1349872"/>
              <a:gd name="csX4" fmla="*/ 3464245 w 7160110"/>
              <a:gd name="csY4" fmla="*/ 501277 h 1349872"/>
              <a:gd name="csX5" fmla="*/ 2670626 w 7160110"/>
              <a:gd name="csY5" fmla="*/ 518700 h 1349872"/>
              <a:gd name="csX6" fmla="*/ 2610189 w 7160110"/>
              <a:gd name="csY6" fmla="*/ 1251046 h 1349872"/>
              <a:gd name="csX7" fmla="*/ 2132757 w 7160110"/>
              <a:gd name="csY7" fmla="*/ 1240826 h 1349872"/>
              <a:gd name="csX8" fmla="*/ 2068482 w 7160110"/>
              <a:gd name="csY8" fmla="*/ 361889 h 1349872"/>
              <a:gd name="csX9" fmla="*/ 1446129 w 7160110"/>
              <a:gd name="csY9" fmla="*/ 260223 h 1349872"/>
              <a:gd name="csX10" fmla="*/ 900256 w 7160110"/>
              <a:gd name="csY10" fmla="*/ 44826 h 1349872"/>
              <a:gd name="csX11" fmla="*/ 0 w 7160110"/>
              <a:gd name="csY11" fmla="*/ 0 h 1349872"/>
              <a:gd name="csX0" fmla="*/ 7160110 w 7160110"/>
              <a:gd name="csY0" fmla="*/ 575108 h 1349872"/>
              <a:gd name="csX1" fmla="*/ 6426013 w 7160110"/>
              <a:gd name="csY1" fmla="*/ 423065 h 1349872"/>
              <a:gd name="csX2" fmla="*/ 5479447 w 7160110"/>
              <a:gd name="csY2" fmla="*/ 427740 h 1349872"/>
              <a:gd name="csX3" fmla="*/ 4731445 w 7160110"/>
              <a:gd name="csY3" fmla="*/ 458077 h 1349872"/>
              <a:gd name="csX4" fmla="*/ 3431956 w 7160110"/>
              <a:gd name="csY4" fmla="*/ 475429 h 1349872"/>
              <a:gd name="csX5" fmla="*/ 2670626 w 7160110"/>
              <a:gd name="csY5" fmla="*/ 518700 h 1349872"/>
              <a:gd name="csX6" fmla="*/ 2610189 w 7160110"/>
              <a:gd name="csY6" fmla="*/ 1251046 h 1349872"/>
              <a:gd name="csX7" fmla="*/ 2132757 w 7160110"/>
              <a:gd name="csY7" fmla="*/ 1240826 h 1349872"/>
              <a:gd name="csX8" fmla="*/ 2068482 w 7160110"/>
              <a:gd name="csY8" fmla="*/ 361889 h 1349872"/>
              <a:gd name="csX9" fmla="*/ 1446129 w 7160110"/>
              <a:gd name="csY9" fmla="*/ 260223 h 1349872"/>
              <a:gd name="csX10" fmla="*/ 900256 w 7160110"/>
              <a:gd name="csY10" fmla="*/ 44826 h 1349872"/>
              <a:gd name="csX11" fmla="*/ 0 w 7160110"/>
              <a:gd name="csY11" fmla="*/ 0 h 1349872"/>
              <a:gd name="csX0" fmla="*/ 7160110 w 7160110"/>
              <a:gd name="csY0" fmla="*/ 575108 h 2069898"/>
              <a:gd name="csX1" fmla="*/ 6426013 w 7160110"/>
              <a:gd name="csY1" fmla="*/ 423065 h 2069898"/>
              <a:gd name="csX2" fmla="*/ 5479447 w 7160110"/>
              <a:gd name="csY2" fmla="*/ 427740 h 2069898"/>
              <a:gd name="csX3" fmla="*/ 4731445 w 7160110"/>
              <a:gd name="csY3" fmla="*/ 458077 h 2069898"/>
              <a:gd name="csX4" fmla="*/ 3418076 w 7160110"/>
              <a:gd name="csY4" fmla="*/ 2069852 h 2069898"/>
              <a:gd name="csX5" fmla="*/ 2670626 w 7160110"/>
              <a:gd name="csY5" fmla="*/ 518700 h 2069898"/>
              <a:gd name="csX6" fmla="*/ 2610189 w 7160110"/>
              <a:gd name="csY6" fmla="*/ 1251046 h 2069898"/>
              <a:gd name="csX7" fmla="*/ 2132757 w 7160110"/>
              <a:gd name="csY7" fmla="*/ 1240826 h 2069898"/>
              <a:gd name="csX8" fmla="*/ 2068482 w 7160110"/>
              <a:gd name="csY8" fmla="*/ 361889 h 2069898"/>
              <a:gd name="csX9" fmla="*/ 1446129 w 7160110"/>
              <a:gd name="csY9" fmla="*/ 260223 h 2069898"/>
              <a:gd name="csX10" fmla="*/ 900256 w 7160110"/>
              <a:gd name="csY10" fmla="*/ 44826 h 2069898"/>
              <a:gd name="csX11" fmla="*/ 0 w 7160110"/>
              <a:gd name="csY11" fmla="*/ 0 h 2069898"/>
              <a:gd name="csX0" fmla="*/ 7160110 w 7160110"/>
              <a:gd name="csY0" fmla="*/ 575108 h 2179784"/>
              <a:gd name="csX1" fmla="*/ 6426013 w 7160110"/>
              <a:gd name="csY1" fmla="*/ 423065 h 2179784"/>
              <a:gd name="csX2" fmla="*/ 5479447 w 7160110"/>
              <a:gd name="csY2" fmla="*/ 427740 h 2179784"/>
              <a:gd name="csX3" fmla="*/ 4731445 w 7160110"/>
              <a:gd name="csY3" fmla="*/ 458077 h 2179784"/>
              <a:gd name="csX4" fmla="*/ 3418076 w 7160110"/>
              <a:gd name="csY4" fmla="*/ 2069852 h 2179784"/>
              <a:gd name="csX5" fmla="*/ 2781668 w 7160110"/>
              <a:gd name="csY5" fmla="*/ 2101311 h 2179784"/>
              <a:gd name="csX6" fmla="*/ 2610189 w 7160110"/>
              <a:gd name="csY6" fmla="*/ 1251046 h 2179784"/>
              <a:gd name="csX7" fmla="*/ 2132757 w 7160110"/>
              <a:gd name="csY7" fmla="*/ 1240826 h 2179784"/>
              <a:gd name="csX8" fmla="*/ 2068482 w 7160110"/>
              <a:gd name="csY8" fmla="*/ 361889 h 2179784"/>
              <a:gd name="csX9" fmla="*/ 1446129 w 7160110"/>
              <a:gd name="csY9" fmla="*/ 260223 h 2179784"/>
              <a:gd name="csX10" fmla="*/ 900256 w 7160110"/>
              <a:gd name="csY10" fmla="*/ 44826 h 2179784"/>
              <a:gd name="csX11" fmla="*/ 0 w 7160110"/>
              <a:gd name="csY11" fmla="*/ 0 h 2179784"/>
              <a:gd name="csX0" fmla="*/ 7160110 w 7160110"/>
              <a:gd name="csY0" fmla="*/ 575108 h 2262582"/>
              <a:gd name="csX1" fmla="*/ 6426013 w 7160110"/>
              <a:gd name="csY1" fmla="*/ 423065 h 2262582"/>
              <a:gd name="csX2" fmla="*/ 5479447 w 7160110"/>
              <a:gd name="csY2" fmla="*/ 427740 h 2262582"/>
              <a:gd name="csX3" fmla="*/ 4745327 w 7160110"/>
              <a:gd name="csY3" fmla="*/ 2158794 h 2262582"/>
              <a:gd name="csX4" fmla="*/ 3418076 w 7160110"/>
              <a:gd name="csY4" fmla="*/ 2069852 h 2262582"/>
              <a:gd name="csX5" fmla="*/ 2781668 w 7160110"/>
              <a:gd name="csY5" fmla="*/ 2101311 h 2262582"/>
              <a:gd name="csX6" fmla="*/ 2610189 w 7160110"/>
              <a:gd name="csY6" fmla="*/ 1251046 h 2262582"/>
              <a:gd name="csX7" fmla="*/ 2132757 w 7160110"/>
              <a:gd name="csY7" fmla="*/ 1240826 h 2262582"/>
              <a:gd name="csX8" fmla="*/ 2068482 w 7160110"/>
              <a:gd name="csY8" fmla="*/ 361889 h 2262582"/>
              <a:gd name="csX9" fmla="*/ 1446129 w 7160110"/>
              <a:gd name="csY9" fmla="*/ 260223 h 2262582"/>
              <a:gd name="csX10" fmla="*/ 900256 w 7160110"/>
              <a:gd name="csY10" fmla="*/ 44826 h 2262582"/>
              <a:gd name="csX11" fmla="*/ 0 w 7160110"/>
              <a:gd name="csY11" fmla="*/ 0 h 2262582"/>
              <a:gd name="csX0" fmla="*/ 7160110 w 7160110"/>
              <a:gd name="csY0" fmla="*/ 575108 h 2351129"/>
              <a:gd name="csX1" fmla="*/ 6426013 w 7160110"/>
              <a:gd name="csY1" fmla="*/ 423065 h 2351129"/>
              <a:gd name="csX2" fmla="*/ 5521088 w 7160110"/>
              <a:gd name="csY2" fmla="*/ 2234752 h 2351129"/>
              <a:gd name="csX3" fmla="*/ 4745327 w 7160110"/>
              <a:gd name="csY3" fmla="*/ 2158794 h 2351129"/>
              <a:gd name="csX4" fmla="*/ 3418076 w 7160110"/>
              <a:gd name="csY4" fmla="*/ 2069852 h 2351129"/>
              <a:gd name="csX5" fmla="*/ 2781668 w 7160110"/>
              <a:gd name="csY5" fmla="*/ 2101311 h 2351129"/>
              <a:gd name="csX6" fmla="*/ 2610189 w 7160110"/>
              <a:gd name="csY6" fmla="*/ 1251046 h 2351129"/>
              <a:gd name="csX7" fmla="*/ 2132757 w 7160110"/>
              <a:gd name="csY7" fmla="*/ 1240826 h 2351129"/>
              <a:gd name="csX8" fmla="*/ 2068482 w 7160110"/>
              <a:gd name="csY8" fmla="*/ 361889 h 2351129"/>
              <a:gd name="csX9" fmla="*/ 1446129 w 7160110"/>
              <a:gd name="csY9" fmla="*/ 260223 h 2351129"/>
              <a:gd name="csX10" fmla="*/ 900256 w 7160110"/>
              <a:gd name="csY10" fmla="*/ 44826 h 2351129"/>
              <a:gd name="csX11" fmla="*/ 0 w 7160110"/>
              <a:gd name="csY11" fmla="*/ 0 h 2351129"/>
              <a:gd name="csX0" fmla="*/ 7160110 w 7160110"/>
              <a:gd name="csY0" fmla="*/ 575108 h 2262515"/>
              <a:gd name="csX1" fmla="*/ 6550936 w 7160110"/>
              <a:gd name="csY1" fmla="*/ 1651361 h 2262515"/>
              <a:gd name="csX2" fmla="*/ 5521088 w 7160110"/>
              <a:gd name="csY2" fmla="*/ 2234752 h 2262515"/>
              <a:gd name="csX3" fmla="*/ 4745327 w 7160110"/>
              <a:gd name="csY3" fmla="*/ 2158794 h 2262515"/>
              <a:gd name="csX4" fmla="*/ 3418076 w 7160110"/>
              <a:gd name="csY4" fmla="*/ 2069852 h 2262515"/>
              <a:gd name="csX5" fmla="*/ 2781668 w 7160110"/>
              <a:gd name="csY5" fmla="*/ 2101311 h 2262515"/>
              <a:gd name="csX6" fmla="*/ 2610189 w 7160110"/>
              <a:gd name="csY6" fmla="*/ 1251046 h 2262515"/>
              <a:gd name="csX7" fmla="*/ 2132757 w 7160110"/>
              <a:gd name="csY7" fmla="*/ 1240826 h 2262515"/>
              <a:gd name="csX8" fmla="*/ 2068482 w 7160110"/>
              <a:gd name="csY8" fmla="*/ 361889 h 2262515"/>
              <a:gd name="csX9" fmla="*/ 1446129 w 7160110"/>
              <a:gd name="csY9" fmla="*/ 260223 h 2262515"/>
              <a:gd name="csX10" fmla="*/ 900256 w 7160110"/>
              <a:gd name="csY10" fmla="*/ 44826 h 2262515"/>
              <a:gd name="csX11" fmla="*/ 0 w 7160110"/>
              <a:gd name="csY11" fmla="*/ 0 h 2262515"/>
              <a:gd name="csX0" fmla="*/ 7160110 w 7160110"/>
              <a:gd name="csY0" fmla="*/ 575108 h 2262515"/>
              <a:gd name="csX1" fmla="*/ 6550936 w 7160110"/>
              <a:gd name="csY1" fmla="*/ 1651361 h 2262515"/>
              <a:gd name="csX2" fmla="*/ 5521088 w 7160110"/>
              <a:gd name="csY2" fmla="*/ 2234752 h 2262515"/>
              <a:gd name="csX3" fmla="*/ 4745327 w 7160110"/>
              <a:gd name="csY3" fmla="*/ 2158794 h 2262515"/>
              <a:gd name="csX4" fmla="*/ 3418076 w 7160110"/>
              <a:gd name="csY4" fmla="*/ 2069852 h 2262515"/>
              <a:gd name="csX5" fmla="*/ 2781668 w 7160110"/>
              <a:gd name="csY5" fmla="*/ 2101311 h 2262515"/>
              <a:gd name="csX6" fmla="*/ 2610189 w 7160110"/>
              <a:gd name="csY6" fmla="*/ 1251046 h 2262515"/>
              <a:gd name="csX7" fmla="*/ 2132757 w 7160110"/>
              <a:gd name="csY7" fmla="*/ 1240826 h 2262515"/>
              <a:gd name="csX8" fmla="*/ 2068482 w 7160110"/>
              <a:gd name="csY8" fmla="*/ 361889 h 2262515"/>
              <a:gd name="csX9" fmla="*/ 1446129 w 7160110"/>
              <a:gd name="csY9" fmla="*/ 260223 h 2262515"/>
              <a:gd name="csX10" fmla="*/ 900256 w 7160110"/>
              <a:gd name="csY10" fmla="*/ 44826 h 2262515"/>
              <a:gd name="csX11" fmla="*/ 0 w 7160110"/>
              <a:gd name="csY11" fmla="*/ 0 h 2262515"/>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3418076 w 7160110"/>
              <a:gd name="csY5" fmla="*/ 2069852 h 2261028"/>
              <a:gd name="csX6" fmla="*/ 2781668 w 7160110"/>
              <a:gd name="csY6" fmla="*/ 2101311 h 2261028"/>
              <a:gd name="csX7" fmla="*/ 2610189 w 7160110"/>
              <a:gd name="csY7" fmla="*/ 1251046 h 2261028"/>
              <a:gd name="csX8" fmla="*/ 2132757 w 7160110"/>
              <a:gd name="csY8" fmla="*/ 1240826 h 2261028"/>
              <a:gd name="csX9" fmla="*/ 2068482 w 7160110"/>
              <a:gd name="csY9" fmla="*/ 361889 h 2261028"/>
              <a:gd name="csX10" fmla="*/ 1446129 w 7160110"/>
              <a:gd name="csY10" fmla="*/ 260223 h 2261028"/>
              <a:gd name="csX11" fmla="*/ 900256 w 7160110"/>
              <a:gd name="csY11" fmla="*/ 44826 h 2261028"/>
              <a:gd name="csX12" fmla="*/ 0 w 7160110"/>
              <a:gd name="csY12"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3418076 w 7160110"/>
              <a:gd name="csY5" fmla="*/ 2069852 h 2261028"/>
              <a:gd name="csX6" fmla="*/ 2781668 w 7160110"/>
              <a:gd name="csY6" fmla="*/ 2101311 h 2261028"/>
              <a:gd name="csX7" fmla="*/ 2610189 w 7160110"/>
              <a:gd name="csY7" fmla="*/ 1251046 h 2261028"/>
              <a:gd name="csX8" fmla="*/ 2132757 w 7160110"/>
              <a:gd name="csY8" fmla="*/ 1240826 h 2261028"/>
              <a:gd name="csX9" fmla="*/ 2068482 w 7160110"/>
              <a:gd name="csY9" fmla="*/ 361889 h 2261028"/>
              <a:gd name="csX10" fmla="*/ 1446129 w 7160110"/>
              <a:gd name="csY10" fmla="*/ 260223 h 2261028"/>
              <a:gd name="csX11" fmla="*/ 900256 w 7160110"/>
              <a:gd name="csY11" fmla="*/ 44826 h 2261028"/>
              <a:gd name="csX12" fmla="*/ 0 w 7160110"/>
              <a:gd name="csY12"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3418076 w 7160110"/>
              <a:gd name="csY5" fmla="*/ 2069852 h 2261028"/>
              <a:gd name="csX6" fmla="*/ 2781668 w 7160110"/>
              <a:gd name="csY6" fmla="*/ 2101311 h 2261028"/>
              <a:gd name="csX7" fmla="*/ 2610189 w 7160110"/>
              <a:gd name="csY7" fmla="*/ 1251046 h 2261028"/>
              <a:gd name="csX8" fmla="*/ 2132757 w 7160110"/>
              <a:gd name="csY8" fmla="*/ 1240826 h 2261028"/>
              <a:gd name="csX9" fmla="*/ 2068482 w 7160110"/>
              <a:gd name="csY9" fmla="*/ 361889 h 2261028"/>
              <a:gd name="csX10" fmla="*/ 1446129 w 7160110"/>
              <a:gd name="csY10" fmla="*/ 260223 h 2261028"/>
              <a:gd name="csX11" fmla="*/ 900256 w 7160110"/>
              <a:gd name="csY11" fmla="*/ 44826 h 2261028"/>
              <a:gd name="csX12" fmla="*/ 0 w 7160110"/>
              <a:gd name="csY12"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3418076 w 7160110"/>
              <a:gd name="csY5" fmla="*/ 2069852 h 2261028"/>
              <a:gd name="csX6" fmla="*/ 2781668 w 7160110"/>
              <a:gd name="csY6" fmla="*/ 2101311 h 2261028"/>
              <a:gd name="csX7" fmla="*/ 2610189 w 7160110"/>
              <a:gd name="csY7" fmla="*/ 1251046 h 2261028"/>
              <a:gd name="csX8" fmla="*/ 2132757 w 7160110"/>
              <a:gd name="csY8" fmla="*/ 1240826 h 2261028"/>
              <a:gd name="csX9" fmla="*/ 2068482 w 7160110"/>
              <a:gd name="csY9" fmla="*/ 361889 h 2261028"/>
              <a:gd name="csX10" fmla="*/ 1446129 w 7160110"/>
              <a:gd name="csY10" fmla="*/ 260223 h 2261028"/>
              <a:gd name="csX11" fmla="*/ 900256 w 7160110"/>
              <a:gd name="csY11" fmla="*/ 44826 h 2261028"/>
              <a:gd name="csX12" fmla="*/ 0 w 7160110"/>
              <a:gd name="csY12"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3418076 w 7160110"/>
              <a:gd name="csY5" fmla="*/ 2069852 h 2261028"/>
              <a:gd name="csX6" fmla="*/ 2726148 w 7160110"/>
              <a:gd name="csY6" fmla="*/ 2136742 h 2261028"/>
              <a:gd name="csX7" fmla="*/ 2610189 w 7160110"/>
              <a:gd name="csY7" fmla="*/ 1251046 h 2261028"/>
              <a:gd name="csX8" fmla="*/ 2132757 w 7160110"/>
              <a:gd name="csY8" fmla="*/ 1240826 h 2261028"/>
              <a:gd name="csX9" fmla="*/ 2068482 w 7160110"/>
              <a:gd name="csY9" fmla="*/ 361889 h 2261028"/>
              <a:gd name="csX10" fmla="*/ 1446129 w 7160110"/>
              <a:gd name="csY10" fmla="*/ 260223 h 2261028"/>
              <a:gd name="csX11" fmla="*/ 900256 w 7160110"/>
              <a:gd name="csY11" fmla="*/ 44826 h 2261028"/>
              <a:gd name="csX12" fmla="*/ 0 w 7160110"/>
              <a:gd name="csY12"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2726148 w 7160110"/>
              <a:gd name="csY5" fmla="*/ 2136742 h 2261028"/>
              <a:gd name="csX6" fmla="*/ 2610189 w 7160110"/>
              <a:gd name="csY6" fmla="*/ 1251046 h 2261028"/>
              <a:gd name="csX7" fmla="*/ 2132757 w 7160110"/>
              <a:gd name="csY7" fmla="*/ 1240826 h 2261028"/>
              <a:gd name="csX8" fmla="*/ 2068482 w 7160110"/>
              <a:gd name="csY8" fmla="*/ 361889 h 2261028"/>
              <a:gd name="csX9" fmla="*/ 1446129 w 7160110"/>
              <a:gd name="csY9" fmla="*/ 260223 h 2261028"/>
              <a:gd name="csX10" fmla="*/ 900256 w 7160110"/>
              <a:gd name="csY10" fmla="*/ 44826 h 2261028"/>
              <a:gd name="csX11" fmla="*/ 0 w 7160110"/>
              <a:gd name="csY11"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2656747 w 7160110"/>
              <a:gd name="csY5" fmla="*/ 2065879 h 2261028"/>
              <a:gd name="csX6" fmla="*/ 2610189 w 7160110"/>
              <a:gd name="csY6" fmla="*/ 1251046 h 2261028"/>
              <a:gd name="csX7" fmla="*/ 2132757 w 7160110"/>
              <a:gd name="csY7" fmla="*/ 1240826 h 2261028"/>
              <a:gd name="csX8" fmla="*/ 2068482 w 7160110"/>
              <a:gd name="csY8" fmla="*/ 361889 h 2261028"/>
              <a:gd name="csX9" fmla="*/ 1446129 w 7160110"/>
              <a:gd name="csY9" fmla="*/ 260223 h 2261028"/>
              <a:gd name="csX10" fmla="*/ 900256 w 7160110"/>
              <a:gd name="csY10" fmla="*/ 44826 h 2261028"/>
              <a:gd name="csX11" fmla="*/ 0 w 7160110"/>
              <a:gd name="csY11"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2656747 w 7160110"/>
              <a:gd name="csY5" fmla="*/ 2065879 h 2261028"/>
              <a:gd name="csX6" fmla="*/ 2610189 w 7160110"/>
              <a:gd name="csY6" fmla="*/ 1251046 h 2261028"/>
              <a:gd name="csX7" fmla="*/ 2132757 w 7160110"/>
              <a:gd name="csY7" fmla="*/ 1240826 h 2261028"/>
              <a:gd name="csX8" fmla="*/ 2068482 w 7160110"/>
              <a:gd name="csY8" fmla="*/ 361889 h 2261028"/>
              <a:gd name="csX9" fmla="*/ 1446129 w 7160110"/>
              <a:gd name="csY9" fmla="*/ 260223 h 2261028"/>
              <a:gd name="csX10" fmla="*/ 900256 w 7160110"/>
              <a:gd name="csY10" fmla="*/ 44826 h 2261028"/>
              <a:gd name="csX11" fmla="*/ 0 w 7160110"/>
              <a:gd name="csY11"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2656747 w 7160110"/>
              <a:gd name="csY5" fmla="*/ 2065879 h 2261028"/>
              <a:gd name="csX6" fmla="*/ 2610189 w 7160110"/>
              <a:gd name="csY6" fmla="*/ 1251046 h 2261028"/>
              <a:gd name="csX7" fmla="*/ 2132757 w 7160110"/>
              <a:gd name="csY7" fmla="*/ 1240826 h 2261028"/>
              <a:gd name="csX8" fmla="*/ 2068482 w 7160110"/>
              <a:gd name="csY8" fmla="*/ 361889 h 2261028"/>
              <a:gd name="csX9" fmla="*/ 1446129 w 7160110"/>
              <a:gd name="csY9" fmla="*/ 260223 h 2261028"/>
              <a:gd name="csX10" fmla="*/ 900256 w 7160110"/>
              <a:gd name="csY10" fmla="*/ 44826 h 2261028"/>
              <a:gd name="csX11" fmla="*/ 0 w 7160110"/>
              <a:gd name="csY11" fmla="*/ 0 h 2261028"/>
              <a:gd name="csX0" fmla="*/ 7160110 w 7160110"/>
              <a:gd name="csY0" fmla="*/ 575108 h 2261028"/>
              <a:gd name="csX1" fmla="*/ 6550936 w 7160110"/>
              <a:gd name="csY1" fmla="*/ 1651361 h 2261028"/>
              <a:gd name="csX2" fmla="*/ 5521088 w 7160110"/>
              <a:gd name="csY2" fmla="*/ 2234752 h 2261028"/>
              <a:gd name="csX3" fmla="*/ 4745327 w 7160110"/>
              <a:gd name="csY3" fmla="*/ 2158794 h 2261028"/>
              <a:gd name="csX4" fmla="*/ 3517474 w 7160110"/>
              <a:gd name="csY4" fmla="*/ 2143392 h 2261028"/>
              <a:gd name="csX5" fmla="*/ 2656747 w 7160110"/>
              <a:gd name="csY5" fmla="*/ 2065879 h 2261028"/>
              <a:gd name="csX6" fmla="*/ 2582430 w 7160110"/>
              <a:gd name="csY6" fmla="*/ 1286478 h 2261028"/>
              <a:gd name="csX7" fmla="*/ 2132757 w 7160110"/>
              <a:gd name="csY7" fmla="*/ 1240826 h 2261028"/>
              <a:gd name="csX8" fmla="*/ 2068482 w 7160110"/>
              <a:gd name="csY8" fmla="*/ 361889 h 2261028"/>
              <a:gd name="csX9" fmla="*/ 1446129 w 7160110"/>
              <a:gd name="csY9" fmla="*/ 260223 h 2261028"/>
              <a:gd name="csX10" fmla="*/ 900256 w 7160110"/>
              <a:gd name="csY10" fmla="*/ 44826 h 2261028"/>
              <a:gd name="csX11" fmla="*/ 0 w 7160110"/>
              <a:gd name="csY11" fmla="*/ 0 h 2261028"/>
              <a:gd name="csX0" fmla="*/ 7215630 w 7215630"/>
              <a:gd name="csY0" fmla="*/ 811318 h 2261028"/>
              <a:gd name="csX1" fmla="*/ 6550936 w 7215630"/>
              <a:gd name="csY1" fmla="*/ 1651361 h 2261028"/>
              <a:gd name="csX2" fmla="*/ 5521088 w 7215630"/>
              <a:gd name="csY2" fmla="*/ 2234752 h 2261028"/>
              <a:gd name="csX3" fmla="*/ 4745327 w 7215630"/>
              <a:gd name="csY3" fmla="*/ 2158794 h 2261028"/>
              <a:gd name="csX4" fmla="*/ 3517474 w 7215630"/>
              <a:gd name="csY4" fmla="*/ 2143392 h 2261028"/>
              <a:gd name="csX5" fmla="*/ 2656747 w 7215630"/>
              <a:gd name="csY5" fmla="*/ 2065879 h 2261028"/>
              <a:gd name="csX6" fmla="*/ 2582430 w 7215630"/>
              <a:gd name="csY6" fmla="*/ 1286478 h 2261028"/>
              <a:gd name="csX7" fmla="*/ 2132757 w 7215630"/>
              <a:gd name="csY7" fmla="*/ 1240826 h 2261028"/>
              <a:gd name="csX8" fmla="*/ 2068482 w 7215630"/>
              <a:gd name="csY8" fmla="*/ 361889 h 2261028"/>
              <a:gd name="csX9" fmla="*/ 1446129 w 7215630"/>
              <a:gd name="csY9" fmla="*/ 260223 h 2261028"/>
              <a:gd name="csX10" fmla="*/ 900256 w 7215630"/>
              <a:gd name="csY10" fmla="*/ 44826 h 2261028"/>
              <a:gd name="csX11" fmla="*/ 0 w 7215630"/>
              <a:gd name="csY11" fmla="*/ 0 h 2261028"/>
              <a:gd name="csX0" fmla="*/ 7215630 w 7215630"/>
              <a:gd name="csY0" fmla="*/ 811318 h 2261028"/>
              <a:gd name="csX1" fmla="*/ 6550936 w 7215630"/>
              <a:gd name="csY1" fmla="*/ 1651361 h 2261028"/>
              <a:gd name="csX2" fmla="*/ 5521088 w 7215630"/>
              <a:gd name="csY2" fmla="*/ 2234752 h 2261028"/>
              <a:gd name="csX3" fmla="*/ 4745327 w 7215630"/>
              <a:gd name="csY3" fmla="*/ 2158794 h 2261028"/>
              <a:gd name="csX4" fmla="*/ 3517474 w 7215630"/>
              <a:gd name="csY4" fmla="*/ 2143392 h 2261028"/>
              <a:gd name="csX5" fmla="*/ 2656747 w 7215630"/>
              <a:gd name="csY5" fmla="*/ 2065879 h 2261028"/>
              <a:gd name="csX6" fmla="*/ 2582430 w 7215630"/>
              <a:gd name="csY6" fmla="*/ 1286478 h 2261028"/>
              <a:gd name="csX7" fmla="*/ 2132757 w 7215630"/>
              <a:gd name="csY7" fmla="*/ 1240826 h 2261028"/>
              <a:gd name="csX8" fmla="*/ 2068482 w 7215630"/>
              <a:gd name="csY8" fmla="*/ 361889 h 2261028"/>
              <a:gd name="csX9" fmla="*/ 1446129 w 7215630"/>
              <a:gd name="csY9" fmla="*/ 260223 h 2261028"/>
              <a:gd name="csX10" fmla="*/ 900256 w 7215630"/>
              <a:gd name="csY10" fmla="*/ 44826 h 2261028"/>
              <a:gd name="csX11" fmla="*/ 0 w 7215630"/>
              <a:gd name="csY11" fmla="*/ 0 h 2261028"/>
              <a:gd name="csX0" fmla="*/ 7021307 w 7021307"/>
              <a:gd name="csY0" fmla="*/ 834939 h 2261028"/>
              <a:gd name="csX1" fmla="*/ 6550936 w 7021307"/>
              <a:gd name="csY1" fmla="*/ 1651361 h 2261028"/>
              <a:gd name="csX2" fmla="*/ 5521088 w 7021307"/>
              <a:gd name="csY2" fmla="*/ 2234752 h 2261028"/>
              <a:gd name="csX3" fmla="*/ 4745327 w 7021307"/>
              <a:gd name="csY3" fmla="*/ 2158794 h 2261028"/>
              <a:gd name="csX4" fmla="*/ 3517474 w 7021307"/>
              <a:gd name="csY4" fmla="*/ 2143392 h 2261028"/>
              <a:gd name="csX5" fmla="*/ 2656747 w 7021307"/>
              <a:gd name="csY5" fmla="*/ 2065879 h 2261028"/>
              <a:gd name="csX6" fmla="*/ 2582430 w 7021307"/>
              <a:gd name="csY6" fmla="*/ 1286478 h 2261028"/>
              <a:gd name="csX7" fmla="*/ 2132757 w 7021307"/>
              <a:gd name="csY7" fmla="*/ 1240826 h 2261028"/>
              <a:gd name="csX8" fmla="*/ 2068482 w 7021307"/>
              <a:gd name="csY8" fmla="*/ 361889 h 2261028"/>
              <a:gd name="csX9" fmla="*/ 1446129 w 7021307"/>
              <a:gd name="csY9" fmla="*/ 260223 h 2261028"/>
              <a:gd name="csX10" fmla="*/ 900256 w 7021307"/>
              <a:gd name="csY10" fmla="*/ 44826 h 2261028"/>
              <a:gd name="csX11" fmla="*/ 0 w 7021307"/>
              <a:gd name="csY11" fmla="*/ 0 h 2261028"/>
              <a:gd name="csX0" fmla="*/ 7021307 w 7021307"/>
              <a:gd name="csY0" fmla="*/ 834939 h 2261028"/>
              <a:gd name="csX1" fmla="*/ 6550936 w 7021307"/>
              <a:gd name="csY1" fmla="*/ 1651361 h 2261028"/>
              <a:gd name="csX2" fmla="*/ 5521088 w 7021307"/>
              <a:gd name="csY2" fmla="*/ 2234752 h 2261028"/>
              <a:gd name="csX3" fmla="*/ 4745327 w 7021307"/>
              <a:gd name="csY3" fmla="*/ 2158794 h 2261028"/>
              <a:gd name="csX4" fmla="*/ 3517474 w 7021307"/>
              <a:gd name="csY4" fmla="*/ 2143392 h 2261028"/>
              <a:gd name="csX5" fmla="*/ 2656747 w 7021307"/>
              <a:gd name="csY5" fmla="*/ 2065879 h 2261028"/>
              <a:gd name="csX6" fmla="*/ 2582430 w 7021307"/>
              <a:gd name="csY6" fmla="*/ 1286478 h 2261028"/>
              <a:gd name="csX7" fmla="*/ 2132757 w 7021307"/>
              <a:gd name="csY7" fmla="*/ 1240826 h 2261028"/>
              <a:gd name="csX8" fmla="*/ 2068482 w 7021307"/>
              <a:gd name="csY8" fmla="*/ 361889 h 2261028"/>
              <a:gd name="csX9" fmla="*/ 1446129 w 7021307"/>
              <a:gd name="csY9" fmla="*/ 260223 h 2261028"/>
              <a:gd name="csX10" fmla="*/ 900256 w 7021307"/>
              <a:gd name="csY10" fmla="*/ 44826 h 2261028"/>
              <a:gd name="csX11" fmla="*/ 0 w 7021307"/>
              <a:gd name="csY11" fmla="*/ 0 h 2261028"/>
              <a:gd name="csX0" fmla="*/ 6951906 w 6951906"/>
              <a:gd name="csY0" fmla="*/ 834939 h 2261028"/>
              <a:gd name="csX1" fmla="*/ 6550936 w 6951906"/>
              <a:gd name="csY1" fmla="*/ 1651361 h 2261028"/>
              <a:gd name="csX2" fmla="*/ 5521088 w 6951906"/>
              <a:gd name="csY2" fmla="*/ 2234752 h 2261028"/>
              <a:gd name="csX3" fmla="*/ 4745327 w 6951906"/>
              <a:gd name="csY3" fmla="*/ 2158794 h 2261028"/>
              <a:gd name="csX4" fmla="*/ 3517474 w 6951906"/>
              <a:gd name="csY4" fmla="*/ 2143392 h 2261028"/>
              <a:gd name="csX5" fmla="*/ 2656747 w 6951906"/>
              <a:gd name="csY5" fmla="*/ 2065879 h 2261028"/>
              <a:gd name="csX6" fmla="*/ 2582430 w 6951906"/>
              <a:gd name="csY6" fmla="*/ 1286478 h 2261028"/>
              <a:gd name="csX7" fmla="*/ 2132757 w 6951906"/>
              <a:gd name="csY7" fmla="*/ 1240826 h 2261028"/>
              <a:gd name="csX8" fmla="*/ 2068482 w 6951906"/>
              <a:gd name="csY8" fmla="*/ 361889 h 2261028"/>
              <a:gd name="csX9" fmla="*/ 1446129 w 6951906"/>
              <a:gd name="csY9" fmla="*/ 260223 h 2261028"/>
              <a:gd name="csX10" fmla="*/ 900256 w 6951906"/>
              <a:gd name="csY10" fmla="*/ 44826 h 2261028"/>
              <a:gd name="csX11" fmla="*/ 0 w 6951906"/>
              <a:gd name="csY11" fmla="*/ 0 h 2261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951906" h="2261028">
                <a:moveTo>
                  <a:pt x="6951906" y="834939"/>
                </a:moveTo>
                <a:cubicBezTo>
                  <a:pt x="6818658" y="1202053"/>
                  <a:pt x="6789406" y="1418059"/>
                  <a:pt x="6550936" y="1651361"/>
                </a:cubicBezTo>
                <a:cubicBezTo>
                  <a:pt x="6312466" y="1884663"/>
                  <a:pt x="5822023" y="2150180"/>
                  <a:pt x="5521088" y="2234752"/>
                </a:cubicBezTo>
                <a:cubicBezTo>
                  <a:pt x="5220153" y="2319324"/>
                  <a:pt x="5079262" y="2174021"/>
                  <a:pt x="4745327" y="2158794"/>
                </a:cubicBezTo>
                <a:cubicBezTo>
                  <a:pt x="4411392" y="2143567"/>
                  <a:pt x="3854004" y="2147067"/>
                  <a:pt x="3517474" y="2143392"/>
                </a:cubicBezTo>
                <a:cubicBezTo>
                  <a:pt x="3180944" y="2139717"/>
                  <a:pt x="2807961" y="2214603"/>
                  <a:pt x="2656747" y="2065879"/>
                </a:cubicBezTo>
                <a:cubicBezTo>
                  <a:pt x="2505533" y="1917155"/>
                  <a:pt x="2823750" y="1299235"/>
                  <a:pt x="2582430" y="1286478"/>
                </a:cubicBezTo>
                <a:cubicBezTo>
                  <a:pt x="2299469" y="1250101"/>
                  <a:pt x="2218415" y="1394924"/>
                  <a:pt x="2132757" y="1240826"/>
                </a:cubicBezTo>
                <a:cubicBezTo>
                  <a:pt x="2047099" y="1086728"/>
                  <a:pt x="2182920" y="525323"/>
                  <a:pt x="2068482" y="361889"/>
                </a:cubicBezTo>
                <a:cubicBezTo>
                  <a:pt x="1954044" y="198455"/>
                  <a:pt x="1596861" y="301579"/>
                  <a:pt x="1446129" y="260223"/>
                </a:cubicBezTo>
                <a:cubicBezTo>
                  <a:pt x="1295397" y="218867"/>
                  <a:pt x="1149189" y="65221"/>
                  <a:pt x="900256" y="44826"/>
                </a:cubicBezTo>
                <a:cubicBezTo>
                  <a:pt x="599481" y="-4001"/>
                  <a:pt x="144109" y="13215"/>
                  <a:pt x="0" y="0"/>
                </a:cubicBezTo>
              </a:path>
            </a:pathLst>
          </a:custGeom>
          <a:noFill/>
          <a:ln w="38100" cap="flat" cmpd="sng" algn="ctr">
            <a:solidFill>
              <a:srgbClr val="00B0F0"/>
            </a:solidFill>
            <a:prstDash val="solid"/>
            <a:miter lim="800000"/>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609" name="Freeform: Shape 608">
            <a:extLst>
              <a:ext uri="{FF2B5EF4-FFF2-40B4-BE49-F238E27FC236}">
                <a16:creationId xmlns:a16="http://schemas.microsoft.com/office/drawing/2014/main" id="{9BDBFADA-E4AE-E679-A138-BCF8A273C4C5}"/>
              </a:ext>
            </a:extLst>
          </p:cNvPr>
          <p:cNvSpPr/>
          <p:nvPr/>
        </p:nvSpPr>
        <p:spPr>
          <a:xfrm flipV="1">
            <a:off x="10781343" y="5590293"/>
            <a:ext cx="337372" cy="104464"/>
          </a:xfrm>
          <a:custGeom>
            <a:avLst/>
            <a:gdLst>
              <a:gd name="csX0" fmla="*/ 633600 w 633600"/>
              <a:gd name="csY0" fmla="*/ 172800 h 172800"/>
              <a:gd name="csX1" fmla="*/ 0 w 633600"/>
              <a:gd name="csY1" fmla="*/ 0 h 172800"/>
            </a:gdLst>
            <a:ahLst/>
            <a:cxnLst>
              <a:cxn ang="0">
                <a:pos x="csX0" y="csY0"/>
              </a:cxn>
              <a:cxn ang="0">
                <a:pos x="csX1" y="csY1"/>
              </a:cxn>
            </a:cxnLst>
            <a:rect l="l" t="t" r="r" b="b"/>
            <a:pathLst>
              <a:path w="633600" h="172800">
                <a:moveTo>
                  <a:pt x="633600" y="172800"/>
                </a:moveTo>
                <a:lnTo>
                  <a:pt x="0" y="0"/>
                </a:lnTo>
              </a:path>
            </a:pathLst>
          </a:custGeom>
          <a:noFill/>
          <a:ln w="38100" cap="flat" cmpd="sng" algn="ctr">
            <a:solidFill>
              <a:srgbClr val="00B0F0"/>
            </a:solidFill>
            <a:prstDash val="solid"/>
            <a:miter lim="800000"/>
            <a:headEnd type="none" w="med" len="med"/>
            <a:tailEnd type="none" w="med" len="med"/>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pic>
        <p:nvPicPr>
          <p:cNvPr id="610" name="Picture 609">
            <a:extLst>
              <a:ext uri="{FF2B5EF4-FFF2-40B4-BE49-F238E27FC236}">
                <a16:creationId xmlns:a16="http://schemas.microsoft.com/office/drawing/2014/main" id="{07D279CB-7A90-B0BA-82C6-1432AFDFD1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31077" y="4136074"/>
            <a:ext cx="499369" cy="499369"/>
          </a:xfrm>
          <a:prstGeom prst="rect">
            <a:avLst/>
          </a:prstGeom>
        </p:spPr>
      </p:pic>
      <p:sp>
        <p:nvSpPr>
          <p:cNvPr id="611" name="Text Box 83">
            <a:extLst>
              <a:ext uri="{FF2B5EF4-FFF2-40B4-BE49-F238E27FC236}">
                <a16:creationId xmlns:a16="http://schemas.microsoft.com/office/drawing/2014/main" id="{228FF39A-6C00-20E0-CD26-0C63DBC75FF4}"/>
              </a:ext>
            </a:extLst>
          </p:cNvPr>
          <p:cNvSpPr txBox="1">
            <a:spLocks noChangeArrowheads="1"/>
          </p:cNvSpPr>
          <p:nvPr/>
        </p:nvSpPr>
        <p:spPr bwMode="auto">
          <a:xfrm>
            <a:off x="9929219" y="5683312"/>
            <a:ext cx="695611" cy="26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spcAft>
                <a:spcPts val="200"/>
              </a:spcAft>
              <a:buClr>
                <a:schemeClr val="bg1"/>
              </a:buClr>
              <a:buSzPct val="25000"/>
              <a:buFont typeface="Wingdings" pitchFamily="2" charset="2"/>
              <a:buChar char="à"/>
              <a:defRPr b="1">
                <a:solidFill>
                  <a:srgbClr val="3F3F3F"/>
                </a:solidFill>
                <a:latin typeface="Arial" pitchFamily="34" charset="0"/>
                <a:cs typeface="Arial" pitchFamily="34" charset="0"/>
              </a:defRPr>
            </a:lvl1pPr>
            <a:lvl2pPr marL="742950" indent="-285750" eaLnBrk="0" hangingPunct="0">
              <a:spcBef>
                <a:spcPts val="600"/>
              </a:spcBef>
              <a:spcAft>
                <a:spcPts val="200"/>
              </a:spcAft>
              <a:buSzPct val="100000"/>
              <a:buBlip>
                <a:blip r:embed="rId4"/>
              </a:buBlip>
              <a:defRPr>
                <a:solidFill>
                  <a:srgbClr val="3F3F3F"/>
                </a:solidFill>
                <a:latin typeface="Arial" pitchFamily="34" charset="0"/>
                <a:cs typeface="Arial" pitchFamily="34" charset="0"/>
              </a:defRPr>
            </a:lvl2pPr>
            <a:lvl3pPr marL="1143000" indent="-228600" eaLnBrk="0" hangingPunct="0">
              <a:spcBef>
                <a:spcPts val="600"/>
              </a:spcBef>
              <a:spcAft>
                <a:spcPts val="200"/>
              </a:spcAft>
              <a:buSzPct val="100000"/>
              <a:buBlip>
                <a:blip r:embed="rId4"/>
              </a:buBlip>
              <a:defRPr sz="1600">
                <a:solidFill>
                  <a:srgbClr val="3F3F3F"/>
                </a:solidFill>
                <a:latin typeface="Arial" pitchFamily="34" charset="0"/>
                <a:cs typeface="Arial" pitchFamily="34" charset="0"/>
              </a:defRPr>
            </a:lvl3pPr>
            <a:lvl4pPr marL="1600200" indent="-228600" eaLnBrk="0" hangingPunct="0">
              <a:spcBef>
                <a:spcPts val="600"/>
              </a:spcBef>
              <a:spcAft>
                <a:spcPts val="200"/>
              </a:spcAft>
              <a:buSzPct val="100000"/>
              <a:buBlip>
                <a:blip r:embed="rId4"/>
              </a:buBlip>
              <a:defRPr sz="1400">
                <a:solidFill>
                  <a:srgbClr val="3F3F3F"/>
                </a:solidFill>
                <a:latin typeface="Arial" pitchFamily="34" charset="0"/>
                <a:cs typeface="Arial" pitchFamily="34" charset="0"/>
              </a:defRPr>
            </a:lvl4pPr>
            <a:lvl5pPr marL="2057400" indent="-228600" eaLnBrk="0"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5pPr>
            <a:lvl6pPr marL="25146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6pPr>
            <a:lvl7pPr marL="29718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7pPr>
            <a:lvl8pPr marL="34290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8pPr>
            <a:lvl9pPr marL="3886200" indent="-228600" eaLnBrk="0" fontAlgn="base" hangingPunct="0">
              <a:spcBef>
                <a:spcPts val="600"/>
              </a:spcBef>
              <a:spcAft>
                <a:spcPts val="200"/>
              </a:spcAft>
              <a:buSzPct val="100000"/>
              <a:buBlip>
                <a:blip r:embed="rId4"/>
              </a:buBlip>
              <a:defRPr sz="1200">
                <a:solidFill>
                  <a:srgbClr val="3F3F3F"/>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defRPr/>
            </a:pPr>
            <a:r>
              <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sym typeface="Symbol" panose="05050102010706020507" pitchFamily="18" charset="2"/>
              </a:rPr>
              <a:t>OLT Interface Standby</a:t>
            </a:r>
            <a:endParaRPr kumimoji="0" lang="en-US" altLang="en-US" sz="900" b="1" i="0" u="none" strike="noStrike" kern="0" cap="none" spc="0" normalizeH="0" baseline="0" noProof="0">
              <a:ln>
                <a:noFill/>
              </a:ln>
              <a:solidFill>
                <a:srgbClr val="000000"/>
              </a:solidFill>
              <a:effectLst/>
              <a:uLnTx/>
              <a:uFillTx/>
              <a:latin typeface="Aptos"/>
              <a:ea typeface="MS PGothic" pitchFamily="34" charset="-128"/>
              <a:cs typeface="Arial" pitchFamily="34" charset="0"/>
            </a:endParaRPr>
          </a:p>
        </p:txBody>
      </p:sp>
      <p:sp>
        <p:nvSpPr>
          <p:cNvPr id="612" name="Explosion: 8 Points 396">
            <a:extLst>
              <a:ext uri="{FF2B5EF4-FFF2-40B4-BE49-F238E27FC236}">
                <a16:creationId xmlns:a16="http://schemas.microsoft.com/office/drawing/2014/main" id="{325E5F9E-9C82-6035-1B38-EC020D41D501}"/>
              </a:ext>
            </a:extLst>
          </p:cNvPr>
          <p:cNvSpPr/>
          <p:nvPr/>
        </p:nvSpPr>
        <p:spPr>
          <a:xfrm>
            <a:off x="11064887" y="4070420"/>
            <a:ext cx="287837" cy="329174"/>
          </a:xfrm>
          <a:prstGeom prst="irregularSeal1">
            <a:avLst/>
          </a:prstGeom>
          <a:solidFill>
            <a:srgbClr val="FF0000"/>
          </a:solidFill>
          <a:ln w="63500" cap="flat" cmpd="dbl" algn="ctr">
            <a:solidFill>
              <a:srgbClr val="FFFFFF"/>
            </a:solid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613" name="Oval 612">
            <a:extLst>
              <a:ext uri="{FF2B5EF4-FFF2-40B4-BE49-F238E27FC236}">
                <a16:creationId xmlns:a16="http://schemas.microsoft.com/office/drawing/2014/main" id="{E9B09DBA-64F4-8A84-E859-1B2E2C39BF6D}"/>
              </a:ext>
            </a:extLst>
          </p:cNvPr>
          <p:cNvSpPr>
            <a:spLocks noChangeAspect="1"/>
          </p:cNvSpPr>
          <p:nvPr/>
        </p:nvSpPr>
        <p:spPr>
          <a:xfrm>
            <a:off x="10803030" y="3984141"/>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7</a:t>
            </a:r>
          </a:p>
        </p:txBody>
      </p:sp>
      <p:sp>
        <p:nvSpPr>
          <p:cNvPr id="614" name="Oval 613">
            <a:extLst>
              <a:ext uri="{FF2B5EF4-FFF2-40B4-BE49-F238E27FC236}">
                <a16:creationId xmlns:a16="http://schemas.microsoft.com/office/drawing/2014/main" id="{249BF5C2-A34A-BE56-17FB-4F9EE94C420F}"/>
              </a:ext>
            </a:extLst>
          </p:cNvPr>
          <p:cNvSpPr>
            <a:spLocks noChangeAspect="1"/>
          </p:cNvSpPr>
          <p:nvPr/>
        </p:nvSpPr>
        <p:spPr>
          <a:xfrm>
            <a:off x="10998118" y="3984141"/>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8</a:t>
            </a:r>
          </a:p>
        </p:txBody>
      </p:sp>
      <p:sp>
        <p:nvSpPr>
          <p:cNvPr id="615" name="Oval 614">
            <a:extLst>
              <a:ext uri="{FF2B5EF4-FFF2-40B4-BE49-F238E27FC236}">
                <a16:creationId xmlns:a16="http://schemas.microsoft.com/office/drawing/2014/main" id="{EAAD9353-299F-1237-DBD5-C3FE1D56012D}"/>
              </a:ext>
            </a:extLst>
          </p:cNvPr>
          <p:cNvSpPr>
            <a:spLocks noChangeAspect="1"/>
          </p:cNvSpPr>
          <p:nvPr/>
        </p:nvSpPr>
        <p:spPr>
          <a:xfrm>
            <a:off x="10850167" y="4496599"/>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9</a:t>
            </a:r>
          </a:p>
        </p:txBody>
      </p:sp>
      <p:sp>
        <p:nvSpPr>
          <p:cNvPr id="616" name="Oval 615">
            <a:extLst>
              <a:ext uri="{FF2B5EF4-FFF2-40B4-BE49-F238E27FC236}">
                <a16:creationId xmlns:a16="http://schemas.microsoft.com/office/drawing/2014/main" id="{24F3646B-3492-7D64-0F85-0E2C4F47B8AE}"/>
              </a:ext>
            </a:extLst>
          </p:cNvPr>
          <p:cNvSpPr>
            <a:spLocks noChangeAspect="1"/>
          </p:cNvSpPr>
          <p:nvPr/>
        </p:nvSpPr>
        <p:spPr>
          <a:xfrm>
            <a:off x="10967420" y="5318198"/>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wrap="none"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11</a:t>
            </a:r>
          </a:p>
        </p:txBody>
      </p:sp>
      <p:sp>
        <p:nvSpPr>
          <p:cNvPr id="617" name="Oval 616">
            <a:extLst>
              <a:ext uri="{FF2B5EF4-FFF2-40B4-BE49-F238E27FC236}">
                <a16:creationId xmlns:a16="http://schemas.microsoft.com/office/drawing/2014/main" id="{FB038DB0-E10E-8DC1-0D14-1AE366D29005}"/>
              </a:ext>
            </a:extLst>
          </p:cNvPr>
          <p:cNvSpPr>
            <a:spLocks noChangeAspect="1"/>
          </p:cNvSpPr>
          <p:nvPr/>
        </p:nvSpPr>
        <p:spPr>
          <a:xfrm>
            <a:off x="10893698" y="5811408"/>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wrap="none"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12</a:t>
            </a:r>
          </a:p>
        </p:txBody>
      </p:sp>
      <p:sp>
        <p:nvSpPr>
          <p:cNvPr id="618" name="Oval 617">
            <a:extLst>
              <a:ext uri="{FF2B5EF4-FFF2-40B4-BE49-F238E27FC236}">
                <a16:creationId xmlns:a16="http://schemas.microsoft.com/office/drawing/2014/main" id="{EA60B5F0-9DF6-87BB-BCC4-6D4AD2A3E9C2}"/>
              </a:ext>
            </a:extLst>
          </p:cNvPr>
          <p:cNvSpPr>
            <a:spLocks noChangeAspect="1"/>
          </p:cNvSpPr>
          <p:nvPr/>
        </p:nvSpPr>
        <p:spPr>
          <a:xfrm>
            <a:off x="10745803" y="5318198"/>
            <a:ext cx="157059" cy="164127"/>
          </a:xfrm>
          <a:prstGeom prst="ellipse">
            <a:avLst/>
          </a:prstGeom>
          <a:ln/>
        </p:spPr>
        <p:style>
          <a:lnRef idx="2">
            <a:schemeClr val="accent1"/>
          </a:lnRef>
          <a:fillRef idx="1">
            <a:schemeClr val="lt1"/>
          </a:fillRef>
          <a:effectRef idx="0">
            <a:schemeClr val="accent1"/>
          </a:effectRef>
          <a:fontRef idx="minor">
            <a:schemeClr val="dk1"/>
          </a:fontRef>
        </p:style>
        <p:txBody>
          <a:bodyPr wrap="none"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10</a:t>
            </a:r>
          </a:p>
        </p:txBody>
      </p:sp>
      <p:sp>
        <p:nvSpPr>
          <p:cNvPr id="635" name="Title 1">
            <a:extLst>
              <a:ext uri="{FF2B5EF4-FFF2-40B4-BE49-F238E27FC236}">
                <a16:creationId xmlns:a16="http://schemas.microsoft.com/office/drawing/2014/main" id="{7D091720-12FF-C4EE-1B2F-45A84350C964}"/>
              </a:ext>
            </a:extLst>
          </p:cNvPr>
          <p:cNvSpPr txBox="1">
            <a:spLocks/>
          </p:cNvSpPr>
          <p:nvPr/>
        </p:nvSpPr>
        <p:spPr>
          <a:xfrm>
            <a:off x="319523" y="228405"/>
            <a:ext cx="12502134" cy="849793"/>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IN" sz="3600" b="0" i="0" u="none" strike="noStrike" kern="1200" cap="none" spc="-200" normalizeH="0" baseline="0" noProof="0">
                <a:ln>
                  <a:noFill/>
                </a:ln>
                <a:solidFill>
                  <a:srgbClr val="000000"/>
                </a:solidFill>
                <a:effectLst/>
                <a:uLnTx/>
                <a:uFillTx/>
                <a:latin typeface="Aptos"/>
                <a:ea typeface="+mj-ea"/>
                <a:cs typeface="+mj-cs"/>
              </a:rPr>
              <a:t>Traffic Shift Away (TSA) Event</a:t>
            </a:r>
            <a:endParaRPr kumimoji="0" lang="en-US" sz="3400" b="1" i="0" u="none" strike="noStrike" kern="1200" cap="none" spc="-200" normalizeH="0" baseline="0" noProof="0">
              <a:ln>
                <a:noFill/>
              </a:ln>
              <a:solidFill>
                <a:srgbClr val="000000"/>
              </a:solidFill>
              <a:effectLst/>
              <a:uLnTx/>
              <a:uFillTx/>
              <a:latin typeface="Aptos Light"/>
              <a:ea typeface="+mj-ea"/>
              <a:cs typeface="+mj-cs"/>
            </a:endParaRPr>
          </a:p>
        </p:txBody>
      </p:sp>
    </p:spTree>
    <p:extLst>
      <p:ext uri="{BB962C8B-B14F-4D97-AF65-F5344CB8AC3E}">
        <p14:creationId xmlns:p14="http://schemas.microsoft.com/office/powerpoint/2010/main" val="4385205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B423D-E593-98E7-2CA2-8FB195988B38}"/>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86923333-8D1D-D212-1B54-8DBCCA09BC2F}"/>
              </a:ext>
            </a:extLst>
          </p:cNvPr>
          <p:cNvSpPr txBox="1"/>
          <p:nvPr/>
        </p:nvSpPr>
        <p:spPr>
          <a:xfrm>
            <a:off x="450848" y="893822"/>
            <a:ext cx="11572876" cy="5734903"/>
          </a:xfrm>
          <a:prstGeom prst="rect">
            <a:avLst/>
          </a:prstGeom>
          <a:noFill/>
        </p:spPr>
        <p:txBody>
          <a:bodyPr wrap="square" lIns="91440" tIns="45720" rIns="91440" bIns="45720" anchor="t">
            <a:spAutoFit/>
          </a:bodyPr>
          <a:lstStyle/>
          <a:p>
            <a:pPr>
              <a:spcBef>
                <a:spcPts val="750"/>
              </a:spcBef>
              <a:defRPr/>
            </a:pPr>
            <a:r>
              <a:rPr lang="en-CA" sz="1600">
                <a:solidFill>
                  <a:srgbClr val="000000"/>
                </a:solidFill>
                <a:latin typeface="Aptos"/>
              </a:rPr>
              <a:t>Note: No memory required unless PON is activated on the platform.</a:t>
            </a:r>
          </a:p>
          <a:p>
            <a:pPr marL="0" marR="0" lvl="0" indent="0" algn="l" defTabSz="914400">
              <a:lnSpc>
                <a:spcPct val="100000"/>
              </a:lnSpc>
              <a:spcBef>
                <a:spcPts val="750"/>
              </a:spcBef>
              <a:spcAft>
                <a:spcPts val="0"/>
              </a:spcAft>
              <a:buClrTx/>
              <a:buSzTx/>
              <a:buFontTx/>
              <a:buNone/>
              <a:tabLst/>
              <a:defRPr/>
            </a:pPr>
            <a:r>
              <a:rPr kumimoji="0" lang="en-CA" sz="1600" b="0" i="0" u="none" strike="noStrike" kern="1200" cap="none" spc="0" normalizeH="0" baseline="0" noProof="0">
                <a:ln>
                  <a:noFill/>
                </a:ln>
                <a:solidFill>
                  <a:srgbClr val="000000"/>
                </a:solidFill>
                <a:effectLst/>
                <a:uLnTx/>
                <a:uFillTx/>
                <a:latin typeface="Aptos"/>
                <a:ea typeface="+mn-ea"/>
                <a:cs typeface="+mn-cs"/>
              </a:rPr>
              <a:t>Memory on the Gateway switches grows linearly with the number of configured OLT interface protection instances, the number of IP subnets per port, and the number of ONUs and servers attached.</a:t>
            </a:r>
            <a:endParaRPr lang="en-CA" sz="2000">
              <a:ea typeface="+mn-ea"/>
              <a:cs typeface="+mn-cs"/>
            </a:endParaRPr>
          </a:p>
          <a:p>
            <a:pPr marL="285750" marR="0" lvl="0" indent="-285750" algn="l" defTabSz="914400" rtl="0" eaLnBrk="1" fontAlgn="auto" latinLnBrk="0" hangingPunct="1">
              <a:lnSpc>
                <a:spcPct val="100000"/>
              </a:lnSpc>
              <a:spcBef>
                <a:spcPts val="750"/>
              </a:spcBef>
              <a:spcAft>
                <a:spcPts val="0"/>
              </a:spcAft>
              <a:buClrTx/>
              <a:buSzTx/>
              <a:buFont typeface="Arial" panose="020B0604020202020204" pitchFamily="34" charset="0"/>
              <a:buChar char="•"/>
              <a:tabLst/>
              <a:defRPr/>
            </a:pPr>
            <a:r>
              <a:rPr kumimoji="0" lang="en-CA" sz="1600" b="0" i="0" u="none" strike="noStrike" kern="1200" cap="none" spc="0" normalizeH="0" baseline="0" noProof="0">
                <a:ln>
                  <a:noFill/>
                </a:ln>
                <a:solidFill>
                  <a:srgbClr val="000000"/>
                </a:solidFill>
                <a:effectLst/>
                <a:uLnTx/>
                <a:uFillTx/>
                <a:latin typeface="Aptos"/>
                <a:ea typeface="+mn-ea"/>
                <a:cs typeface="+mn-cs"/>
              </a:rPr>
              <a:t>The table below uses a single OLT interface and a single server IP as the unit basis. </a:t>
            </a:r>
          </a:p>
          <a:p>
            <a:pPr marL="285750" marR="0" lvl="0" indent="-285750" algn="l" defTabSz="914400" rtl="0" eaLnBrk="1" fontAlgn="auto" latinLnBrk="0" hangingPunct="1">
              <a:lnSpc>
                <a:spcPct val="100000"/>
              </a:lnSpc>
              <a:spcBef>
                <a:spcPts val="750"/>
              </a:spcBef>
              <a:spcAft>
                <a:spcPts val="0"/>
              </a:spcAft>
              <a:buClrTx/>
              <a:buSzTx/>
              <a:buFont typeface="Arial" panose="020B0604020202020204" pitchFamily="34" charset="0"/>
              <a:buChar char="•"/>
              <a:tabLst/>
              <a:defRPr/>
            </a:pPr>
            <a:r>
              <a:rPr kumimoji="0" lang="en-CA" sz="1600" b="0" i="0" u="none" strike="noStrike" kern="1200" cap="none" spc="0" normalizeH="0" baseline="0" noProof="0">
                <a:ln>
                  <a:noFill/>
                </a:ln>
                <a:solidFill>
                  <a:srgbClr val="000000"/>
                </a:solidFill>
                <a:effectLst/>
                <a:uLnTx/>
                <a:uFillTx/>
                <a:latin typeface="Aptos"/>
                <a:ea typeface="+mn-ea"/>
                <a:cs typeface="+mn-cs"/>
              </a:rPr>
              <a:t>Total consumption at any scale can be derived by extrapolating the numbers.</a:t>
            </a:r>
          </a:p>
          <a:p>
            <a:pPr marR="0" lvl="0" algn="l" defTabSz="914400" rtl="0">
              <a:lnSpc>
                <a:spcPct val="100000"/>
              </a:lnSpc>
              <a:spcBef>
                <a:spcPts val="750"/>
              </a:spcBef>
              <a:spcAft>
                <a:spcPts val="0"/>
              </a:spcAft>
              <a:buClrTx/>
              <a:buSzTx/>
              <a:tabLst/>
              <a:defRPr/>
            </a:pPr>
            <a:endParaRPr lang="en-CA" sz="1600" b="0" i="0" u="none" strike="noStrike" kern="1200" cap="none" spc="0" normalizeH="0" baseline="0" noProof="0">
              <a:ln>
                <a:noFill/>
              </a:ln>
              <a:solidFill>
                <a:srgbClr val="000000"/>
              </a:solidFill>
              <a:effectLst/>
              <a:uLnTx/>
              <a:uFillTx/>
              <a:latin typeface="Aptos"/>
            </a:endParaRPr>
          </a:p>
          <a:p>
            <a:pPr marL="0" marR="0" lvl="0" indent="0" algn="l" defTabSz="914400" rtl="0" eaLnBrk="1" fontAlgn="auto" latinLnBrk="0" hangingPunct="1">
              <a:lnSpc>
                <a:spcPct val="100000"/>
              </a:lnSpc>
              <a:spcBef>
                <a:spcPts val="750"/>
              </a:spcBef>
              <a:spcAft>
                <a:spcPts val="0"/>
              </a:spcAft>
              <a:buClrTx/>
              <a:buSzTx/>
              <a:buFontTx/>
              <a:buNone/>
              <a:tabLst/>
              <a:defRPr/>
            </a:pPr>
            <a:endParaRPr kumimoji="0" lang="en-CA" sz="1600" b="0" i="0" u="none" strike="noStrike" kern="1200" cap="none" spc="0" normalizeH="0" baseline="0" noProof="0">
              <a:ln>
                <a:noFill/>
              </a:ln>
              <a:solidFill>
                <a:srgbClr val="000000"/>
              </a:solidFill>
              <a:effectLst/>
              <a:uLnTx/>
              <a:uFillTx/>
              <a:latin typeface="Aptos"/>
              <a:ea typeface="+mn-ea"/>
              <a:cs typeface="+mn-cs"/>
            </a:endParaRPr>
          </a:p>
          <a:p>
            <a:pPr marL="0" marR="0" lvl="0" indent="0" algn="l" defTabSz="914400" rtl="0" eaLnBrk="1" fontAlgn="auto" latinLnBrk="0" hangingPunct="1">
              <a:lnSpc>
                <a:spcPct val="100000"/>
              </a:lnSpc>
              <a:spcBef>
                <a:spcPts val="750"/>
              </a:spcBef>
              <a:spcAft>
                <a:spcPts val="0"/>
              </a:spcAft>
              <a:buClrTx/>
              <a:buSzTx/>
              <a:buFontTx/>
              <a:buNone/>
              <a:tabLst/>
              <a:defRPr/>
            </a:pPr>
            <a:endParaRPr lang="en-CA" sz="1600" b="0" i="0" u="none" strike="noStrike" kern="1200" cap="none" spc="0" normalizeH="0" baseline="0" noProof="0">
              <a:ln>
                <a:noFill/>
              </a:ln>
              <a:solidFill>
                <a:srgbClr val="000000"/>
              </a:solidFill>
              <a:effectLst/>
              <a:uLnTx/>
              <a:uFillTx/>
              <a:latin typeface="Aptos"/>
            </a:endParaRPr>
          </a:p>
          <a:p>
            <a:pPr marL="0" marR="0" lvl="0" indent="0" algn="l" defTabSz="914400" rtl="0" eaLnBrk="1" fontAlgn="auto" latinLnBrk="0" hangingPunct="1">
              <a:lnSpc>
                <a:spcPct val="100000"/>
              </a:lnSpc>
              <a:spcAft>
                <a:spcPts val="0"/>
              </a:spcAft>
              <a:buClrTx/>
              <a:buSzTx/>
              <a:buFontTx/>
              <a:buNone/>
              <a:tabLst/>
              <a:defRPr/>
            </a:pPr>
            <a:endParaRPr lang="en-CA" sz="1600" b="0" i="0" u="none" strike="noStrike" kern="1200" cap="none" spc="0" normalizeH="0" baseline="0" noProof="0">
              <a:ln>
                <a:noFill/>
              </a:ln>
              <a:solidFill>
                <a:srgbClr val="000000"/>
              </a:solidFill>
              <a:effectLst/>
              <a:uLnTx/>
              <a:uFillTx/>
              <a:latin typeface="Apt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600" b="0" i="0" u="none" strike="noStrike" kern="1200" cap="none" spc="0" normalizeH="0" baseline="0" noProof="0">
              <a:ln>
                <a:noFill/>
              </a:ln>
              <a:solidFill>
                <a:srgbClr val="000000"/>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600" b="0" i="0" u="none" strike="noStrike" kern="1200" cap="none" spc="0" normalizeH="0" baseline="0" noProof="0">
              <a:ln>
                <a:noFill/>
              </a:ln>
              <a:solidFill>
                <a:srgbClr val="000000"/>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600" b="0" i="0" u="none" strike="noStrike" kern="1200" cap="none" spc="0" normalizeH="0" baseline="0" noProof="0">
              <a:ln>
                <a:noFill/>
              </a:ln>
              <a:solidFill>
                <a:srgbClr val="000000"/>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600" b="0" i="0" u="none" strike="noStrike" kern="1200" cap="none" spc="0" normalizeH="0" baseline="0" noProof="0">
              <a:ln>
                <a:noFill/>
              </a:ln>
              <a:solidFill>
                <a:srgbClr val="000000"/>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600" b="0" i="0" u="none" strike="noStrike" kern="1200" cap="none" spc="0" normalizeH="0" baseline="0" noProof="0">
              <a:ln>
                <a:noFill/>
              </a:ln>
              <a:solidFill>
                <a:srgbClr val="000000"/>
              </a:solidFill>
              <a:effectLst/>
              <a:uLnTx/>
              <a:uFillTx/>
              <a:latin typeface="Aptos"/>
              <a:ea typeface="+mn-ea"/>
              <a:cs typeface="+mn-cs"/>
            </a:endParaRPr>
          </a:p>
          <a:p>
            <a:pPr marL="285750" indent="-285750">
              <a:buFont typeface="Arial" panose="020B0604020202020204" pitchFamily="34" charset="0"/>
              <a:buChar char="•"/>
              <a:defRPr/>
            </a:pPr>
            <a:endParaRPr lang="en-CA" sz="1600">
              <a:solidFill>
                <a:srgbClr val="000000"/>
              </a:solidFill>
              <a:latin typeface="Aptos"/>
            </a:endParaRPr>
          </a:p>
          <a:p>
            <a:pPr marL="285750" marR="0" lvl="0" indent="-285750" algn="l" defTabSz="914400">
              <a:lnSpc>
                <a:spcPct val="100000"/>
              </a:lnSpc>
              <a:spcBef>
                <a:spcPts val="0"/>
              </a:spcBef>
              <a:spcAft>
                <a:spcPts val="0"/>
              </a:spcAft>
              <a:buClrTx/>
              <a:buSzTx/>
              <a:buFont typeface="Arial" panose="020B0604020202020204" pitchFamily="34" charset="0"/>
              <a:buChar char="•"/>
              <a:tabLst/>
              <a:defRPr/>
            </a:pPr>
            <a:r>
              <a:rPr kumimoji="0" lang="en-CA" sz="1600" b="0" i="0" u="none" strike="noStrike" kern="1200" cap="none" spc="0" normalizeH="0" baseline="0" noProof="0">
                <a:ln>
                  <a:noFill/>
                </a:ln>
                <a:solidFill>
                  <a:srgbClr val="000000"/>
                </a:solidFill>
                <a:effectLst/>
                <a:uLnTx/>
                <a:uFillTx/>
                <a:latin typeface="Aptos"/>
                <a:ea typeface="+mn-ea"/>
                <a:cs typeface="+mn-cs"/>
              </a:rPr>
              <a:t>Scale formula is derived as follows </a:t>
            </a:r>
            <a:endParaRPr lang="en-CA" sz="200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600" b="0" i="0" u="none" strike="noStrike" kern="1200" cap="none" spc="0" normalizeH="0" baseline="0" noProof="0">
                <a:ln>
                  <a:noFill/>
                </a:ln>
                <a:solidFill>
                  <a:srgbClr val="000000"/>
                </a:solidFill>
                <a:effectLst/>
                <a:uLnTx/>
                <a:uFillTx/>
                <a:latin typeface="Aptos"/>
                <a:ea typeface="+mn-ea"/>
                <a:cs typeface="+mn-cs"/>
              </a:rPr>
              <a:t> N OLT ports with S subnets per OLT port</a:t>
            </a:r>
          </a:p>
          <a:p>
            <a:pPr marL="742950" lvl="1" indent="-285750">
              <a:buFont typeface="Arial" panose="020B0604020202020204" pitchFamily="34" charset="0"/>
              <a:buChar char="•"/>
              <a:defRPr/>
            </a:pPr>
            <a:r>
              <a:rPr kumimoji="0" lang="en-CA" sz="1600" b="0" i="0" u="none" strike="noStrike" kern="1200" cap="none" spc="0" normalizeH="0" baseline="0" noProof="0">
                <a:ln>
                  <a:noFill/>
                </a:ln>
                <a:solidFill>
                  <a:srgbClr val="000000"/>
                </a:solidFill>
                <a:effectLst/>
                <a:uLnTx/>
                <a:uFillTx/>
                <a:latin typeface="Aptos"/>
                <a:ea typeface="+mn-ea"/>
                <a:cs typeface="+mn-cs"/>
              </a:rPr>
              <a:t>Total Footprint = </a:t>
            </a:r>
            <a:r>
              <a:rPr lang="en-CA" sz="1600">
                <a:solidFill>
                  <a:srgbClr val="000000"/>
                </a:solidFill>
                <a:latin typeface="Aptos"/>
              </a:rPr>
              <a:t>15</a:t>
            </a:r>
            <a:r>
              <a:rPr kumimoji="0" lang="en-CA" sz="1600" b="0" i="0" u="none" strike="noStrike" kern="1200" cap="none" spc="0" normalizeH="0" baseline="0" noProof="0">
                <a:ln>
                  <a:noFill/>
                </a:ln>
                <a:solidFill>
                  <a:srgbClr val="000000"/>
                </a:solidFill>
                <a:effectLst/>
                <a:uLnTx/>
                <a:uFillTx/>
                <a:latin typeface="Aptos"/>
                <a:ea typeface="+mn-ea"/>
                <a:cs typeface="+mn-cs"/>
              </a:rPr>
              <a:t> MB​​ (</a:t>
            </a:r>
            <a:r>
              <a:rPr kumimoji="0" lang="en-CA" sz="1600" b="0" i="0" u="none" strike="noStrike" kern="1200" cap="none" spc="0" normalizeH="0" baseline="0" noProof="0" err="1">
                <a:ln>
                  <a:noFill/>
                </a:ln>
                <a:solidFill>
                  <a:srgbClr val="000000"/>
                </a:solidFill>
                <a:effectLst/>
                <a:uLnTx/>
                <a:uFillTx/>
                <a:latin typeface="Aptos"/>
                <a:ea typeface="+mn-ea"/>
                <a:cs typeface="+mn-cs"/>
              </a:rPr>
              <a:t>pon-protd</a:t>
            </a:r>
            <a:r>
              <a:rPr kumimoji="0" lang="en-CA" sz="1600" b="0" i="0" u="none" strike="noStrike" kern="1200" cap="none" spc="0" normalizeH="0" baseline="0" noProof="0">
                <a:ln>
                  <a:noFill/>
                </a:ln>
                <a:solidFill>
                  <a:srgbClr val="000000"/>
                </a:solidFill>
                <a:effectLst/>
                <a:uLnTx/>
                <a:uFillTx/>
                <a:latin typeface="Aptos"/>
                <a:ea typeface="+mn-ea"/>
                <a:cs typeface="+mn-cs"/>
              </a:rPr>
              <a:t> fixed) + (N * 4.6 KB) + (N * S</a:t>
            </a:r>
            <a:r>
              <a:rPr lang="en-CA" sz="1600">
                <a:solidFill>
                  <a:srgbClr val="000000"/>
                </a:solidFill>
                <a:latin typeface="Aptos"/>
              </a:rPr>
              <a:t> </a:t>
            </a:r>
            <a:r>
              <a:rPr kumimoji="0" lang="en-CA" sz="1600" b="0" i="0" u="none" strike="noStrike" kern="1200" cap="none" spc="0" normalizeH="0" baseline="0" noProof="0">
                <a:ln>
                  <a:noFill/>
                </a:ln>
                <a:solidFill>
                  <a:srgbClr val="000000"/>
                </a:solidFill>
                <a:effectLst/>
                <a:uLnTx/>
                <a:uFillTx/>
                <a:latin typeface="Aptos"/>
                <a:ea typeface="+mn-ea"/>
                <a:cs typeface="+mn-cs"/>
              </a:rPr>
              <a:t>* 1 KB)</a:t>
            </a:r>
            <a:endParaRPr lang="en-CA" sz="1600" b="0" i="0" u="none" strike="noStrike" kern="1200" cap="none" spc="0" normalizeH="0" baseline="0" noProof="0">
              <a:ln>
                <a:noFill/>
              </a:ln>
              <a:solidFill>
                <a:srgbClr val="000000"/>
              </a:solidFill>
              <a:effectLst/>
              <a:uLnTx/>
              <a:uFillTx/>
              <a:latin typeface="Aptos"/>
            </a:endParaRPr>
          </a:p>
          <a:p>
            <a:pPr marL="285750" lvl="0" indent="-285750" algn="l">
              <a:lnSpc>
                <a:spcPct val="100000"/>
              </a:lnSpc>
              <a:spcBef>
                <a:spcPts val="750"/>
              </a:spcBef>
              <a:buFont typeface="Arial" panose="020B0604020202020204" pitchFamily="34" charset="0"/>
              <a:buChar char="•"/>
            </a:pPr>
            <a:r>
              <a:rPr lang="en-CA" sz="1600" b="1">
                <a:solidFill>
                  <a:srgbClr val="000000"/>
                </a:solidFill>
                <a:latin typeface="Aptos"/>
              </a:rPr>
              <a:t>These numbers are incremental - </a:t>
            </a:r>
            <a:r>
              <a:rPr lang="en-CA" sz="1600" b="0">
                <a:solidFill>
                  <a:srgbClr val="000000"/>
                </a:solidFill>
                <a:latin typeface="Aptos"/>
              </a:rPr>
              <a:t>they are in addition to the memory footprint described in the PON HLD for configuring OLTs and ONUs on </a:t>
            </a:r>
            <a:r>
              <a:rPr lang="en-CA" sz="1600" b="0" err="1">
                <a:solidFill>
                  <a:srgbClr val="000000"/>
                </a:solidFill>
                <a:latin typeface="Aptos"/>
              </a:rPr>
              <a:t>SONiC</a:t>
            </a:r>
            <a:r>
              <a:rPr lang="en-CA" sz="1600" b="0">
                <a:solidFill>
                  <a:srgbClr val="000000"/>
                </a:solidFill>
                <a:latin typeface="Aptos"/>
              </a:rPr>
              <a:t>.</a:t>
            </a:r>
          </a:p>
        </p:txBody>
      </p:sp>
      <p:graphicFrame>
        <p:nvGraphicFramePr>
          <p:cNvPr id="2" name="Table 1">
            <a:extLst>
              <a:ext uri="{FF2B5EF4-FFF2-40B4-BE49-F238E27FC236}">
                <a16:creationId xmlns:a16="http://schemas.microsoft.com/office/drawing/2014/main" id="{227138E1-2FD8-9995-5F79-3646111D0635}"/>
              </a:ext>
            </a:extLst>
          </p:cNvPr>
          <p:cNvGraphicFramePr>
            <a:graphicFrameLocks noGrp="1"/>
          </p:cNvGraphicFramePr>
          <p:nvPr>
            <p:extLst>
              <p:ext uri="{D42A27DB-BD31-4B8C-83A1-F6EECF244321}">
                <p14:modId xmlns:p14="http://schemas.microsoft.com/office/powerpoint/2010/main" val="696793781"/>
              </p:ext>
            </p:extLst>
          </p:nvPr>
        </p:nvGraphicFramePr>
        <p:xfrm>
          <a:off x="819373" y="2502328"/>
          <a:ext cx="9692640" cy="2595880"/>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1989061502"/>
                    </a:ext>
                  </a:extLst>
                </a:gridCol>
                <a:gridCol w="2423160">
                  <a:extLst>
                    <a:ext uri="{9D8B030D-6E8A-4147-A177-3AD203B41FA5}">
                      <a16:colId xmlns:a16="http://schemas.microsoft.com/office/drawing/2014/main" val="2049318236"/>
                    </a:ext>
                  </a:extLst>
                </a:gridCol>
                <a:gridCol w="2423160">
                  <a:extLst>
                    <a:ext uri="{9D8B030D-6E8A-4147-A177-3AD203B41FA5}">
                      <a16:colId xmlns:a16="http://schemas.microsoft.com/office/drawing/2014/main" val="2027172673"/>
                    </a:ext>
                  </a:extLst>
                </a:gridCol>
                <a:gridCol w="2423160">
                  <a:extLst>
                    <a:ext uri="{9D8B030D-6E8A-4147-A177-3AD203B41FA5}">
                      <a16:colId xmlns:a16="http://schemas.microsoft.com/office/drawing/2014/main" val="3695136280"/>
                    </a:ext>
                  </a:extLst>
                </a:gridCol>
              </a:tblGrid>
              <a:tr h="370840">
                <a:tc>
                  <a:txBody>
                    <a:bodyPr/>
                    <a:lstStyle/>
                    <a:p>
                      <a:pPr lvl="0">
                        <a:buNone/>
                      </a:pPr>
                      <a:r>
                        <a:rPr lang="en-GB" sz="1400" b="1">
                          <a:latin typeface="Aptos"/>
                        </a:rPr>
                        <a:t>Component</a:t>
                      </a:r>
                      <a:endParaRPr lang="en-US" sz="1400" b="1">
                        <a:latin typeface="Aptos"/>
                      </a:endParaRPr>
                    </a:p>
                  </a:txBody>
                  <a:tcPr/>
                </a:tc>
                <a:tc>
                  <a:txBody>
                    <a:bodyPr/>
                    <a:lstStyle/>
                    <a:p>
                      <a:r>
                        <a:rPr lang="en-GB" sz="1400" b="1">
                          <a:latin typeface="Aptos"/>
                        </a:rPr>
                        <a:t>Fixed (one-time)</a:t>
                      </a:r>
                    </a:p>
                  </a:txBody>
                  <a:tcPr/>
                </a:tc>
                <a:tc>
                  <a:txBody>
                    <a:bodyPr/>
                    <a:lstStyle/>
                    <a:p>
                      <a:r>
                        <a:rPr lang="en-GB" sz="1400" b="1">
                          <a:latin typeface="Aptos"/>
                        </a:rPr>
                        <a:t>Per OLT Interface</a:t>
                      </a:r>
                    </a:p>
                  </a:txBody>
                  <a:tcPr/>
                </a:tc>
                <a:tc>
                  <a:txBody>
                    <a:bodyPr/>
                    <a:lstStyle/>
                    <a:p>
                      <a:r>
                        <a:rPr lang="en-GB" sz="1400" b="1">
                          <a:latin typeface="Aptos"/>
                        </a:rPr>
                        <a:t>Per Server IP</a:t>
                      </a:r>
                    </a:p>
                  </a:txBody>
                  <a:tcPr/>
                </a:tc>
                <a:extLst>
                  <a:ext uri="{0D108BD9-81ED-4DB2-BD59-A6C34878D82A}">
                    <a16:rowId xmlns:a16="http://schemas.microsoft.com/office/drawing/2014/main" val="4204643949"/>
                  </a:ext>
                </a:extLst>
              </a:tr>
              <a:tr h="370840">
                <a:tc>
                  <a:txBody>
                    <a:bodyPr/>
                    <a:lstStyle/>
                    <a:p>
                      <a:r>
                        <a:rPr lang="en-GB" sz="1400" err="1">
                          <a:latin typeface="Aptos"/>
                        </a:rPr>
                        <a:t>pon-protd</a:t>
                      </a:r>
                      <a:endParaRPr lang="en-GB" sz="1400">
                        <a:latin typeface="Aptos"/>
                      </a:endParaRPr>
                    </a:p>
                  </a:txBody>
                  <a:tcPr/>
                </a:tc>
                <a:tc>
                  <a:txBody>
                    <a:bodyPr/>
                    <a:lstStyle/>
                    <a:p>
                      <a:pPr lvl="0">
                        <a:buNone/>
                      </a:pPr>
                      <a:r>
                        <a:rPr lang="en-GB" sz="1400" b="0" i="0" u="none" strike="noStrike" baseline="0" noProof="0">
                          <a:solidFill>
                            <a:srgbClr val="000000"/>
                          </a:solidFill>
                          <a:latin typeface="Aptos"/>
                        </a:rPr>
                        <a:t>~15-20 MB</a:t>
                      </a:r>
                      <a:endParaRPr lang="en-US" sz="1400">
                        <a:latin typeface="Aptos"/>
                      </a:endParaRPr>
                    </a:p>
                  </a:txBody>
                  <a:tcPr/>
                </a:tc>
                <a:tc>
                  <a:txBody>
                    <a:bodyPr/>
                    <a:lstStyle/>
                    <a:p>
                      <a:pPr lvl="0">
                        <a:buNone/>
                      </a:pPr>
                      <a:r>
                        <a:rPr lang="en-GB" sz="1400" b="0" i="0" u="none" strike="noStrike" baseline="0" noProof="0">
                          <a:solidFill>
                            <a:srgbClr val="000000"/>
                          </a:solidFill>
                          <a:latin typeface="Aptos"/>
                        </a:rPr>
                        <a:t>~1.5 KB</a:t>
                      </a:r>
                      <a:endParaRPr lang="en-US" sz="1400">
                        <a:latin typeface="Aptos"/>
                      </a:endParaRPr>
                    </a:p>
                  </a:txBody>
                  <a:tcPr/>
                </a:tc>
                <a:tc>
                  <a:txBody>
                    <a:bodyPr/>
                    <a:lstStyle/>
                    <a:p>
                      <a:endParaRPr lang="en-GB" sz="1400">
                        <a:latin typeface="Aptos"/>
                      </a:endParaRPr>
                    </a:p>
                  </a:txBody>
                  <a:tcPr/>
                </a:tc>
                <a:extLst>
                  <a:ext uri="{0D108BD9-81ED-4DB2-BD59-A6C34878D82A}">
                    <a16:rowId xmlns:a16="http://schemas.microsoft.com/office/drawing/2014/main" val="4020174381"/>
                  </a:ext>
                </a:extLst>
              </a:tr>
              <a:tr h="370840">
                <a:tc>
                  <a:txBody>
                    <a:bodyPr/>
                    <a:lstStyle/>
                    <a:p>
                      <a:r>
                        <a:rPr lang="en-GB" sz="1400" err="1">
                          <a:latin typeface="Aptos"/>
                        </a:rPr>
                        <a:t>dcpon-syncd</a:t>
                      </a:r>
                    </a:p>
                  </a:txBody>
                  <a:tcPr/>
                </a:tc>
                <a:tc>
                  <a:txBody>
                    <a:bodyPr/>
                    <a:lstStyle/>
                    <a:p>
                      <a:endParaRPr lang="en-GB" sz="1400">
                        <a:latin typeface="Aptos"/>
                      </a:endParaRPr>
                    </a:p>
                  </a:txBody>
                  <a:tcPr/>
                </a:tc>
                <a:tc>
                  <a:txBody>
                    <a:bodyPr/>
                    <a:lstStyle/>
                    <a:p>
                      <a:pPr lvl="0">
                        <a:buNone/>
                      </a:pPr>
                      <a:r>
                        <a:rPr lang="en-GB" sz="1400" b="0" i="0" u="none" strike="noStrike" baseline="0" noProof="0">
                          <a:solidFill>
                            <a:srgbClr val="000000"/>
                          </a:solidFill>
                          <a:latin typeface="Aptos"/>
                        </a:rPr>
                        <a:t>~1 KB</a:t>
                      </a:r>
                      <a:endParaRPr lang="en-US" sz="1400">
                        <a:latin typeface="Aptos"/>
                      </a:endParaRPr>
                    </a:p>
                  </a:txBody>
                  <a:tcPr/>
                </a:tc>
                <a:tc>
                  <a:txBody>
                    <a:bodyPr/>
                    <a:lstStyle/>
                    <a:p>
                      <a:endParaRPr lang="en-GB" sz="1400">
                        <a:latin typeface="Aptos"/>
                      </a:endParaRPr>
                    </a:p>
                  </a:txBody>
                  <a:tcPr/>
                </a:tc>
                <a:extLst>
                  <a:ext uri="{0D108BD9-81ED-4DB2-BD59-A6C34878D82A}">
                    <a16:rowId xmlns:a16="http://schemas.microsoft.com/office/drawing/2014/main" val="949292993"/>
                  </a:ext>
                </a:extLst>
              </a:tr>
              <a:tr h="370840">
                <a:tc>
                  <a:txBody>
                    <a:bodyPr/>
                    <a:lstStyle/>
                    <a:p>
                      <a:r>
                        <a:rPr lang="en-GB" sz="1400" err="1">
                          <a:latin typeface="Aptos"/>
                        </a:rPr>
                        <a:t>pon-prot-orch</a:t>
                      </a:r>
                    </a:p>
                  </a:txBody>
                  <a:tcPr/>
                </a:tc>
                <a:tc>
                  <a:txBody>
                    <a:bodyPr/>
                    <a:lstStyle/>
                    <a:p>
                      <a:endParaRPr lang="en-GB" sz="1400">
                        <a:latin typeface="Aptos"/>
                      </a:endParaRPr>
                    </a:p>
                  </a:txBody>
                  <a:tcPr/>
                </a:tc>
                <a:tc>
                  <a:txBody>
                    <a:bodyPr/>
                    <a:lstStyle/>
                    <a:p>
                      <a:pPr lvl="0">
                        <a:buNone/>
                      </a:pPr>
                      <a:r>
                        <a:rPr lang="en-GB" sz="1400" b="0" i="0" u="none" strike="noStrike" baseline="0" noProof="0">
                          <a:solidFill>
                            <a:srgbClr val="000000"/>
                          </a:solidFill>
                          <a:latin typeface="Aptos"/>
                        </a:rPr>
                        <a:t>~1 KB</a:t>
                      </a:r>
                      <a:endParaRPr lang="en-US" sz="1400">
                        <a:latin typeface="Aptos"/>
                      </a:endParaRPr>
                    </a:p>
                  </a:txBody>
                  <a:tcPr/>
                </a:tc>
                <a:tc>
                  <a:txBody>
                    <a:bodyPr/>
                    <a:lstStyle/>
                    <a:p>
                      <a:pPr lvl="0">
                        <a:buNone/>
                      </a:pPr>
                      <a:r>
                        <a:rPr lang="en-GB" sz="1400" b="0" i="0" u="none" strike="noStrike" baseline="0" noProof="0">
                          <a:solidFill>
                            <a:srgbClr val="000000"/>
                          </a:solidFill>
                          <a:latin typeface="Aptos"/>
                        </a:rPr>
                        <a:t>~400 bytes</a:t>
                      </a:r>
                      <a:endParaRPr lang="en-US" sz="1400">
                        <a:latin typeface="Aptos"/>
                      </a:endParaRPr>
                    </a:p>
                  </a:txBody>
                  <a:tcPr/>
                </a:tc>
                <a:extLst>
                  <a:ext uri="{0D108BD9-81ED-4DB2-BD59-A6C34878D82A}">
                    <a16:rowId xmlns:a16="http://schemas.microsoft.com/office/drawing/2014/main" val="1938953222"/>
                  </a:ext>
                </a:extLst>
              </a:tr>
              <a:tr h="370840">
                <a:tc>
                  <a:txBody>
                    <a:bodyPr/>
                    <a:lstStyle/>
                    <a:p>
                      <a:r>
                        <a:rPr lang="en-GB" sz="1400">
                          <a:latin typeface="Aptos"/>
                        </a:rPr>
                        <a:t>REDIS (new keys)</a:t>
                      </a:r>
                    </a:p>
                  </a:txBody>
                  <a:tcPr/>
                </a:tc>
                <a:tc>
                  <a:txBody>
                    <a:bodyPr/>
                    <a:lstStyle/>
                    <a:p>
                      <a:endParaRPr lang="en-GB" sz="1400">
                        <a:latin typeface="Aptos"/>
                      </a:endParaRPr>
                    </a:p>
                  </a:txBody>
                  <a:tcPr/>
                </a:tc>
                <a:tc>
                  <a:txBody>
                    <a:bodyPr/>
                    <a:lstStyle/>
                    <a:p>
                      <a:pPr lvl="0">
                        <a:buNone/>
                      </a:pPr>
                      <a:r>
                        <a:rPr lang="en-GB" sz="1400" b="0" i="0" u="none" strike="noStrike" baseline="0" noProof="0">
                          <a:solidFill>
                            <a:srgbClr val="000000"/>
                          </a:solidFill>
                          <a:latin typeface="Aptos"/>
                        </a:rPr>
                        <a:t>~1.1 KB</a:t>
                      </a:r>
                      <a:endParaRPr lang="en-US" sz="1400">
                        <a:latin typeface="Aptos"/>
                      </a:endParaRPr>
                    </a:p>
                  </a:txBody>
                  <a:tcPr/>
                </a:tc>
                <a:tc>
                  <a:txBody>
                    <a:bodyPr/>
                    <a:lstStyle/>
                    <a:p>
                      <a:endParaRPr lang="en-GB" sz="1400">
                        <a:latin typeface="Aptos"/>
                      </a:endParaRPr>
                    </a:p>
                  </a:txBody>
                  <a:tcPr/>
                </a:tc>
                <a:extLst>
                  <a:ext uri="{0D108BD9-81ED-4DB2-BD59-A6C34878D82A}">
                    <a16:rowId xmlns:a16="http://schemas.microsoft.com/office/drawing/2014/main" val="2959449437"/>
                  </a:ext>
                </a:extLst>
              </a:tr>
              <a:tr h="370840">
                <a:tc>
                  <a:txBody>
                    <a:bodyPr/>
                    <a:lstStyle/>
                    <a:p>
                      <a:r>
                        <a:rPr lang="en-GB" sz="1400">
                          <a:latin typeface="Aptos"/>
                        </a:rPr>
                        <a:t>ASIC route entries</a:t>
                      </a:r>
                    </a:p>
                  </a:txBody>
                  <a:tcPr/>
                </a:tc>
                <a:tc>
                  <a:txBody>
                    <a:bodyPr/>
                    <a:lstStyle/>
                    <a:p>
                      <a:endParaRPr lang="en-GB" sz="1400">
                        <a:latin typeface="Aptos"/>
                      </a:endParaRPr>
                    </a:p>
                  </a:txBody>
                  <a:tcPr/>
                </a:tc>
                <a:tc>
                  <a:txBody>
                    <a:bodyPr/>
                    <a:lstStyle/>
                    <a:p>
                      <a:endParaRPr lang="en-GB" sz="1400">
                        <a:latin typeface="Aptos"/>
                      </a:endParaRPr>
                    </a:p>
                  </a:txBody>
                  <a:tcPr/>
                </a:tc>
                <a:tc>
                  <a:txBody>
                    <a:bodyPr/>
                    <a:lstStyle/>
                    <a:p>
                      <a:pPr lvl="0">
                        <a:buNone/>
                      </a:pPr>
                      <a:r>
                        <a:rPr lang="en-GB" sz="1400" b="0" i="0" u="none" strike="noStrike" baseline="0" noProof="0">
                          <a:solidFill>
                            <a:srgbClr val="000000"/>
                          </a:solidFill>
                          <a:latin typeface="Aptos"/>
                        </a:rPr>
                        <a:t>~300 bytes</a:t>
                      </a:r>
                      <a:endParaRPr lang="en-US" sz="1400">
                        <a:latin typeface="Aptos"/>
                      </a:endParaRPr>
                    </a:p>
                  </a:txBody>
                  <a:tcPr/>
                </a:tc>
                <a:extLst>
                  <a:ext uri="{0D108BD9-81ED-4DB2-BD59-A6C34878D82A}">
                    <a16:rowId xmlns:a16="http://schemas.microsoft.com/office/drawing/2014/main" val="275916049"/>
                  </a:ext>
                </a:extLst>
              </a:tr>
              <a:tr h="370840">
                <a:tc>
                  <a:txBody>
                    <a:bodyPr/>
                    <a:lstStyle/>
                    <a:p>
                      <a:r>
                        <a:rPr lang="en-GB" sz="1400">
                          <a:latin typeface="Aptos"/>
                        </a:rPr>
                        <a:t>Total</a:t>
                      </a:r>
                    </a:p>
                  </a:txBody>
                  <a:tcPr/>
                </a:tc>
                <a:tc>
                  <a:txBody>
                    <a:bodyPr/>
                    <a:lstStyle/>
                    <a:p>
                      <a:pPr lvl="0">
                        <a:buNone/>
                      </a:pPr>
                      <a:r>
                        <a:rPr lang="en-GB" sz="1400" b="0" i="0" u="none" strike="noStrike" baseline="0" noProof="0">
                          <a:solidFill>
                            <a:srgbClr val="000000"/>
                          </a:solidFill>
                          <a:latin typeface="Aptos"/>
                        </a:rPr>
                        <a:t>~15-20 MB</a:t>
                      </a:r>
                      <a:endParaRPr lang="en-US" sz="1400">
                        <a:latin typeface="Aptos"/>
                      </a:endParaRPr>
                    </a:p>
                  </a:txBody>
                  <a:tcPr/>
                </a:tc>
                <a:tc>
                  <a:txBody>
                    <a:bodyPr/>
                    <a:lstStyle/>
                    <a:p>
                      <a:pPr lvl="0">
                        <a:buNone/>
                      </a:pPr>
                      <a:r>
                        <a:rPr lang="en-GB" sz="1400" b="0" i="0" u="none" strike="noStrike" baseline="0" noProof="0">
                          <a:solidFill>
                            <a:srgbClr val="000000"/>
                          </a:solidFill>
                          <a:latin typeface="Aptos"/>
                        </a:rPr>
                        <a:t>~4.6 KB</a:t>
                      </a:r>
                      <a:endParaRPr lang="en-US" sz="1400">
                        <a:latin typeface="Aptos"/>
                      </a:endParaRPr>
                    </a:p>
                  </a:txBody>
                  <a:tcPr/>
                </a:tc>
                <a:tc>
                  <a:txBody>
                    <a:bodyPr/>
                    <a:lstStyle/>
                    <a:p>
                      <a:pPr lvl="0">
                        <a:buNone/>
                      </a:pPr>
                      <a:r>
                        <a:rPr lang="en-GB" sz="1400" b="0" i="0" u="none" strike="noStrike" baseline="0" noProof="0">
                          <a:solidFill>
                            <a:srgbClr val="000000"/>
                          </a:solidFill>
                          <a:latin typeface="Aptos"/>
                        </a:rPr>
                        <a:t>700 bytes (~1 KB)</a:t>
                      </a:r>
                      <a:endParaRPr lang="en-GB" sz="1400" b="0" i="0" u="none" strike="noStrike" baseline="0" noProof="0">
                        <a:solidFill>
                          <a:srgbClr val="172B4D"/>
                        </a:solidFill>
                        <a:highlight>
                          <a:srgbClr val="FFFFFF"/>
                        </a:highlight>
                        <a:latin typeface="Aptos"/>
                      </a:endParaRPr>
                    </a:p>
                  </a:txBody>
                  <a:tcPr/>
                </a:tc>
                <a:extLst>
                  <a:ext uri="{0D108BD9-81ED-4DB2-BD59-A6C34878D82A}">
                    <a16:rowId xmlns:a16="http://schemas.microsoft.com/office/drawing/2014/main" val="884299938"/>
                  </a:ext>
                </a:extLst>
              </a:tr>
            </a:tbl>
          </a:graphicData>
        </a:graphic>
      </p:graphicFrame>
      <p:sp>
        <p:nvSpPr>
          <p:cNvPr id="4" name="Title 1">
            <a:extLst>
              <a:ext uri="{FF2B5EF4-FFF2-40B4-BE49-F238E27FC236}">
                <a16:creationId xmlns:a16="http://schemas.microsoft.com/office/drawing/2014/main" id="{829FC97A-9DB1-5EED-6454-5040B3C336E6}"/>
              </a:ext>
            </a:extLst>
          </p:cNvPr>
          <p:cNvSpPr txBox="1">
            <a:spLocks/>
          </p:cNvSpPr>
          <p:nvPr/>
        </p:nvSpPr>
        <p:spPr>
          <a:xfrm>
            <a:off x="319523" y="228405"/>
            <a:ext cx="12502134" cy="849793"/>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600" b="0" i="0" u="none" strike="noStrike" kern="1200" cap="none" spc="-200" normalizeH="0" baseline="0" noProof="0">
                <a:ln>
                  <a:noFill/>
                </a:ln>
                <a:solidFill>
                  <a:srgbClr val="000000"/>
                </a:solidFill>
                <a:effectLst/>
                <a:uLnTx/>
                <a:uFillTx/>
                <a:latin typeface="Aptos"/>
                <a:ea typeface="+mj-ea"/>
                <a:cs typeface="+mj-cs"/>
              </a:rPr>
              <a:t>Memory Footprints</a:t>
            </a:r>
            <a:endParaRPr kumimoji="0" lang="en-US" sz="3400" b="1" i="0" u="none" strike="noStrike" kern="1200" cap="none" spc="-200" normalizeH="0" baseline="0" noProof="0">
              <a:ln>
                <a:noFill/>
              </a:ln>
              <a:solidFill>
                <a:srgbClr val="000000"/>
              </a:solidFill>
              <a:effectLst/>
              <a:uLnTx/>
              <a:uFillTx/>
              <a:latin typeface="Aptos Light"/>
              <a:ea typeface="+mj-ea"/>
              <a:cs typeface="+mj-cs"/>
            </a:endParaRPr>
          </a:p>
        </p:txBody>
      </p:sp>
    </p:spTree>
    <p:extLst>
      <p:ext uri="{BB962C8B-B14F-4D97-AF65-F5344CB8AC3E}">
        <p14:creationId xmlns:p14="http://schemas.microsoft.com/office/powerpoint/2010/main" val="18517579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15D24-95E9-4899-9847-2590A8DA35A6}"/>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754BE901-BD51-064F-4C13-727B7F260726}"/>
              </a:ext>
            </a:extLst>
          </p:cNvPr>
          <p:cNvSpPr txBox="1"/>
          <p:nvPr/>
        </p:nvSpPr>
        <p:spPr>
          <a:xfrm>
            <a:off x="440923" y="774725"/>
            <a:ext cx="11572876" cy="6032421"/>
          </a:xfrm>
          <a:prstGeom prst="rect">
            <a:avLst/>
          </a:prstGeom>
          <a:noFill/>
        </p:spPr>
        <p:txBody>
          <a:bodyPr wrap="square" lIns="91440" tIns="45720" rIns="91440" bIns="45720" anchor="t">
            <a:spAutoFit/>
          </a:bodyPr>
          <a:lstStyle/>
          <a:p>
            <a:pPr>
              <a:spcBef>
                <a:spcPts val="750"/>
              </a:spcBef>
              <a:defRPr/>
            </a:pPr>
            <a:r>
              <a:rPr lang="en-CA" sz="1400" b="1">
                <a:solidFill>
                  <a:srgbClr val="000000"/>
                </a:solidFill>
                <a:latin typeface="Aptos"/>
              </a:rPr>
              <a:t>Dual Homed PON Gateway solution creates two containers:</a:t>
            </a:r>
          </a:p>
          <a:p>
            <a:pPr marL="285750" indent="-285750">
              <a:spcBef>
                <a:spcPts val="750"/>
              </a:spcBef>
              <a:buFont typeface="Arial"/>
              <a:buChar char="•"/>
              <a:defRPr/>
            </a:pPr>
            <a:r>
              <a:rPr lang="en-CA" sz="1400" dirty="0">
                <a:solidFill>
                  <a:srgbClr val="000000"/>
                </a:solidFill>
                <a:latin typeface="Aptos"/>
              </a:rPr>
              <a:t>docker-</a:t>
            </a:r>
            <a:r>
              <a:rPr lang="en-CA" sz="1400" dirty="0" err="1">
                <a:solidFill>
                  <a:srgbClr val="000000"/>
                </a:solidFill>
                <a:latin typeface="Aptos"/>
              </a:rPr>
              <a:t>pon</a:t>
            </a:r>
            <a:r>
              <a:rPr lang="en-CA" sz="1400" dirty="0">
                <a:solidFill>
                  <a:srgbClr val="000000"/>
                </a:solidFill>
                <a:latin typeface="Aptos"/>
              </a:rPr>
              <a:t>-manager — vendor agnostic; houses </a:t>
            </a:r>
            <a:r>
              <a:rPr lang="en-CA" sz="1400" dirty="0" err="1">
                <a:solidFill>
                  <a:srgbClr val="000000"/>
                </a:solidFill>
                <a:latin typeface="Aptos"/>
              </a:rPr>
              <a:t>pon-mgrd</a:t>
            </a:r>
            <a:r>
              <a:rPr lang="en-CA" sz="1400" dirty="0">
                <a:solidFill>
                  <a:srgbClr val="000000"/>
                </a:solidFill>
                <a:latin typeface="Aptos"/>
              </a:rPr>
              <a:t> and </a:t>
            </a:r>
            <a:r>
              <a:rPr lang="en-CA" sz="1400" dirty="0" err="1">
                <a:solidFill>
                  <a:srgbClr val="000000"/>
                </a:solidFill>
                <a:latin typeface="Aptos"/>
              </a:rPr>
              <a:t>ponprotd</a:t>
            </a:r>
            <a:endParaRPr lang="en-CA" sz="1400" dirty="0">
              <a:latin typeface="Aptos"/>
            </a:endParaRPr>
          </a:p>
          <a:p>
            <a:pPr marL="285750" indent="-285750">
              <a:spcBef>
                <a:spcPts val="750"/>
              </a:spcBef>
              <a:buFont typeface="Arial"/>
              <a:buChar char="•"/>
              <a:defRPr/>
            </a:pPr>
            <a:r>
              <a:rPr lang="en-CA" sz="1400" dirty="0">
                <a:solidFill>
                  <a:srgbClr val="000000"/>
                </a:solidFill>
                <a:latin typeface="Aptos"/>
              </a:rPr>
              <a:t>docker-</a:t>
            </a:r>
            <a:r>
              <a:rPr lang="en-CA" sz="1400" dirty="0" err="1">
                <a:solidFill>
                  <a:srgbClr val="000000"/>
                </a:solidFill>
                <a:latin typeface="Aptos"/>
              </a:rPr>
              <a:t>pon</a:t>
            </a:r>
            <a:r>
              <a:rPr lang="en-CA" sz="1400" dirty="0">
                <a:solidFill>
                  <a:srgbClr val="000000"/>
                </a:solidFill>
                <a:latin typeface="Aptos"/>
              </a:rPr>
              <a:t>-</a:t>
            </a:r>
            <a:r>
              <a:rPr lang="en-CA" sz="1400" dirty="0" err="1">
                <a:solidFill>
                  <a:srgbClr val="000000"/>
                </a:solidFill>
                <a:latin typeface="Aptos"/>
              </a:rPr>
              <a:t>syncd</a:t>
            </a:r>
            <a:r>
              <a:rPr lang="en-CA" sz="1400" dirty="0">
                <a:solidFill>
                  <a:srgbClr val="000000"/>
                </a:solidFill>
                <a:latin typeface="Aptos"/>
              </a:rPr>
              <a:t> — vendor specific; houses </a:t>
            </a:r>
            <a:r>
              <a:rPr lang="en-CA" sz="1400" dirty="0" err="1">
                <a:solidFill>
                  <a:srgbClr val="000000"/>
                </a:solidFill>
                <a:latin typeface="Aptos"/>
              </a:rPr>
              <a:t>dcpon-syncd</a:t>
            </a:r>
            <a:r>
              <a:rPr lang="en-CA" sz="1400" dirty="0">
                <a:solidFill>
                  <a:srgbClr val="000000"/>
                </a:solidFill>
                <a:latin typeface="Aptos"/>
              </a:rPr>
              <a:t> and loads the vendor PON SAI extension (similar to gearbox model)</a:t>
            </a:r>
            <a:endParaRPr lang="en-CA" sz="1400" dirty="0">
              <a:latin typeface="Aptos"/>
            </a:endParaRPr>
          </a:p>
          <a:p>
            <a:pPr marL="285750" indent="-285750">
              <a:spcBef>
                <a:spcPts val="750"/>
              </a:spcBef>
              <a:buFont typeface="Arial"/>
              <a:buChar char="•"/>
              <a:defRPr/>
            </a:pPr>
            <a:r>
              <a:rPr lang="en-CA" sz="1400" dirty="0">
                <a:solidFill>
                  <a:srgbClr val="000000"/>
                </a:solidFill>
                <a:latin typeface="Aptos"/>
              </a:rPr>
              <a:t>Simulator testing uses only docker-</a:t>
            </a:r>
            <a:r>
              <a:rPr lang="en-CA" sz="1400" dirty="0" err="1">
                <a:solidFill>
                  <a:srgbClr val="000000"/>
                </a:solidFill>
                <a:latin typeface="Aptos"/>
              </a:rPr>
              <a:t>pon</a:t>
            </a:r>
            <a:r>
              <a:rPr lang="en-CA" sz="1400" dirty="0">
                <a:solidFill>
                  <a:srgbClr val="000000"/>
                </a:solidFill>
                <a:latin typeface="Aptos"/>
              </a:rPr>
              <a:t>-manager — no vendor SAI needed</a:t>
            </a:r>
            <a:endParaRPr lang="en-CA" sz="1400" dirty="0">
              <a:latin typeface="Aptos"/>
            </a:endParaRPr>
          </a:p>
          <a:p>
            <a:pPr>
              <a:spcBef>
                <a:spcPts val="750"/>
              </a:spcBef>
              <a:defRPr/>
            </a:pPr>
            <a:endParaRPr lang="en-CA" sz="1400">
              <a:solidFill>
                <a:srgbClr val="000000"/>
              </a:solidFill>
              <a:latin typeface="Aptos"/>
              <a:ea typeface="+mn-lt"/>
              <a:cs typeface="+mn-lt"/>
            </a:endParaRPr>
          </a:p>
          <a:p>
            <a:pPr>
              <a:spcBef>
                <a:spcPts val="750"/>
              </a:spcBef>
              <a:defRPr/>
            </a:pPr>
            <a:r>
              <a:rPr lang="en-CA" sz="1400" b="1">
                <a:solidFill>
                  <a:srgbClr val="000000"/>
                </a:solidFill>
                <a:latin typeface="Aptos"/>
              </a:rPr>
              <a:t>Simulator Testing (VM-based):</a:t>
            </a:r>
          </a:p>
          <a:p>
            <a:pPr indent="-342900">
              <a:spcBef>
                <a:spcPts val="750"/>
              </a:spcBef>
              <a:buFont typeface="Arial"/>
              <a:buChar char="•"/>
              <a:defRPr/>
            </a:pPr>
            <a:r>
              <a:rPr lang="en-CA" sz="1400" dirty="0">
                <a:solidFill>
                  <a:srgbClr val="000000"/>
                </a:solidFill>
                <a:latin typeface="Aptos"/>
              </a:rPr>
              <a:t>Boot </a:t>
            </a:r>
            <a:r>
              <a:rPr lang="en-CA" sz="1400" dirty="0" err="1">
                <a:solidFill>
                  <a:srgbClr val="000000"/>
                </a:solidFill>
                <a:latin typeface="Aptos"/>
              </a:rPr>
              <a:t>SONiC</a:t>
            </a:r>
            <a:r>
              <a:rPr lang="en-CA" sz="1400" dirty="0">
                <a:solidFill>
                  <a:srgbClr val="000000"/>
                </a:solidFill>
                <a:latin typeface="Aptos"/>
              </a:rPr>
              <a:t> VM and deploy 'docker-</a:t>
            </a:r>
            <a:r>
              <a:rPr lang="en-CA" sz="1400" dirty="0" err="1">
                <a:solidFill>
                  <a:srgbClr val="000000"/>
                </a:solidFill>
                <a:latin typeface="Aptos"/>
              </a:rPr>
              <a:t>pon</a:t>
            </a:r>
            <a:r>
              <a:rPr lang="en-CA" sz="1400" dirty="0">
                <a:solidFill>
                  <a:srgbClr val="000000"/>
                </a:solidFill>
                <a:latin typeface="Aptos"/>
              </a:rPr>
              <a:t>-manager' manually</a:t>
            </a:r>
          </a:p>
          <a:p>
            <a:pPr marL="342900" indent="-342900">
              <a:spcBef>
                <a:spcPts val="750"/>
              </a:spcBef>
              <a:buFont typeface="Arial"/>
              <a:buChar char="•"/>
              <a:defRPr/>
            </a:pPr>
            <a:r>
              <a:rPr lang="en-CA" sz="1400">
                <a:latin typeface="Aptos"/>
              </a:rPr>
              <a:t>Provision OLT interfaces, ONUs and protection instances via CLI or CONFIG_DB</a:t>
            </a:r>
          </a:p>
          <a:p>
            <a:pPr marL="342900" indent="-342900">
              <a:spcBef>
                <a:spcPts val="750"/>
              </a:spcBef>
              <a:buFont typeface="Arial"/>
              <a:buChar char="•"/>
              <a:defRPr/>
            </a:pPr>
            <a:r>
              <a:rPr lang="en-CA" sz="1400">
                <a:latin typeface="Aptos"/>
              </a:rPr>
              <a:t>Inject OLT state directly via Redis:</a:t>
            </a:r>
          </a:p>
          <a:p>
            <a:pPr marL="800100" lvl="1" indent="-342900">
              <a:spcBef>
                <a:spcPts val="750"/>
              </a:spcBef>
              <a:buFont typeface="Courier New"/>
              <a:buChar char="o"/>
              <a:defRPr/>
            </a:pPr>
            <a:r>
              <a:rPr lang="en-CA" sz="1400" dirty="0">
                <a:latin typeface="Aptos"/>
              </a:rPr>
              <a:t>sonic-</a:t>
            </a:r>
            <a:r>
              <a:rPr lang="en-CA" sz="1400" dirty="0" err="1">
                <a:latin typeface="Aptos"/>
              </a:rPr>
              <a:t>db</a:t>
            </a:r>
            <a:r>
              <a:rPr lang="en-CA" sz="1400" dirty="0">
                <a:latin typeface="Aptos"/>
              </a:rPr>
              <a:t>-cli STATE_DB HSET 'PON_OLT_INTF_PROTECTION_STATE|Ethernet0' </a:t>
            </a:r>
            <a:r>
              <a:rPr lang="en-CA" sz="1400" dirty="0" err="1">
                <a:latin typeface="Aptos"/>
              </a:rPr>
              <a:t>olt_intf_state</a:t>
            </a:r>
            <a:r>
              <a:rPr lang="en-CA" sz="1400" dirty="0">
                <a:latin typeface="Aptos"/>
              </a:rPr>
              <a:t> active</a:t>
            </a:r>
          </a:p>
          <a:p>
            <a:pPr marL="342900" indent="-342900">
              <a:spcBef>
                <a:spcPts val="750"/>
              </a:spcBef>
              <a:buFont typeface="Arial"/>
              <a:buChar char="•"/>
              <a:defRPr/>
            </a:pPr>
            <a:r>
              <a:rPr lang="en-CA" sz="1400">
                <a:solidFill>
                  <a:srgbClr val="000000"/>
                </a:solidFill>
                <a:latin typeface="Aptos"/>
              </a:rPr>
              <a:t>FSM activates — verify composite state and forwarding entries:</a:t>
            </a:r>
            <a:endParaRPr lang="en-CA" sz="1400">
              <a:latin typeface="Aptos"/>
            </a:endParaRPr>
          </a:p>
          <a:p>
            <a:pPr marL="800100" lvl="1" indent="-342900">
              <a:spcBef>
                <a:spcPts val="750"/>
              </a:spcBef>
              <a:buFont typeface="Courier New"/>
              <a:buChar char="o"/>
              <a:defRPr/>
            </a:pPr>
            <a:r>
              <a:rPr lang="en-CA" sz="1400" dirty="0">
                <a:latin typeface="Aptos"/>
              </a:rPr>
              <a:t>sonic-</a:t>
            </a:r>
            <a:r>
              <a:rPr lang="en-CA" sz="1400" dirty="0" err="1">
                <a:latin typeface="Aptos"/>
              </a:rPr>
              <a:t>db</a:t>
            </a:r>
            <a:r>
              <a:rPr lang="en-CA" sz="1400" dirty="0">
                <a:latin typeface="Aptos"/>
              </a:rPr>
              <a:t>-cli STATE_DB HGETALL 'PON_OLT_INTF_PROTECTION_RT_TABLE|Ethernet0'</a:t>
            </a:r>
          </a:p>
          <a:p>
            <a:pPr marL="342900" indent="-342900">
              <a:spcBef>
                <a:spcPts val="750"/>
              </a:spcBef>
              <a:buFont typeface="Arial"/>
              <a:buChar char="•"/>
              <a:defRPr/>
            </a:pPr>
            <a:r>
              <a:rPr lang="en-CA" sz="1400">
                <a:solidFill>
                  <a:srgbClr val="000000"/>
                </a:solidFill>
                <a:latin typeface="Aptos"/>
              </a:rPr>
              <a:t>Simulate OLT failure — inject Active → Standby/Unknown transition:</a:t>
            </a:r>
            <a:endParaRPr lang="en-CA" sz="1400">
              <a:solidFill>
                <a:srgbClr val="000000"/>
              </a:solidFill>
              <a:latin typeface="Aptos"/>
              <a:ea typeface="+mn-lt"/>
              <a:cs typeface="+mn-lt"/>
            </a:endParaRPr>
          </a:p>
          <a:p>
            <a:pPr marL="800100" lvl="1" indent="-342900">
              <a:spcBef>
                <a:spcPts val="750"/>
              </a:spcBef>
              <a:buFont typeface="Courier New"/>
              <a:buChar char="o"/>
              <a:defRPr/>
            </a:pPr>
            <a:r>
              <a:rPr lang="en-CA" sz="1400" dirty="0">
                <a:latin typeface="Aptos"/>
              </a:rPr>
              <a:t>sonic-</a:t>
            </a:r>
            <a:r>
              <a:rPr lang="en-CA" sz="1400" dirty="0" err="1">
                <a:latin typeface="Aptos"/>
              </a:rPr>
              <a:t>db</a:t>
            </a:r>
            <a:r>
              <a:rPr lang="en-CA" sz="1400" dirty="0">
                <a:latin typeface="Aptos"/>
              </a:rPr>
              <a:t>-cli STATE_DB HSET 'PON_OLT_INTF_PROTECTION_STATE|Ethernet0' </a:t>
            </a:r>
            <a:r>
              <a:rPr lang="en-CA" sz="1400" dirty="0" err="1">
                <a:latin typeface="Aptos"/>
              </a:rPr>
              <a:t>olt_intf_state</a:t>
            </a:r>
            <a:r>
              <a:rPr lang="en-CA" sz="1400" dirty="0">
                <a:latin typeface="Aptos"/>
              </a:rPr>
              <a:t> standby</a:t>
            </a:r>
          </a:p>
          <a:p>
            <a:pPr marL="342900" indent="-342900">
              <a:spcBef>
                <a:spcPts val="750"/>
              </a:spcBef>
              <a:buFont typeface="Arial"/>
              <a:buChar char="•"/>
              <a:defRPr/>
            </a:pPr>
            <a:endParaRPr lang="en-CA" sz="1400">
              <a:solidFill>
                <a:srgbClr val="000000"/>
              </a:solidFill>
              <a:latin typeface="Aptos"/>
            </a:endParaRPr>
          </a:p>
          <a:p>
            <a:pPr>
              <a:spcBef>
                <a:spcPts val="750"/>
              </a:spcBef>
              <a:defRPr/>
            </a:pPr>
            <a:r>
              <a:rPr lang="en-CA" sz="1400" b="1">
                <a:solidFill>
                  <a:srgbClr val="000000"/>
                </a:solidFill>
                <a:latin typeface="Aptos"/>
              </a:rPr>
              <a:t>Hardware Testing (Real OLT plugs required):</a:t>
            </a:r>
          </a:p>
          <a:p>
            <a:pPr indent="-285750">
              <a:spcBef>
                <a:spcPts val="750"/>
              </a:spcBef>
              <a:buFont typeface="Arial"/>
              <a:buChar char="•"/>
              <a:defRPr/>
            </a:pPr>
            <a:r>
              <a:rPr lang="en-CA" sz="1400" dirty="0">
                <a:solidFill>
                  <a:srgbClr val="000000"/>
                </a:solidFill>
                <a:latin typeface="Aptos"/>
              </a:rPr>
              <a:t>Insert and configure OLT plugs — '</a:t>
            </a:r>
            <a:r>
              <a:rPr lang="en-CA" sz="1400" dirty="0" err="1">
                <a:solidFill>
                  <a:srgbClr val="000000"/>
                </a:solidFill>
                <a:latin typeface="Aptos"/>
              </a:rPr>
              <a:t>dcpon-syncd</a:t>
            </a:r>
            <a:r>
              <a:rPr lang="en-CA" sz="1400" dirty="0">
                <a:solidFill>
                  <a:srgbClr val="000000"/>
                </a:solidFill>
                <a:latin typeface="Aptos"/>
              </a:rPr>
              <a:t>' detects state via vendor SDK</a:t>
            </a:r>
            <a:endParaRPr lang="en-CA" sz="1400" b="1" dirty="0">
              <a:solidFill>
                <a:srgbClr val="000000"/>
              </a:solidFill>
              <a:latin typeface="Aptos"/>
            </a:endParaRPr>
          </a:p>
          <a:p>
            <a:pPr marL="285750" indent="-285750">
              <a:spcBef>
                <a:spcPts val="750"/>
              </a:spcBef>
              <a:buFont typeface="Arial"/>
              <a:buChar char="•"/>
              <a:defRPr/>
            </a:pPr>
            <a:r>
              <a:rPr lang="en-CA" sz="1400">
                <a:solidFill>
                  <a:srgbClr val="000000"/>
                </a:solidFill>
                <a:latin typeface="Aptos"/>
              </a:rPr>
              <a:t>Software reacts automatically to OLT state changes driven by the hardware</a:t>
            </a:r>
            <a:endParaRPr lang="en-CA" sz="1400">
              <a:latin typeface="Aptos"/>
            </a:endParaRPr>
          </a:p>
          <a:p>
            <a:pPr marL="285750" indent="-285750">
              <a:spcBef>
                <a:spcPts val="750"/>
              </a:spcBef>
              <a:buFont typeface="Arial"/>
              <a:buChar char="•"/>
              <a:defRPr/>
            </a:pPr>
            <a:r>
              <a:rPr lang="en-CA" sz="1400">
                <a:solidFill>
                  <a:srgbClr val="000000"/>
                </a:solidFill>
                <a:latin typeface="Aptos"/>
              </a:rPr>
              <a:t>Pull or admin-down an OLT plug to exercise failover</a:t>
            </a:r>
            <a:endParaRPr lang="en-CA" sz="1400">
              <a:latin typeface="Aptos"/>
            </a:endParaRPr>
          </a:p>
        </p:txBody>
      </p:sp>
      <p:sp>
        <p:nvSpPr>
          <p:cNvPr id="4" name="Title 1">
            <a:extLst>
              <a:ext uri="{FF2B5EF4-FFF2-40B4-BE49-F238E27FC236}">
                <a16:creationId xmlns:a16="http://schemas.microsoft.com/office/drawing/2014/main" id="{13CD8F8C-05A5-236F-5EF1-DA7BBFFEE4B6}"/>
              </a:ext>
            </a:extLst>
          </p:cNvPr>
          <p:cNvSpPr txBox="1">
            <a:spLocks/>
          </p:cNvSpPr>
          <p:nvPr/>
        </p:nvSpPr>
        <p:spPr>
          <a:xfrm>
            <a:off x="319523" y="228405"/>
            <a:ext cx="12502134" cy="849793"/>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a:defRPr/>
            </a:pPr>
            <a:r>
              <a:rPr lang="en-US" sz="3600">
                <a:solidFill>
                  <a:srgbClr val="000000"/>
                </a:solidFill>
                <a:latin typeface="Aptos"/>
              </a:rPr>
              <a:t>How to test?</a:t>
            </a:r>
            <a:endParaRPr lang="en-US" sz="3600" i="0" u="none" strike="noStrike" kern="1200" cap="none" spc="-200" normalizeH="0" baseline="0" noProof="0">
              <a:ln>
                <a:noFill/>
              </a:ln>
              <a:solidFill>
                <a:srgbClr val="000000"/>
              </a:solidFill>
              <a:effectLst/>
              <a:uLnTx/>
              <a:uFillTx/>
              <a:latin typeface="Aptos"/>
            </a:endParaRPr>
          </a:p>
        </p:txBody>
      </p:sp>
    </p:spTree>
    <p:extLst>
      <p:ext uri="{BB962C8B-B14F-4D97-AF65-F5344CB8AC3E}">
        <p14:creationId xmlns:p14="http://schemas.microsoft.com/office/powerpoint/2010/main" val="42074877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C0A6A-74D9-5110-8B6B-32584F3FAA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E3549F-8BCB-888A-DF0B-C9FD52FAE49B}"/>
              </a:ext>
            </a:extLst>
          </p:cNvPr>
          <p:cNvSpPr>
            <a:spLocks noGrp="1"/>
          </p:cNvSpPr>
          <p:nvPr>
            <p:ph type="title"/>
          </p:nvPr>
        </p:nvSpPr>
        <p:spPr>
          <a:xfrm>
            <a:off x="761999" y="329514"/>
            <a:ext cx="3461658" cy="649214"/>
          </a:xfrm>
        </p:spPr>
        <p:txBody>
          <a:bodyPr anchor="t">
            <a:noAutofit/>
          </a:bodyPr>
          <a:lstStyle/>
          <a:p>
            <a:r>
              <a:rPr lang="en-US" b="1">
                <a:latin typeface="Aptos Light"/>
              </a:rPr>
              <a:t>Troubleshooting</a:t>
            </a:r>
          </a:p>
        </p:txBody>
      </p:sp>
      <p:sp>
        <p:nvSpPr>
          <p:cNvPr id="4" name="TextBox 3">
            <a:extLst>
              <a:ext uri="{FF2B5EF4-FFF2-40B4-BE49-F238E27FC236}">
                <a16:creationId xmlns:a16="http://schemas.microsoft.com/office/drawing/2014/main" id="{58449154-BB46-A2EC-10C5-0F4C4B4C054C}"/>
              </a:ext>
            </a:extLst>
          </p:cNvPr>
          <p:cNvSpPr txBox="1"/>
          <p:nvPr/>
        </p:nvSpPr>
        <p:spPr>
          <a:xfrm>
            <a:off x="847164" y="1028699"/>
            <a:ext cx="11426638" cy="51398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150000"/>
              </a:lnSpc>
              <a:buFont typeface="Arial"/>
              <a:buChar char="•"/>
            </a:pPr>
            <a:r>
              <a:rPr lang="en-GB" sz="1600">
                <a:latin typeface="Aptos"/>
              </a:rPr>
              <a:t>REASON field explaining the drift in composite state FSM</a:t>
            </a:r>
          </a:p>
          <a:p>
            <a:pPr marL="285750" indent="-285750" algn="just">
              <a:lnSpc>
                <a:spcPct val="150000"/>
              </a:lnSpc>
              <a:buFont typeface="Arial"/>
              <a:buChar char="•"/>
            </a:pPr>
            <a:r>
              <a:rPr lang="en-GB" sz="1600">
                <a:latin typeface="Aptos"/>
              </a:rPr>
              <a:t>HEALTH index representing the desired system state</a:t>
            </a:r>
          </a:p>
          <a:p>
            <a:pPr marL="285750" indent="-285750" algn="just">
              <a:lnSpc>
                <a:spcPct val="150000"/>
              </a:lnSpc>
              <a:buFont typeface="Arial"/>
              <a:buChar char="•"/>
            </a:pPr>
            <a:r>
              <a:rPr lang="en-GB" sz="1600">
                <a:latin typeface="Aptos"/>
              </a:rPr>
              <a:t>SHOW status/detail output are visible once OLT interface is operational</a:t>
            </a:r>
            <a:endParaRPr lang="en-GB" sz="2000"/>
          </a:p>
          <a:p>
            <a:pPr marL="285750" indent="-285750" algn="just">
              <a:lnSpc>
                <a:spcPct val="150000"/>
              </a:lnSpc>
              <a:buFont typeface="Arial"/>
              <a:buChar char="•"/>
            </a:pPr>
            <a:r>
              <a:rPr lang="en-GB" sz="1600">
                <a:latin typeface="Aptos"/>
              </a:rPr>
              <a:t>REDIS CLI checks to confirm port admin status and OLT interface dependencies that drive APPL_DB/STATE_DB population</a:t>
            </a:r>
            <a:endParaRPr lang="en-GB" sz="2000"/>
          </a:p>
          <a:p>
            <a:pPr marL="285750" indent="-285750" algn="just">
              <a:lnSpc>
                <a:spcPct val="150000"/>
              </a:lnSpc>
              <a:buFont typeface="Arial"/>
              <a:buChar char="•"/>
            </a:pPr>
            <a:r>
              <a:rPr lang="en-GB" sz="1600">
                <a:latin typeface="Aptos"/>
              </a:rPr>
              <a:t>TELEMETRY gives you a real-time snapshot of control-plane and runtime behaviour. Key telemetry to track includes:</a:t>
            </a:r>
          </a:p>
          <a:p>
            <a:pPr marL="742950" lvl="1" indent="-285750" algn="just">
              <a:buFont typeface="Arial"/>
              <a:buChar char="•"/>
            </a:pPr>
            <a:r>
              <a:rPr lang="en-GB" sz="1600">
                <a:latin typeface="Aptos"/>
              </a:rPr>
              <a:t>Operational state - state, direction, reason, </a:t>
            </a:r>
            <a:r>
              <a:rPr lang="en-GB" sz="1600" err="1">
                <a:latin typeface="Aptos"/>
              </a:rPr>
              <a:t>state_change_time</a:t>
            </a:r>
            <a:endParaRPr lang="en-GB" sz="2000"/>
          </a:p>
          <a:p>
            <a:pPr marL="742950" lvl="1" indent="-285750" algn="just">
              <a:buFont typeface="Arial"/>
              <a:buChar char="•"/>
            </a:pPr>
            <a:r>
              <a:rPr lang="en-GB" sz="1600">
                <a:latin typeface="Aptos"/>
              </a:rPr>
              <a:t>Runtime inputs - </a:t>
            </a:r>
            <a:r>
              <a:rPr lang="en-GB" sz="1600" err="1">
                <a:latin typeface="Aptos"/>
              </a:rPr>
              <a:t>olt_intf_state</a:t>
            </a:r>
            <a:r>
              <a:rPr lang="en-GB" sz="1600">
                <a:latin typeface="Aptos"/>
              </a:rPr>
              <a:t>, </a:t>
            </a:r>
            <a:r>
              <a:rPr lang="en-GB" sz="1600" err="1">
                <a:latin typeface="Aptos"/>
              </a:rPr>
              <a:t>link_state</a:t>
            </a:r>
            <a:r>
              <a:rPr lang="en-GB" sz="1600">
                <a:latin typeface="Aptos"/>
              </a:rPr>
              <a:t>, </a:t>
            </a:r>
            <a:r>
              <a:rPr lang="en-GB" sz="1600" err="1">
                <a:latin typeface="Aptos"/>
              </a:rPr>
              <a:t>tsa_active</a:t>
            </a:r>
            <a:endParaRPr lang="en-GB" sz="2000">
              <a:latin typeface="Neue Haas Grotesk Text Pro"/>
            </a:endParaRPr>
          </a:p>
          <a:p>
            <a:pPr marL="742950" lvl="1" indent="-285750" algn="just">
              <a:buFont typeface="Arial"/>
              <a:buChar char="•"/>
            </a:pPr>
            <a:r>
              <a:rPr lang="en-GB" sz="1600">
                <a:latin typeface="Aptos"/>
              </a:rPr>
              <a:t>Computed outputs - </a:t>
            </a:r>
            <a:r>
              <a:rPr lang="en-GB" sz="1600" err="1">
                <a:latin typeface="Aptos"/>
              </a:rPr>
              <a:t>composite_state</a:t>
            </a:r>
            <a:r>
              <a:rPr lang="en-GB" sz="1600">
                <a:latin typeface="Aptos"/>
              </a:rPr>
              <a:t>, health</a:t>
            </a:r>
            <a:endParaRPr lang="en-GB" sz="2000">
              <a:latin typeface="Neue Haas Grotesk Text Pro"/>
            </a:endParaRPr>
          </a:p>
          <a:p>
            <a:pPr marL="742950" lvl="1" indent="-285750" algn="just">
              <a:buFont typeface="Arial"/>
              <a:buChar char="•"/>
            </a:pPr>
            <a:r>
              <a:rPr lang="en-GB" sz="1600">
                <a:latin typeface="Aptos"/>
              </a:rPr>
              <a:t>Optional/placeholder views - </a:t>
            </a:r>
            <a:r>
              <a:rPr lang="en-GB" sz="1600" err="1">
                <a:latin typeface="Aptos"/>
              </a:rPr>
              <a:t>switchover_start</a:t>
            </a:r>
            <a:r>
              <a:rPr lang="en-GB" sz="1600">
                <a:latin typeface="Aptos"/>
              </a:rPr>
              <a:t>, </a:t>
            </a:r>
            <a:r>
              <a:rPr lang="en-GB" sz="1600" err="1">
                <a:latin typeface="Aptos"/>
              </a:rPr>
              <a:t>switchover_end</a:t>
            </a:r>
            <a:r>
              <a:rPr lang="en-GB" sz="1600">
                <a:latin typeface="Aptos"/>
              </a:rPr>
              <a:t>, </a:t>
            </a:r>
            <a:r>
              <a:rPr lang="en-GB" sz="1600" err="1">
                <a:latin typeface="Aptos"/>
              </a:rPr>
              <a:t>switchover_count</a:t>
            </a:r>
            <a:r>
              <a:rPr lang="en-GB" sz="1600">
                <a:latin typeface="Aptos"/>
              </a:rPr>
              <a:t>, </a:t>
            </a:r>
            <a:r>
              <a:rPr lang="en-GB" sz="1600" err="1">
                <a:latin typeface="Aptos"/>
              </a:rPr>
              <a:t>role_switch_cmd</a:t>
            </a:r>
            <a:endParaRPr lang="en-GB" sz="1600">
              <a:latin typeface="Aptos"/>
            </a:endParaRPr>
          </a:p>
          <a:p>
            <a:pPr marL="285750" indent="-285750" algn="just">
              <a:lnSpc>
                <a:spcPct val="150000"/>
              </a:lnSpc>
              <a:buFont typeface="Arial"/>
              <a:buChar char="•"/>
            </a:pPr>
            <a:r>
              <a:rPr lang="en-GB" sz="1600">
                <a:latin typeface="Aptos"/>
              </a:rPr>
              <a:t>SYSLOG explains why transitions occurred and whether updates were applied, skipped, or suppressed:</a:t>
            </a:r>
            <a:endParaRPr lang="en-GB" sz="2000"/>
          </a:p>
          <a:p>
            <a:pPr marL="742950" lvl="1" indent="-285750" algn="just">
              <a:buFont typeface="Arial"/>
              <a:buChar char="•"/>
            </a:pPr>
            <a:r>
              <a:rPr lang="en-GB" sz="1600">
                <a:latin typeface="Aptos"/>
              </a:rPr>
              <a:t>Startup and initialization - instance discovery, TSA initialization, subscription setup</a:t>
            </a:r>
            <a:endParaRPr lang="en-GB" sz="2000"/>
          </a:p>
          <a:p>
            <a:pPr marL="742950" lvl="1" indent="-285750" algn="just">
              <a:buFont typeface="Arial"/>
              <a:buChar char="•"/>
            </a:pPr>
            <a:r>
              <a:rPr lang="en-GB" sz="1600">
                <a:latin typeface="Aptos"/>
              </a:rPr>
              <a:t>Runtime transitions - link state updates, OLT interface state updates, FSM activation</a:t>
            </a:r>
            <a:endParaRPr lang="en-GB" sz="2000">
              <a:latin typeface="Neue Haas Grotesk Text Pro"/>
            </a:endParaRPr>
          </a:p>
          <a:p>
            <a:pPr marL="742950" lvl="1" indent="-285750" algn="just">
              <a:buFont typeface="Arial"/>
              <a:buChar char="•"/>
            </a:pPr>
            <a:r>
              <a:rPr lang="en-GB" sz="1600">
                <a:latin typeface="Aptos"/>
              </a:rPr>
              <a:t>Stability/failure signals - select errors, thread exceptions, shutdown/signal handling</a:t>
            </a:r>
            <a:endParaRPr lang="en-GB" sz="2000">
              <a:latin typeface="Neue Haas Grotesk Text Pro"/>
            </a:endParaRPr>
          </a:p>
          <a:p>
            <a:pPr marL="285750" indent="-285750" algn="just">
              <a:lnSpc>
                <a:spcPct val="150000"/>
              </a:lnSpc>
              <a:buFont typeface="Arial,Sans-Serif"/>
              <a:buChar char="•"/>
            </a:pPr>
            <a:r>
              <a:rPr lang="en-GB" sz="1600">
                <a:latin typeface="Aptos"/>
              </a:rPr>
              <a:t>CLIs:</a:t>
            </a:r>
          </a:p>
          <a:p>
            <a:pPr marL="742950" lvl="1" indent="-285750" algn="just">
              <a:buFont typeface="Arial"/>
              <a:buChar char="•"/>
            </a:pPr>
            <a:r>
              <a:rPr lang="en-GB" sz="1600">
                <a:latin typeface="Aptos"/>
              </a:rPr>
              <a:t>show </a:t>
            </a:r>
            <a:r>
              <a:rPr lang="en-GB" sz="1600" err="1">
                <a:latin typeface="Aptos"/>
              </a:rPr>
              <a:t>pon</a:t>
            </a:r>
            <a:r>
              <a:rPr lang="en-GB" sz="1600">
                <a:latin typeface="Aptos"/>
              </a:rPr>
              <a:t> protection </a:t>
            </a:r>
            <a:r>
              <a:rPr lang="en-GB" sz="1600" err="1">
                <a:latin typeface="Aptos"/>
              </a:rPr>
              <a:t>olt</a:t>
            </a:r>
            <a:r>
              <a:rPr lang="en-GB" sz="1600">
                <a:latin typeface="Aptos"/>
              </a:rPr>
              <a:t>-interface</a:t>
            </a:r>
          </a:p>
          <a:p>
            <a:pPr marL="742950" lvl="1" indent="-285750" algn="just">
              <a:buFont typeface="Arial"/>
              <a:buChar char="•"/>
            </a:pPr>
            <a:r>
              <a:rPr lang="en-GB" sz="1600">
                <a:latin typeface="Aptos"/>
              </a:rPr>
              <a:t>show </a:t>
            </a:r>
            <a:r>
              <a:rPr lang="en-GB" sz="1600" err="1">
                <a:latin typeface="Aptos"/>
              </a:rPr>
              <a:t>pon</a:t>
            </a:r>
            <a:r>
              <a:rPr lang="en-GB" sz="1600">
                <a:latin typeface="Aptos"/>
              </a:rPr>
              <a:t> protection </a:t>
            </a:r>
            <a:r>
              <a:rPr lang="en-GB" sz="1600" err="1">
                <a:latin typeface="Aptos"/>
              </a:rPr>
              <a:t>olt</a:t>
            </a:r>
            <a:r>
              <a:rPr lang="en-GB" sz="1600">
                <a:latin typeface="Aptos"/>
              </a:rPr>
              <a:t>-interface state </a:t>
            </a:r>
          </a:p>
          <a:p>
            <a:pPr marL="742950" lvl="1" indent="-285750" algn="just">
              <a:buFont typeface="Arial"/>
              <a:buChar char="•"/>
            </a:pPr>
            <a:r>
              <a:rPr lang="en-GB" sz="1600">
                <a:latin typeface="Aptos"/>
              </a:rPr>
              <a:t>show </a:t>
            </a:r>
            <a:r>
              <a:rPr lang="en-GB" sz="1600" err="1">
                <a:latin typeface="Aptos"/>
              </a:rPr>
              <a:t>pon</a:t>
            </a:r>
            <a:r>
              <a:rPr lang="en-GB" sz="1600">
                <a:latin typeface="Aptos"/>
              </a:rPr>
              <a:t> protection </a:t>
            </a:r>
            <a:r>
              <a:rPr lang="en-GB" sz="1600" err="1">
                <a:latin typeface="Aptos"/>
              </a:rPr>
              <a:t>olt</a:t>
            </a:r>
            <a:r>
              <a:rPr lang="en-GB" sz="1600">
                <a:latin typeface="Aptos"/>
              </a:rPr>
              <a:t>-interface detail &lt;Ethernet1&gt;</a:t>
            </a:r>
            <a:endParaRPr lang="en-GB" sz="1400">
              <a:latin typeface="Aptos"/>
            </a:endParaRPr>
          </a:p>
        </p:txBody>
      </p:sp>
    </p:spTree>
    <p:extLst>
      <p:ext uri="{BB962C8B-B14F-4D97-AF65-F5344CB8AC3E}">
        <p14:creationId xmlns:p14="http://schemas.microsoft.com/office/powerpoint/2010/main" val="1926016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D330DB7-AC35-C0DB-C877-ACCACC4605EA}"/>
              </a:ext>
            </a:extLst>
          </p:cNvPr>
          <p:cNvSpPr txBox="1"/>
          <p:nvPr/>
        </p:nvSpPr>
        <p:spPr>
          <a:xfrm>
            <a:off x="599209" y="1773704"/>
            <a:ext cx="10868891" cy="3421706"/>
          </a:xfrm>
          <a:prstGeom prst="rect">
            <a:avLst/>
          </a:prstGeom>
          <a:noFill/>
        </p:spPr>
        <p:txBody>
          <a:bodyPr wrap="square" lIns="91440" tIns="45720" rIns="91440" bIns="45720" anchor="t">
            <a:spAutoFit/>
          </a:bodyPr>
          <a:lstStyle/>
          <a:p>
            <a:pPr marL="0" marR="0" lvl="0" indent="0" algn="l" defTabSz="914411" rtl="0" eaLnBrk="1" fontAlgn="auto" latinLnBrk="0" hangingPunct="1">
              <a:lnSpc>
                <a:spcPct val="90000"/>
              </a:lnSpc>
              <a:spcBef>
                <a:spcPct val="0"/>
              </a:spcBef>
              <a:spcAft>
                <a:spcPts val="0"/>
              </a:spcAft>
              <a:buClr>
                <a:srgbClr val="000000"/>
              </a:buClr>
              <a:buSzTx/>
              <a:buFontTx/>
              <a:buNone/>
              <a:tabLst/>
              <a:defRPr/>
            </a:pPr>
            <a:r>
              <a:rPr kumimoji="0" lang="en-CA" sz="6000" b="0" i="0" u="none" strike="noStrike" kern="1200" cap="none" spc="0" normalizeH="0" baseline="0" noProof="0">
                <a:ln>
                  <a:noFill/>
                </a:ln>
                <a:solidFill>
                  <a:srgbClr val="000000"/>
                </a:solidFill>
                <a:effectLst/>
                <a:uLnTx/>
                <a:uFillTx/>
                <a:latin typeface="Aptos Light"/>
                <a:ea typeface="+mn-ea"/>
                <a:cs typeface="+mn-cs"/>
              </a:rPr>
              <a:t>Q&amp;A</a:t>
            </a:r>
          </a:p>
          <a:p>
            <a:pPr marL="0" marR="0" lvl="0" indent="0" algn="l" defTabSz="914411" rtl="0" eaLnBrk="1" fontAlgn="auto" latinLnBrk="0" hangingPunct="1">
              <a:lnSpc>
                <a:spcPct val="90000"/>
              </a:lnSpc>
              <a:spcBef>
                <a:spcPct val="0"/>
              </a:spcBef>
              <a:spcAft>
                <a:spcPts val="0"/>
              </a:spcAft>
              <a:buClr>
                <a:srgbClr val="000000"/>
              </a:buClr>
              <a:buSzTx/>
              <a:buFontTx/>
              <a:buNone/>
              <a:tabLst/>
              <a:defRPr/>
            </a:pPr>
            <a:endParaRPr kumimoji="0" lang="en-CA" sz="6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endParaRPr>
          </a:p>
          <a:p>
            <a:pPr marL="0" marR="0" lvl="0" indent="0" algn="l" defTabSz="914411" rtl="0" eaLnBrk="1" fontAlgn="auto" latinLnBrk="0" hangingPunct="1">
              <a:lnSpc>
                <a:spcPct val="90000"/>
              </a:lnSpc>
              <a:spcBef>
                <a:spcPct val="0"/>
              </a:spcBef>
              <a:spcAft>
                <a:spcPts val="0"/>
              </a:spcAft>
              <a:buClr>
                <a:srgbClr val="000000"/>
              </a:buClr>
              <a:buSzTx/>
              <a:buFontTx/>
              <a:buNone/>
              <a:tabLst/>
              <a:defRPr/>
            </a:pPr>
            <a:endParaRPr kumimoji="0" lang="en-CA" sz="6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endParaRPr>
          </a:p>
          <a:p>
            <a:pPr marL="0" marR="0" lvl="0" indent="0" algn="l" defTabSz="914411" rtl="0" eaLnBrk="1" fontAlgn="auto" latinLnBrk="0" hangingPunct="1">
              <a:lnSpc>
                <a:spcPct val="90000"/>
              </a:lnSpc>
              <a:spcBef>
                <a:spcPct val="0"/>
              </a:spcBef>
              <a:spcAft>
                <a:spcPts val="0"/>
              </a:spcAft>
              <a:buClr>
                <a:srgbClr val="000000"/>
              </a:buClr>
              <a:buSzTx/>
              <a:buFontTx/>
              <a:buNone/>
              <a:tabLst/>
              <a:defRPr/>
            </a:pPr>
            <a:r>
              <a:rPr kumimoji="0" lang="en-CA" sz="6000" b="0" i="0" u="none" strike="noStrike" kern="1200" cap="none" spc="0" normalizeH="0" baseline="0" noProof="0">
                <a:ln>
                  <a:noFill/>
                </a:ln>
                <a:solidFill>
                  <a:srgbClr val="000000"/>
                </a:solidFill>
                <a:effectLst/>
                <a:uLnTx/>
                <a:uFillTx/>
                <a:latin typeface="Aptos Light"/>
                <a:ea typeface="+mn-ea"/>
                <a:cs typeface="+mn-cs"/>
              </a:rPr>
              <a:t>Thank You</a:t>
            </a:r>
          </a:p>
        </p:txBody>
      </p:sp>
    </p:spTree>
    <p:extLst>
      <p:ext uri="{BB962C8B-B14F-4D97-AF65-F5344CB8AC3E}">
        <p14:creationId xmlns:p14="http://schemas.microsoft.com/office/powerpoint/2010/main" val="152715679"/>
      </p:ext>
    </p:extLst>
  </p:cSld>
  <p:clrMapOvr>
    <a:masterClrMapping/>
  </p:clrMapOvr>
</p:sld>
</file>

<file path=ppt/theme/theme1.xml><?xml version="1.0" encoding="utf-8"?>
<a:theme xmlns:a="http://schemas.openxmlformats.org/drawingml/2006/main" name="Axis">
  <a:themeElements>
    <a:clrScheme name="Axis">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Axis">
      <a:majorFont>
        <a:latin typeface="Neue Haas Grotesk Text Pro"/>
        <a:ea typeface=""/>
        <a:cs typeface=""/>
      </a:majorFont>
      <a:minorFont>
        <a:latin typeface="Neue Haas Grotesk Text Pro"/>
        <a:ea typeface=""/>
        <a:cs typeface=""/>
      </a:minorFont>
    </a:fontScheme>
    <a:fmtScheme name="Ax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626E1DE4-363E-4A1A-A3CD-C79E498A714F}" vid="{3530EF86-100D-4C27-9316-4189EFA98A4F}"/>
    </a:ext>
  </a:extLst>
</a:theme>
</file>

<file path=ppt/theme/theme2.xml><?xml version="1.0" encoding="utf-8"?>
<a:theme xmlns:a="http://schemas.openxmlformats.org/drawingml/2006/main" name="Ciena 2025 Internal - 2:1 (Charts)">
  <a:themeElements>
    <a:clrScheme name="Ciena Accent">
      <a:dk1>
        <a:srgbClr val="000000"/>
      </a:dk1>
      <a:lt1>
        <a:srgbClr val="FFFFFF"/>
      </a:lt1>
      <a:dk2>
        <a:srgbClr val="1E1EC8"/>
      </a:dk2>
      <a:lt2>
        <a:srgbClr val="14A059"/>
      </a:lt2>
      <a:accent1>
        <a:srgbClr val="009AFF"/>
      </a:accent1>
      <a:accent2>
        <a:srgbClr val="00C795"/>
      </a:accent2>
      <a:accent3>
        <a:srgbClr val="FEB502"/>
      </a:accent3>
      <a:accent4>
        <a:srgbClr val="FF7300"/>
      </a:accent4>
      <a:accent5>
        <a:srgbClr val="F05096"/>
      </a:accent5>
      <a:accent6>
        <a:srgbClr val="953BBE"/>
      </a:accent6>
      <a:hlink>
        <a:srgbClr val="00A1FF"/>
      </a:hlink>
      <a:folHlink>
        <a:srgbClr val="67C2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cap="flat" cmpd="sng" algn="ctr">
          <a:noFill/>
          <a:prstDash val="solid"/>
          <a:miter lim="800000"/>
        </a:ln>
        <a:effectLst/>
      </a:spPr>
      <a:bodyPr rtlCol="0" anchor="ctr">
        <a:noAutofit/>
      </a:bodyPr>
      <a:lstStyle>
        <a:defPPr marL="0" marR="0" indent="0" algn="ctr" defTabSz="228520" eaLnBrk="1" fontAlgn="auto" latinLnBrk="0" hangingPunct="1">
          <a:lnSpc>
            <a:spcPct val="100000"/>
          </a:lnSpc>
          <a:spcBef>
            <a:spcPts val="0"/>
          </a:spcBef>
          <a:spcAft>
            <a:spcPts val="0"/>
          </a:spcAft>
          <a:buClrTx/>
          <a:buSzTx/>
          <a:buFontTx/>
          <a:buNone/>
          <a:tabLst/>
          <a:defRPr kumimoji="0" sz="2000" b="0" i="0" u="none" strike="noStrike" kern="0" cap="none" spc="0" normalizeH="0" baseline="0" noProof="0" dirty="0">
            <a:ln>
              <a:noFill/>
            </a:ln>
            <a:solidFill>
              <a:schemeClr val="bg1"/>
            </a:solidFill>
            <a:effectLst/>
            <a:uLnTx/>
            <a:uFillTx/>
            <a:latin typeface="+mj-lt"/>
            <a:ea typeface="+mn-ea"/>
            <a:cs typeface="+mn-cs"/>
          </a:defRPr>
        </a:defPPr>
      </a:lst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Ciena_PPT Template_2x1_External_Update_01-2026" id="{6D82A5DB-EBC9-7C47-B53D-7233295C3E0D}" vid="{7EFBF7F0-893C-A647-A74C-A3B5B2AF39FF}"/>
    </a:ext>
  </a:extLst>
</a:theme>
</file>

<file path=ppt/theme/theme3.xml><?xml version="1.0" encoding="utf-8"?>
<a:theme xmlns:a="http://schemas.openxmlformats.org/drawingml/2006/main" name="1_Axis">
  <a:themeElements>
    <a:clrScheme name="Axis">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Axis">
      <a:majorFont>
        <a:latin typeface="Neue Haas Grotesk Text Pro"/>
        <a:ea typeface=""/>
        <a:cs typeface=""/>
      </a:majorFont>
      <a:minorFont>
        <a:latin typeface="Neue Haas Grotesk Text Pro"/>
        <a:ea typeface=""/>
        <a:cs typeface=""/>
      </a:minorFont>
    </a:fontScheme>
    <a:fmtScheme name="Ax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bg1"/>
        </a:solidFill>
        <a:ln w="28575">
          <a:solidFill>
            <a:schemeClr val="accent5"/>
          </a:solidFill>
          <a:miter lim="800000"/>
          <a:headEnd/>
          <a:tailEnd/>
        </a:ln>
        <a:effectLst>
          <a:glow rad="63500">
            <a:sysClr val="window" lastClr="FFFFFF">
              <a:lumMod val="50000"/>
              <a:alpha val="40000"/>
            </a:sysClr>
          </a:glow>
          <a:outerShdw blurRad="50800" dist="38100" dir="2700000" algn="tl" rotWithShape="0">
            <a:prstClr val="black">
              <a:alpha val="40000"/>
            </a:prstClr>
          </a:outerShdw>
        </a:effectLst>
      </a:spPr>
      <a:bodyPr vert="horz" wrap="square" lIns="0" tIns="45708" rIns="0" bIns="45708" numCol="1" anchor="ctr" anchorCtr="0" compatLnSpc="1">
        <a:prstTxWarp prst="textNoShape">
          <a:avLst/>
        </a:prstTxWarp>
      </a:bodyPr>
      <a:lstStyle>
        <a:defPPr algn="ctr" fontAlgn="base">
          <a:spcBef>
            <a:spcPct val="0"/>
          </a:spcBef>
          <a:spcAft>
            <a:spcPct val="0"/>
          </a:spcAft>
          <a:defRPr sz="1100" b="1" kern="0" dirty="0">
            <a:solidFill>
              <a:srgbClr val="000000"/>
            </a:solidFill>
            <a:latin typeface="Aptos"/>
            <a:ea typeface="ＭＳ Ｐゴシック" pitchFamily="34" charset="-128"/>
            <a:cs typeface="Arial"/>
          </a:defRPr>
        </a:defPPr>
      </a:lst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Axis" id="{626E1DE4-363E-4A1A-A3CD-C79E498A714F}" vid="{3530EF86-100D-4C27-9316-4189EFA98A4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b48045b4-68a4-424e-bf16-24441179c47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166656FCFA4394381894425BA312830" ma:contentTypeVersion="18" ma:contentTypeDescription="Create a new document." ma:contentTypeScope="" ma:versionID="355c4c14e7a9538cdd8cae781d3f7dfd">
  <xsd:schema xmlns:xsd="http://www.w3.org/2001/XMLSchema" xmlns:xs="http://www.w3.org/2001/XMLSchema" xmlns:p="http://schemas.microsoft.com/office/2006/metadata/properties" xmlns:ns3="b48045b4-68a4-424e-bf16-24441179c475" xmlns:ns4="e8f60f0b-d54f-4958-8ba4-bcadc1d739b6" targetNamespace="http://schemas.microsoft.com/office/2006/metadata/properties" ma:root="true" ma:fieldsID="e2069d3f3d86a89b477502d0a6154cdb" ns3:_="" ns4:_="">
    <xsd:import namespace="b48045b4-68a4-424e-bf16-24441179c475"/>
    <xsd:import namespace="e8f60f0b-d54f-4958-8ba4-bcadc1d739b6"/>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MediaServiceOCR" minOccurs="0"/>
                <xsd:element ref="ns4:SharedWithUsers" minOccurs="0"/>
                <xsd:element ref="ns4:SharedWithDetails" minOccurs="0"/>
                <xsd:element ref="ns4:SharingHintHash"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8045b4-68a4-424e-bf16-24441179c4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Length (seconds)"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8f60f0b-d54f-4958-8ba4-bcadc1d739b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358653-1E13-4C4E-B9FA-DE93EFC8E919}">
  <ds:schemaRefs>
    <ds:schemaRef ds:uri="http://schemas.microsoft.com/sharepoint/v3/contenttype/forms"/>
  </ds:schemaRefs>
</ds:datastoreItem>
</file>

<file path=customXml/itemProps2.xml><?xml version="1.0" encoding="utf-8"?>
<ds:datastoreItem xmlns:ds="http://schemas.openxmlformats.org/officeDocument/2006/customXml" ds:itemID="{E5F4C43D-49A4-4515-A1E0-79C9F5FD2FB2}">
  <ds:schemaRefs>
    <ds:schemaRef ds:uri="b48045b4-68a4-424e-bf16-24441179c475"/>
    <ds:schemaRef ds:uri="e8f60f0b-d54f-4958-8ba4-bcadc1d739b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C267AD2-DE78-4364-A780-4D3C743CB5BD}">
  <ds:schemaRefs>
    <ds:schemaRef ds:uri="b48045b4-68a4-424e-bf16-24441179c475"/>
    <ds:schemaRef ds:uri="e8f60f0b-d54f-4958-8ba4-bcadc1d739b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18</Slides>
  <Notes>1</Notes>
  <HiddenSlides>0</HiddenSlides>
  <ScaleCrop>false</ScaleCrop>
  <HeadingPairs>
    <vt:vector size="4" baseType="variant">
      <vt:variant>
        <vt:lpstr>Theme</vt:lpstr>
      </vt:variant>
      <vt:variant>
        <vt:i4>3</vt:i4>
      </vt:variant>
      <vt:variant>
        <vt:lpstr>Slide Titles</vt:lpstr>
      </vt:variant>
      <vt:variant>
        <vt:i4>18</vt:i4>
      </vt:variant>
    </vt:vector>
  </HeadingPairs>
  <TitlesOfParts>
    <vt:vector size="21" baseType="lpstr">
      <vt:lpstr>Axis</vt:lpstr>
      <vt:lpstr>Ciena 2025 Internal - 2:1 (Charts)</vt:lpstr>
      <vt:lpstr>1_Axis</vt:lpstr>
      <vt:lpstr>Dual Homed Passive Optical Network (PON) Gateway  The HLD is published and located at - https://github.com/sonic-net/SONiC/pull/2376 </vt:lpstr>
      <vt:lpstr>Agenda</vt:lpstr>
      <vt:lpstr>Brief Overview of PON</vt:lpstr>
      <vt:lpstr>PowerPoint Presentation</vt:lpstr>
      <vt:lpstr>SONiC - Dual  ToR Concepts</vt:lpstr>
      <vt:lpstr> </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Troubleshooting</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 John Durai Singh</dc:creator>
  <cp:keywords>Corporate, template</cp:keywords>
  <dc:description/>
  <cp:revision>171</cp:revision>
  <dcterms:created xsi:type="dcterms:W3CDTF">2026-05-06T10:51:54Z</dcterms:created>
  <dcterms:modified xsi:type="dcterms:W3CDTF">2026-08-07T19:25:09Z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0x0101009166656FCFA4394381894425BA312830</vt:lpwstr>
  </property>
</Properties>
</file>